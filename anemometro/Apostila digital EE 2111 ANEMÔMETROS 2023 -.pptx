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29.jpeg" ContentType="image/jpeg"/>
  <Override PartName="/ppt/media/image7.jpeg" ContentType="image/jpe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jpeg" ContentType="image/jpeg"/>
  <Override PartName="/ppt/media/image5.png" ContentType="image/png"/>
  <Override PartName="/ppt/media/image37.png" ContentType="image/png"/>
  <Override PartName="/ppt/media/image21.png" ContentType="image/png"/>
  <Override PartName="/ppt/media/image19.png" ContentType="image/png"/>
  <Override PartName="/ppt/media/image41.jpeg" ContentType="image/jpeg"/>
  <Override PartName="/ppt/media/image16.png" ContentType="image/png"/>
  <Override PartName="/ppt/media/image12.png" ContentType="image/png"/>
  <Override PartName="/ppt/media/image18.png" ContentType="image/png"/>
  <Override PartName="/ppt/media/image9.png" ContentType="image/png"/>
  <Override PartName="/ppt/media/image11.jpeg" ContentType="image/jpeg"/>
  <Override PartName="/ppt/media/image30.jpeg" ContentType="image/jpeg"/>
  <Override PartName="/ppt/media/image34.png" ContentType="image/png"/>
  <Override PartName="/ppt/media/image31.jpeg" ContentType="image/jpeg"/>
  <Override PartName="/ppt/media/image44.png" ContentType="image/png"/>
  <Override PartName="/ppt/media/image32.png" ContentType="image/png"/>
  <Override PartName="/ppt/media/image39.png" ContentType="image/png"/>
  <Override PartName="/ppt/media/image40.png" ContentType="image/png"/>
  <Override PartName="/ppt/media/image42.png" ContentType="image/png"/>
  <Override PartName="/ppt/media/image20.png" ContentType="image/png"/>
  <Override PartName="/ppt/media/image2.jpeg" ContentType="image/jpeg"/>
  <Override PartName="/ppt/media/image43.png" ContentType="image/png"/>
  <Override PartName="/ppt/media/image3.png" ContentType="image/png"/>
  <Override PartName="/ppt/media/image35.png" ContentType="image/png"/>
  <Override PartName="/ppt/media/image8.png" ContentType="image/png"/>
  <Override PartName="/ppt/media/image17.png" ContentType="image/png"/>
  <Override PartName="/ppt/media/image10.png" ContentType="image/png"/>
  <Override PartName="/ppt/media/image1.png" ContentType="image/png"/>
  <Override PartName="/ppt/media/image33.png" ContentType="image/png"/>
  <Override PartName="/ppt/media/image38.png" ContentType="image/png"/>
  <Override PartName="/ppt/media/image6.png" ContentType="image/png"/>
  <Override PartName="/ppt/media/image15.png" ContentType="image/png"/>
  <Override PartName="/ppt/media/image13.jpeg" ContentType="image/jpeg"/>
  <Override PartName="/ppt/media/image4.png" ContentType="image/png"/>
  <Override PartName="/ppt/media/image36.png" ContentType="image/png"/>
  <Override PartName="/ppt/media/image1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_rels/slide80.xml.rels" ContentType="application/vnd.openxmlformats-package.relationships+xml"/>
  <Override PartName="/ppt/slides/_rels/slide15.xml.rels" ContentType="application/vnd.openxmlformats-package.relationships+xml"/>
  <Override PartName="/ppt/slides/_rels/slide91.xml.rels" ContentType="application/vnd.openxmlformats-package.relationships+xml"/>
  <Override PartName="/ppt/slides/_rels/slide26.xml.rels" ContentType="application/vnd.openxmlformats-package.relationships+xml"/>
  <Override PartName="/ppt/slides/_rels/slide104.xml.rels" ContentType="application/vnd.openxmlformats-package.relationships+xml"/>
  <Override PartName="/ppt/slides/_rels/slide92.xml.rels" ContentType="application/vnd.openxmlformats-package.relationships+xml"/>
  <Override PartName="/ppt/slides/_rels/slide27.xml.rels" ContentType="application/vnd.openxmlformats-package.relationships+xml"/>
  <Override PartName="/ppt/slides/_rels/slide105.xml.rels" ContentType="application/vnd.openxmlformats-package.relationships+xml"/>
  <Override PartName="/ppt/slides/_rels/slide14.xml.rels" ContentType="application/vnd.openxmlformats-package.relationships+xml"/>
  <Override PartName="/ppt/slides/_rels/slide93.xml.rels" ContentType="application/vnd.openxmlformats-package.relationships+xml"/>
  <Override PartName="/ppt/slides/_rels/slide106.xml.rels" ContentType="application/vnd.openxmlformats-package.relationships+xml"/>
  <Override PartName="/ppt/slides/_rels/slide28.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110.xml.rels" ContentType="application/vnd.openxmlformats-package.relationships+xml"/>
  <Override PartName="/ppt/slides/_rels/slide32.xml.rels" ContentType="application/vnd.openxmlformats-package.relationships+xml"/>
  <Override PartName="/ppt/slides/_rels/slide65.xml.rels" ContentType="application/vnd.openxmlformats-package.relationships+xml"/>
  <Override PartName="/ppt/slides/_rels/slide111.xml.rels" ContentType="application/vnd.openxmlformats-package.relationships+xml"/>
  <Override PartName="/ppt/slides/_rels/slide33.xml.rels" ContentType="application/vnd.openxmlformats-package.relationships+xml"/>
  <Override PartName="/ppt/slides/_rels/slide112.xml.rels" ContentType="application/vnd.openxmlformats-package.relationships+xml"/>
  <Override PartName="/ppt/slides/_rels/slide34.xml.rels" ContentType="application/vnd.openxmlformats-package.relationships+xml"/>
  <Override PartName="/ppt/slides/_rels/slide113.xml.rels" ContentType="application/vnd.openxmlformats-package.relationships+xml"/>
  <Override PartName="/ppt/slides/_rels/slide35.xml.rels" ContentType="application/vnd.openxmlformats-package.relationships+xml"/>
  <Override PartName="/ppt/slides/_rels/slide6.xml.rels" ContentType="application/vnd.openxmlformats-package.relationships+xml"/>
  <Override PartName="/ppt/slides/_rels/slide99.xml.rels" ContentType="application/vnd.openxmlformats-package.relationships+xml"/>
  <Override PartName="/ppt/slides/_rels/slide114.xml.rels" ContentType="application/vnd.openxmlformats-package.relationships+xml"/>
  <Override PartName="/ppt/slides/_rels/slide36.xml.rels" ContentType="application/vnd.openxmlformats-package.relationships+xml"/>
  <Override PartName="/ppt/slides/_rels/slide115.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94.xml.rels" ContentType="application/vnd.openxmlformats-package.relationships+xml"/>
  <Override PartName="/ppt/slides/_rels/slide107.xml.rels" ContentType="application/vnd.openxmlformats-package.relationships+xml"/>
  <Override PartName="/ppt/slides/_rels/slide1.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68.xml.rels" ContentType="application/vnd.openxmlformats-package.relationships+xml"/>
  <Override PartName="/ppt/slides/_rels/slide122.xml.rels" ContentType="application/vnd.openxmlformats-package.relationships+xml"/>
  <Override PartName="/ppt/slides/_rels/slide44.xml.rels" ContentType="application/vnd.openxmlformats-package.relationships+xml"/>
  <Override PartName="/ppt/slides/_rels/slide108.xml.rels" ContentType="application/vnd.openxmlformats-package.relationships+xml"/>
  <Override PartName="/ppt/slides/_rels/slide95.xml.rels" ContentType="application/vnd.openxmlformats-package.relationships+xml"/>
  <Override PartName="/ppt/slides/_rels/slide2.xml.rels" ContentType="application/vnd.openxmlformats-package.relationships+xml"/>
  <Override PartName="/ppt/slides/_rels/slide60.xml.rels" ContentType="application/vnd.openxmlformats-package.relationships+xml"/>
  <Override PartName="/ppt/slides/_rels/slide109.xml.rels" ContentType="application/vnd.openxmlformats-package.relationships+xml"/>
  <Override PartName="/ppt/slides/_rels/slide96.xml.rels" ContentType="application/vnd.openxmlformats-package.relationships+xml"/>
  <Override PartName="/ppt/slides/_rels/slide3.xml.rels" ContentType="application/vnd.openxmlformats-package.relationships+xml"/>
  <Override PartName="/ppt/slides/_rels/slide116.xml.rels" ContentType="application/vnd.openxmlformats-package.relationships+xml"/>
  <Override PartName="/ppt/slides/_rels/slide38.xml.rels" ContentType="application/vnd.openxmlformats-package.relationships+xml"/>
  <Override PartName="/ppt/slides/_rels/slide89.xml.rels" ContentType="application/vnd.openxmlformats-package.relationships+xml"/>
  <Override PartName="/ppt/slides/_rels/slide88.xml.rels" ContentType="application/vnd.openxmlformats-package.relationships+xml"/>
  <Override PartName="/ppt/slides/_rels/slide117.xml.rels" ContentType="application/vnd.openxmlformats-package.relationships+xml"/>
  <Override PartName="/ppt/slides/_rels/slide39.xml.rels" ContentType="application/vnd.openxmlformats-package.relationships+xml"/>
  <Override PartName="/ppt/slides/_rels/slide79.xml.rels" ContentType="application/vnd.openxmlformats-package.relationships+xml"/>
  <Override PartName="/ppt/slides/_rels/slide118.xml.rels" ContentType="application/vnd.openxmlformats-package.relationships+xml"/>
  <Override PartName="/ppt/slides/_rels/slide66.xml.rels" ContentType="application/vnd.openxmlformats-package.relationships+xml"/>
  <Override PartName="/ppt/slides/_rels/slide120.xml.rels" ContentType="application/vnd.openxmlformats-package.relationships+xml"/>
  <Override PartName="/ppt/slides/_rels/slide42.xml.rels" ContentType="application/vnd.openxmlformats-package.relationships+xml"/>
  <Override PartName="/ppt/slides/_rels/slide70.xml.rels" ContentType="application/vnd.openxmlformats-package.relationships+xml"/>
  <Override PartName="/ppt/slides/_rels/slide119.xml.rels" ContentType="application/vnd.openxmlformats-package.relationships+xml"/>
  <Override PartName="/ppt/slides/_rels/slide67.xml.rels" ContentType="application/vnd.openxmlformats-package.relationships+xml"/>
  <Override PartName="/ppt/slides/_rels/slide121.xml.rels" ContentType="application/vnd.openxmlformats-package.relationships+xml"/>
  <Override PartName="/ppt/slides/_rels/slide43.xml.rels" ContentType="application/vnd.openxmlformats-package.relationships+xml"/>
  <Override PartName="/ppt/slides/_rels/slide126.xml.rels" ContentType="application/vnd.openxmlformats-package.relationships+xml"/>
  <Override PartName="/ppt/slides/_rels/slide48.xml.rels" ContentType="application/vnd.openxmlformats-package.relationships+xml"/>
  <Override PartName="/ppt/slides/_rels/slide127.xml.rels" ContentType="application/vnd.openxmlformats-package.relationships+xml"/>
  <Override PartName="/ppt/slides/_rels/slide49.xml.rels" ContentType="application/vnd.openxmlformats-package.relationships+xml"/>
  <Override PartName="/ppt/slides/_rels/slide87.xml.rels" ContentType="application/vnd.openxmlformats-package.relationships+xml"/>
  <Override PartName="/ppt/slides/_rels/slide8.xml.rels" ContentType="application/vnd.openxmlformats-package.relationships+xml"/>
  <Override PartName="/ppt/slides/_rels/slide12.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100.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23.xml.rels" ContentType="application/vnd.openxmlformats-package.relationships+xml"/>
  <Override PartName="/ppt/slides/_rels/slide101.xml.rels" ContentType="application/vnd.openxmlformats-package.relationships+xml"/>
  <Override PartName="/ppt/slides/_rels/slide10.xml.rels" ContentType="application/vnd.openxmlformats-package.relationships+xml"/>
  <Override PartName="/ppt/slides/_rels/slide84.xml.rels" ContentType="application/vnd.openxmlformats-package.relationships+xml"/>
  <Override PartName="/ppt/slides/_rels/slide19.xml.rels" ContentType="application/vnd.openxmlformats-package.relationships+xml"/>
  <Override PartName="/ppt/slides/_rels/slide5.xml.rels" ContentType="application/vnd.openxmlformats-package.relationships+xml"/>
  <Override PartName="/ppt/slides/_rels/slide98.xml.rels" ContentType="application/vnd.openxmlformats-package.relationships+xml"/>
  <Override PartName="/ppt/slides/_rels/slide56.xml.rels" ContentType="application/vnd.openxmlformats-package.relationships+xml"/>
  <Override PartName="/ppt/slides/_rels/slide8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_rels/slide97.xml.rels" ContentType="application/vnd.openxmlformats-package.relationships+xml"/>
  <Override PartName="/ppt/slides/_rels/slide55.xml.rels" ContentType="application/vnd.openxmlformats-package.relationships+xml"/>
  <Override PartName="/ppt/slides/_rels/slide31.xml.rels" ContentType="application/vnd.openxmlformats-package.relationships+xml"/>
  <Override PartName="/ppt/slides/_rels/slide54.xml.rels" ContentType="application/vnd.openxmlformats-package.relationships+xml"/>
  <Override PartName="/ppt/slides/_rels/slide30.xml.rels" ContentType="application/vnd.openxmlformats-package.relationships+xml"/>
  <Override PartName="/ppt/slides/_rels/slide25.xml.rels" ContentType="application/vnd.openxmlformats-package.relationships+xml"/>
  <Override PartName="/ppt/slides/_rels/slide103.xml.rels" ContentType="application/vnd.openxmlformats-package.relationships+xml"/>
  <Override PartName="/ppt/slides/_rels/slide90.xml.rels" ContentType="application/vnd.openxmlformats-package.relationships+xml"/>
  <Override PartName="/ppt/slides/_rels/slide11.xml.rels" ContentType="application/vnd.openxmlformats-package.relationships+xml"/>
  <Override PartName="/ppt/slides/_rels/slide53.xml.rels" ContentType="application/vnd.openxmlformats-package.relationships+xml"/>
  <Override PartName="/ppt/slides/_rels/slide41.xml.rels" ContentType="application/vnd.openxmlformats-package.relationships+xml"/>
  <Override PartName="/ppt/slides/_rels/slide78.xml.rels" ContentType="application/vnd.openxmlformats-package.relationships+xml"/>
  <Override PartName="/ppt/slides/_rels/slide52.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102.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9.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75.xml.rels" ContentType="application/vnd.openxmlformats-package.relationships+xml"/>
  <Override PartName="/ppt/slides/_rels/slide76.xml.rels" ContentType="application/vnd.openxmlformats-package.relationships+xml"/>
  <Override PartName="/ppt/slides/_rels/slide45.xml.rels" ContentType="application/vnd.openxmlformats-package.relationships+xml"/>
  <Override PartName="/ppt/slides/_rels/slide123.xml.rels" ContentType="application/vnd.openxmlformats-package.relationships+xml"/>
  <Override PartName="/ppt/slides/_rels/slide69.xml.rels" ContentType="application/vnd.openxmlformats-package.relationships+xml"/>
  <Override PartName="/ppt/slides/_rels/slide46.xml.rels" ContentType="application/vnd.openxmlformats-package.relationships+xml"/>
  <Override PartName="/ppt/slides/_rels/slide124.xml.rels" ContentType="application/vnd.openxmlformats-package.relationships+xml"/>
  <Override PartName="/ppt/slides/_rels/slide47.xml.rels" ContentType="application/vnd.openxmlformats-package.relationships+xml"/>
  <Override PartName="/ppt/slides/_rels/slide125.xml.rels" ContentType="application/vnd.openxmlformats-package.relationships+xml"/>
  <Override PartName="/ppt/slides/_rels/slide85.xml.rels" ContentType="application/vnd.openxmlformats-package.relationships+xml"/>
  <Override PartName="/ppt/slides/_rels/slide86.xml.rels" ContentType="application/vnd.openxmlformats-package.relationships+xml"/>
  <Override PartName="/ppt/slides/slide6.xml" ContentType="application/vnd.openxmlformats-officedocument.presentationml.slide+xml"/>
  <Override PartName="/ppt/slides/slide110.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111.xml" ContentType="application/vnd.openxmlformats-officedocument.presentationml.slide+xml"/>
  <Override PartName="/ppt/slides/slide66.xml" ContentType="application/vnd.openxmlformats-officedocument.presentationml.slide+xml"/>
  <Override PartName="/ppt/slides/slide112.xml" ContentType="application/vnd.openxmlformats-officedocument.presentationml.slide+xml"/>
  <Override PartName="/ppt/slides/slide67.xml" ContentType="application/vnd.openxmlformats-officedocument.presentationml.slide+xml"/>
  <Override PartName="/ppt/slides/slide113.xml" ContentType="application/vnd.openxmlformats-officedocument.presentationml.slide+xml"/>
  <Override PartName="/ppt/slides/slide68.xml" ContentType="application/vnd.openxmlformats-officedocument.presentationml.slide+xml"/>
  <Override PartName="/ppt/slides/slide114.xml" ContentType="application/vnd.openxmlformats-officedocument.presentationml.slide+xml"/>
  <Override PartName="/ppt/slides/slide69.xml" ContentType="application/vnd.openxmlformats-officedocument.presentationml.slide+xml"/>
  <Override PartName="/ppt/slides/slide115.xml" ContentType="application/vnd.openxmlformats-officedocument.presentationml.slide+xml"/>
  <Override PartName="/ppt/slides/slide70.xml" ContentType="application/vnd.openxmlformats-officedocument.presentationml.slide+xml"/>
  <Override PartName="/ppt/slides/slide26.xml" ContentType="application/vnd.openxmlformats-officedocument.presentationml.slide+xml"/>
  <Override PartName="/ppt/slides/slide94.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88.xml" ContentType="application/vnd.openxmlformats-officedocument.presentationml.slide+xml"/>
  <Override PartName="/ppt/slides/slide116.xml" ContentType="application/vnd.openxmlformats-officedocument.presentationml.slide+xml"/>
  <Override PartName="/ppt/slides/slide73.xml" ContentType="application/vnd.openxmlformats-officedocument.presentationml.slide+xml"/>
  <Override PartName="/ppt/slides/slide89.xml" ContentType="application/vnd.openxmlformats-officedocument.presentationml.slide+xml"/>
  <Override PartName="/ppt/slides/slide117.xml" ContentType="application/vnd.openxmlformats-officedocument.presentationml.slide+xml"/>
  <Override PartName="/ppt/slides/slide74.xml" ContentType="application/vnd.openxmlformats-officedocument.presentationml.slide+xml"/>
  <Override PartName="/ppt/slides/slide120.xml" ContentType="application/vnd.openxmlformats-officedocument.presentationml.slide+xml"/>
  <Override PartName="/ppt/slides/slide106.xml" ContentType="application/vnd.openxmlformats-officedocument.presentationml.slide+xml"/>
  <Override PartName="/ppt/slides/slide118.xml" ContentType="application/vnd.openxmlformats-officedocument.presentationml.slide+xml"/>
  <Override PartName="/ppt/slides/slide75.xml" ContentType="application/vnd.openxmlformats-officedocument.presentationml.slide+xml"/>
  <Override PartName="/ppt/slides/slide121.xml" ContentType="application/vnd.openxmlformats-officedocument.presentationml.slide+xml"/>
  <Override PartName="/ppt/slides/slide107.xml" ContentType="application/vnd.openxmlformats-officedocument.presentationml.slide+xml"/>
  <Override PartName="/ppt/slides/slide119.xml" ContentType="application/vnd.openxmlformats-officedocument.presentationml.slide+xml"/>
  <Override PartName="/ppt/slides/slide76.xml" ContentType="application/vnd.openxmlformats-officedocument.presentationml.slide+xml"/>
  <Override PartName="/ppt/slides/slide122.xml" ContentType="application/vnd.openxmlformats-officedocument.presentationml.slide+xml"/>
  <Override PartName="/ppt/slides/slide27.xml" ContentType="application/vnd.openxmlformats-officedocument.presentationml.slide+xml"/>
  <Override PartName="/ppt/slides/slide95.xml" ContentType="application/vnd.openxmlformats-officedocument.presentationml.slide+xml"/>
  <Override PartName="/ppt/slides/slide63.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62.xml" ContentType="application/vnd.openxmlformats-officedocument.presentationml.slide+xml"/>
  <Override PartName="/ppt/slides/slide125.xml" ContentType="application/vnd.openxmlformats-officedocument.presentationml.slide+xml"/>
  <Override PartName="/ppt/slides/slide79.xml" ContentType="application/vnd.openxmlformats-officedocument.presentationml.slide+xml"/>
  <Override PartName="/ppt/slides/slide61.xml" ContentType="application/vnd.openxmlformats-officedocument.presentationml.slide+xml"/>
  <Override PartName="/ppt/slides/slide124.xml" ContentType="application/vnd.openxmlformats-officedocument.presentationml.slide+xml"/>
  <Override PartName="/ppt/slides/slide78.xml" ContentType="application/vnd.openxmlformats-officedocument.presentationml.slide+xml"/>
  <Override PartName="/ppt/slides/slide60.xml" ContentType="application/vnd.openxmlformats-officedocument.presentationml.slide+xml"/>
  <Override PartName="/ppt/slides/slide123.xml" ContentType="application/vnd.openxmlformats-officedocument.presentationml.slide+xml"/>
  <Override PartName="/ppt/slides/slide77.xml" ContentType="application/vnd.openxmlformats-officedocument.presentationml.slide+xml"/>
  <Override PartName="/ppt/slides/slide7.xml" ContentType="application/vnd.openxmlformats-officedocument.presentationml.slide+xml"/>
  <Override PartName="/ppt/slides/slide28.xml" ContentType="application/vnd.openxmlformats-officedocument.presentationml.slide+xml"/>
  <Override PartName="/ppt/slides/slide96.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xml" ContentType="application/vnd.openxmlformats-officedocument.presentationml.slide+xml"/>
  <Override PartName="/ppt/slides/slide29.xml" ContentType="application/vnd.openxmlformats-officedocument.presentationml.slide+xml"/>
  <Override PartName="/ppt/slides/slide9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4.xml" ContentType="application/vnd.openxmlformats-officedocument.presentationml.slide+xml"/>
  <Override PartName="/ppt/slides/slide82.xml" ContentType="application/vnd.openxmlformats-officedocument.presentationml.slide+xml"/>
  <Override PartName="/ppt/slides/slide8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9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03.xml" ContentType="application/vnd.openxmlformats-officedocument.presentationml.slide+xml"/>
  <Override PartName="/ppt/slides/slide57.xml" ContentType="application/vnd.openxmlformats-officedocument.presentationml.slide+xml"/>
  <Override PartName="/ppt/slides/slide15.xml" ContentType="application/vnd.openxmlformats-officedocument.presentationml.slide+xml"/>
  <Override PartName="/ppt/slides/slide83.xml" ContentType="application/vnd.openxmlformats-officedocument.presentationml.slide+xml"/>
  <Override PartName="/ppt/slides/slide86.xml" ContentType="application/vnd.openxmlformats-officedocument.presentationml.slide+xml"/>
  <Override PartName="/ppt/slides/slide18.xml" ContentType="application/vnd.openxmlformats-officedocument.presentationml.slide+xml"/>
  <Override PartName="/ppt/slides/slide99.xml" ContentType="application/vnd.openxmlformats-officedocument.presentationml.slide+xml"/>
  <Override PartName="/ppt/slides/slide4.xml" ContentType="application/vnd.openxmlformats-officedocument.presentationml.slide+xml"/>
  <Override PartName="/ppt/slides/slide80.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104.xml" ContentType="application/vnd.openxmlformats-officedocument.presentationml.slide+xml"/>
  <Override PartName="/ppt/slides/slide58.xml" ContentType="application/vnd.openxmlformats-officedocument.presentationml.slide+xml"/>
  <Override PartName="/ppt/slides/slide16.xml" ContentType="application/vnd.openxmlformats-officedocument.presentationml.slide+xml"/>
  <Override PartName="/ppt/slides/slide84.xml" ContentType="application/vnd.openxmlformats-officedocument.presentationml.slide+xml"/>
  <Override PartName="/ppt/slides/slide87.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81.xml" ContentType="application/vnd.openxmlformats-officedocument.presentationml.slide+xml"/>
  <Override PartName="/ppt/slides/slide13.xml" ContentType="application/vnd.openxmlformats-officedocument.presentationml.slide+xml"/>
  <Override PartName="/ppt/slides/slide105.xml" ContentType="application/vnd.openxmlformats-officedocument.presentationml.slide+xml"/>
  <Override PartName="/ppt/slides/slide59.xml" ContentType="application/vnd.openxmlformats-officedocument.presentationml.slide+xml"/>
  <Override PartName="/ppt/slides/slide91.xml" ContentType="application/vnd.openxmlformats-officedocument.presentationml.slide+xml"/>
  <Override PartName="/ppt/slides/slide23.xml" ContentType="application/vnd.openxmlformats-officedocument.presentationml.slide+xml"/>
  <Override PartName="/ppt/slides/slide92.xml" ContentType="application/vnd.openxmlformats-officedocument.presentationml.slide+xml"/>
  <Override PartName="/ppt/slides/slide24.xml" ContentType="application/vnd.openxmlformats-officedocument.presentationml.slide+xml"/>
  <Override PartName="/ppt/slides/slide22.xml" ContentType="application/vnd.openxmlformats-officedocument.presentationml.slide+xml"/>
  <Override PartName="/ppt/slides/slide90.xml" ContentType="application/vnd.openxmlformats-officedocument.presentationml.slide+xml"/>
  <Override PartName="/ppt/slides/slide9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100.xml" ContentType="application/vnd.openxmlformats-officedocument.presentationml.slide+xml"/>
  <Override PartName="/ppt/slides/slide54.xml" ContentType="application/vnd.openxmlformats-officedocument.presentationml.slide+xml"/>
  <Override PartName="/ppt/slides/slide101.xml" ContentType="application/vnd.openxmlformats-officedocument.presentationml.slide+xml"/>
  <Override PartName="/ppt/slides/slide55.xml" ContentType="application/vnd.openxmlformats-officedocument.presentationml.slide+xml"/>
  <Override PartName="/ppt/slides/slide102.xml" ContentType="application/vnd.openxmlformats-officedocument.presentationml.slide+xml"/>
  <Override PartName="/ppt/slides/slide56.xml" ContentType="application/vnd.openxmlformats-officedocument.presentationml.slide+xml"/>
  <Override PartName="/ppt/notesSlides/_rels/notesSlide78.xml.rels" ContentType="application/vnd.openxmlformats-package.relationships+xml"/>
  <Override PartName="/ppt/notesSlides/_rels/notesSlide80.xml.rels" ContentType="application/vnd.openxmlformats-package.relationships+xml"/>
  <Override PartName="/ppt/notesSlides/_rels/notesSlide92.xml.rels" ContentType="application/vnd.openxmlformats-package.relationships+xml"/>
  <Override PartName="/ppt/notesSlides/_rels/notesSlide127.xml.rels" ContentType="application/vnd.openxmlformats-package.relationships+xml"/>
  <Override PartName="/ppt/notesSlides/_rels/notesSlide4.xml.rels" ContentType="application/vnd.openxmlformats-package.relationships+xml"/>
  <Override PartName="/ppt/notesSlides/_rels/notesSlide82.xml.rels" ContentType="application/vnd.openxmlformats-package.relationships+xml"/>
  <Override PartName="/ppt/notesSlides/_rels/notesSlide94.xml.rels" ContentType="application/vnd.openxmlformats-package.relationships+xml"/>
  <Override PartName="/ppt/notesSlides/_rels/notesSlide96.xml.rels" ContentType="application/vnd.openxmlformats-package.relationships+xml"/>
  <Override PartName="/ppt/notesSlides/_rels/notesSlide100.xml.rels" ContentType="application/vnd.openxmlformats-package.relationships+xml"/>
  <Override PartName="/ppt/notesSlides/_rels/notesSlide98.xml.rels" ContentType="application/vnd.openxmlformats-package.relationships+xml"/>
  <Override PartName="/ppt/notesSlides/_rels/notesSlide102.xml.rels" ContentType="application/vnd.openxmlformats-package.relationships+xml"/>
  <Override PartName="/ppt/notesSlides/_rels/notesSlide116.xml.rels" ContentType="application/vnd.openxmlformats-package.relationships+xml"/>
  <Override PartName="/ppt/notesSlides/_rels/notesSlide44.xml.rels" ContentType="application/vnd.openxmlformats-package.relationships+xml"/>
  <Override PartName="/ppt/notesSlides/_rels/notesSlide104.xml.rels" ContentType="application/vnd.openxmlformats-package.relationships+xml"/>
  <Override PartName="/ppt/notesSlides/_rels/notesSlide42.xml.rels" ContentType="application/vnd.openxmlformats-package.relationships+xml"/>
  <Override PartName="/ppt/notesSlides/_rels/notesSlide34.xml.rels" ContentType="application/vnd.openxmlformats-package.relationships+xml"/>
  <Override PartName="/ppt/notesSlides/_rels/notesSlide74.xml.rels" ContentType="application/vnd.openxmlformats-package.relationships+xml"/>
  <Override PartName="/ppt/notesSlides/_rels/notesSlide72.xml.rels" ContentType="application/vnd.openxmlformats-package.relationships+xml"/>
  <Override PartName="/ppt/notesSlides/_rels/notesSlide70.xml.rels" ContentType="application/vnd.openxmlformats-package.relationships+xml"/>
  <Override PartName="/ppt/notesSlides/_rels/notesSlide76.xml.rels" ContentType="application/vnd.openxmlformats-package.relationships+xml"/>
  <Override PartName="/ppt/notesSlides/_rels/notesSlide40.xml.rels" ContentType="application/vnd.openxmlformats-package.relationships+xml"/>
  <Override PartName="/ppt/notesSlides/_rels/notesSlide38.xml.rels" ContentType="application/vnd.openxmlformats-package.relationships+xml"/>
  <Override PartName="/ppt/notesSlides/_rels/notesSlide124.xml.rels" ContentType="application/vnd.openxmlformats-package.relationships+xml"/>
  <Override PartName="/ppt/notesSlides/_rels/notesSlide36.xml.rels" ContentType="application/vnd.openxmlformats-package.relationships+xml"/>
  <Override PartName="/ppt/notesSlides/_rels/notesSlide118.xml.rels" ContentType="application/vnd.openxmlformats-package.relationships+xml"/>
  <Override PartName="/ppt/notesSlides/_rels/notesSlide120.xml.rels" ContentType="application/vnd.openxmlformats-package.relationships+xml"/>
  <Override PartName="/ppt/notesSlides/_rels/notesSlide46.xml.rels" ContentType="application/vnd.openxmlformats-package.relationships+xml"/>
  <Override PartName="/ppt/notesSlides/_rels/notesSlide48.xml.rels" ContentType="application/vnd.openxmlformats-package.relationships+xml"/>
  <Override PartName="/ppt/notesSlides/_rels/notesSlide122.xml.rels" ContentType="application/vnd.openxmlformats-package.relationships+xml"/>
  <Override PartName="/ppt/notesSlides/notesSlide4.xml" ContentType="application/vnd.openxmlformats-officedocument.presentationml.notesSlide+xml"/>
  <Override PartName="/ppt/notesSlides/notesSlide92.xml" ContentType="application/vnd.openxmlformats-officedocument.presentationml.notesSlide+xml"/>
  <Override PartName="/ppt/notesSlides/notesSlide82.xml" ContentType="application/vnd.openxmlformats-officedocument.presentationml.notesSlide+xml"/>
  <Override PartName="/ppt/notesSlides/notesSlide94.xml" ContentType="application/vnd.openxmlformats-officedocument.presentationml.notesSlide+xml"/>
  <Override PartName="/ppt/notesSlides/notesSlide96.xml" ContentType="application/vnd.openxmlformats-officedocument.presentationml.notesSlide+xml"/>
  <Override PartName="/ppt/notesSlides/notesSlide78.xml" ContentType="application/vnd.openxmlformats-officedocument.presentationml.notesSlide+xml"/>
  <Override PartName="/ppt/notesSlides/notesSlide100.xml" ContentType="application/vnd.openxmlformats-officedocument.presentationml.notesSlide+xml"/>
  <Override PartName="/ppt/notesSlides/notesSlide102.xml" ContentType="application/vnd.openxmlformats-officedocument.presentationml.notesSlide+xml"/>
  <Override PartName="/ppt/notesSlides/notesSlide116.xml" ContentType="application/vnd.openxmlformats-officedocument.presentationml.notesSlide+xml"/>
  <Override PartName="/ppt/notesSlides/notesSlide42.xml" ContentType="application/vnd.openxmlformats-officedocument.presentationml.notesSlide+xml"/>
  <Override PartName="/ppt/notesSlides/notesSlide104.xml" ContentType="application/vnd.openxmlformats-officedocument.presentationml.notesSlide+xml"/>
  <Override PartName="/ppt/notesSlides/notesSlide127.xml" ContentType="application/vnd.openxmlformats-officedocument.presentationml.notesSlide+xml"/>
  <Override PartName="/ppt/notesSlides/notesSlide34.xml" ContentType="application/vnd.openxmlformats-officedocument.presentationml.notesSlide+xml"/>
  <Override PartName="/ppt/notesSlides/notesSlide122.xml" ContentType="application/vnd.openxmlformats-officedocument.presentationml.notesSlide+xml"/>
  <Override PartName="/ppt/notesSlides/notesSlide46.xml" ContentType="application/vnd.openxmlformats-officedocument.presentationml.notesSlide+xml"/>
  <Override PartName="/ppt/notesSlides/notesSlide36.xml" ContentType="application/vnd.openxmlformats-officedocument.presentationml.notesSlide+xml"/>
  <Override PartName="/ppt/notesSlides/notesSlide124.xml" ContentType="application/vnd.openxmlformats-officedocument.presentationml.notesSlide+xml"/>
  <Override PartName="/ppt/notesSlides/notesSlide48.xml" ContentType="application/vnd.openxmlformats-officedocument.presentationml.notesSlide+xml"/>
  <Override PartName="/ppt/notesSlides/notesSlide80.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76.xml" ContentType="application/vnd.openxmlformats-officedocument.presentationml.notesSlide+xml"/>
  <Override PartName="/ppt/notesSlides/notesSlide98.xml" ContentType="application/vnd.openxmlformats-officedocument.presentationml.notesSlide+xml"/>
  <Override PartName="/ppt/notesSlides/notesSlide120.xml" ContentType="application/vnd.openxmlformats-officedocument.presentationml.notesSlide+xml"/>
  <Override PartName="/ppt/notesSlides/notesSlide118.xml" ContentType="application/vnd.openxmlformats-officedocument.presentationml.notesSlide+xml"/>
  <Override PartName="/ppt/notesSlides/notesSlide44.xml" ContentType="application/vnd.openxmlformats-officedocument.presentationml.notesSlide+xml"/>
  <Override PartName="/ppt/notesSlides/notesSlide70.xml" ContentType="application/vnd.openxmlformats-officedocument.presentationml.notesSlide+xml"/>
  <Override PartName="/ppt/notesSlides/notesSlide72.xml" ContentType="application/vnd.openxmlformats-officedocument.presentationml.notesSlide+xml"/>
  <Override PartName="/ppt/notesSlides/notesSlide7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 id="366" r:id="rId120"/>
    <p:sldId id="367" r:id="rId121"/>
    <p:sldId id="368" r:id="rId122"/>
    <p:sldId id="369" r:id="rId123"/>
    <p:sldId id="370" r:id="rId124"/>
    <p:sldId id="371" r:id="rId125"/>
    <p:sldId id="372" r:id="rId126"/>
    <p:sldId id="373" r:id="rId127"/>
    <p:sldId id="374" r:id="rId128"/>
    <p:sldId id="375" r:id="rId129"/>
    <p:sldId id="376" r:id="rId130"/>
    <p:sldId id="377" r:id="rId131"/>
    <p:sldId id="378" r:id="rId132"/>
    <p:sldId id="379" r:id="rId133"/>
    <p:sldId id="380" r:id="rId134"/>
    <p:sldId id="381" r:id="rId135"/>
    <p:sldId id="382" r:id="rId136"/>
  </p:sldIdLst>
  <p:sldSz cx="10083800" cy="5670550"/>
  <p:notesSz cx="10083800" cy="567055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5" Type="http://schemas.openxmlformats.org/officeDocument/2006/relationships/slide" Target="slides/slide86.xml"/><Relationship Id="rId96" Type="http://schemas.openxmlformats.org/officeDocument/2006/relationships/slide" Target="slides/slide87.xml"/><Relationship Id="rId97" Type="http://schemas.openxmlformats.org/officeDocument/2006/relationships/slide" Target="slides/slide88.xml"/><Relationship Id="rId98" Type="http://schemas.openxmlformats.org/officeDocument/2006/relationships/slide" Target="slides/slide89.xml"/><Relationship Id="rId99" Type="http://schemas.openxmlformats.org/officeDocument/2006/relationships/slide" Target="slides/slide90.xml"/><Relationship Id="rId100" Type="http://schemas.openxmlformats.org/officeDocument/2006/relationships/slide" Target="slides/slide91.xml"/><Relationship Id="rId101" Type="http://schemas.openxmlformats.org/officeDocument/2006/relationships/slide" Target="slides/slide92.xml"/><Relationship Id="rId102" Type="http://schemas.openxmlformats.org/officeDocument/2006/relationships/slide" Target="slides/slide93.xml"/><Relationship Id="rId103" Type="http://schemas.openxmlformats.org/officeDocument/2006/relationships/slide" Target="slides/slide94.xml"/><Relationship Id="rId104" Type="http://schemas.openxmlformats.org/officeDocument/2006/relationships/slide" Target="slides/slide95.xml"/><Relationship Id="rId105" Type="http://schemas.openxmlformats.org/officeDocument/2006/relationships/slide" Target="slides/slide96.xml"/><Relationship Id="rId106" Type="http://schemas.openxmlformats.org/officeDocument/2006/relationships/slide" Target="slides/slide97.xml"/><Relationship Id="rId107" Type="http://schemas.openxmlformats.org/officeDocument/2006/relationships/slide" Target="slides/slide98.xml"/><Relationship Id="rId108" Type="http://schemas.openxmlformats.org/officeDocument/2006/relationships/slide" Target="slides/slide99.xml"/><Relationship Id="rId109" Type="http://schemas.openxmlformats.org/officeDocument/2006/relationships/slide" Target="slides/slide100.xml"/><Relationship Id="rId110" Type="http://schemas.openxmlformats.org/officeDocument/2006/relationships/slide" Target="slides/slide101.xml"/><Relationship Id="rId111" Type="http://schemas.openxmlformats.org/officeDocument/2006/relationships/slide" Target="slides/slide102.xml"/><Relationship Id="rId112" Type="http://schemas.openxmlformats.org/officeDocument/2006/relationships/slide" Target="slides/slide103.xml"/><Relationship Id="rId113" Type="http://schemas.openxmlformats.org/officeDocument/2006/relationships/slide" Target="slides/slide104.xml"/><Relationship Id="rId114" Type="http://schemas.openxmlformats.org/officeDocument/2006/relationships/slide" Target="slides/slide105.xml"/><Relationship Id="rId115" Type="http://schemas.openxmlformats.org/officeDocument/2006/relationships/slide" Target="slides/slide106.xml"/><Relationship Id="rId116" Type="http://schemas.openxmlformats.org/officeDocument/2006/relationships/slide" Target="slides/slide107.xml"/><Relationship Id="rId117" Type="http://schemas.openxmlformats.org/officeDocument/2006/relationships/slide" Target="slides/slide108.xml"/><Relationship Id="rId118" Type="http://schemas.openxmlformats.org/officeDocument/2006/relationships/slide" Target="slides/slide109.xml"/><Relationship Id="rId119" Type="http://schemas.openxmlformats.org/officeDocument/2006/relationships/slide" Target="slides/slide110.xml"/><Relationship Id="rId120" Type="http://schemas.openxmlformats.org/officeDocument/2006/relationships/slide" Target="slides/slide111.xml"/><Relationship Id="rId121" Type="http://schemas.openxmlformats.org/officeDocument/2006/relationships/slide" Target="slides/slide112.xml"/><Relationship Id="rId122" Type="http://schemas.openxmlformats.org/officeDocument/2006/relationships/slide" Target="slides/slide113.xml"/><Relationship Id="rId123" Type="http://schemas.openxmlformats.org/officeDocument/2006/relationships/slide" Target="slides/slide114.xml"/><Relationship Id="rId124" Type="http://schemas.openxmlformats.org/officeDocument/2006/relationships/slide" Target="slides/slide115.xml"/><Relationship Id="rId125" Type="http://schemas.openxmlformats.org/officeDocument/2006/relationships/slide" Target="slides/slide116.xml"/><Relationship Id="rId126" Type="http://schemas.openxmlformats.org/officeDocument/2006/relationships/slide" Target="slides/slide117.xml"/><Relationship Id="rId127" Type="http://schemas.openxmlformats.org/officeDocument/2006/relationships/slide" Target="slides/slide118.xml"/><Relationship Id="rId128" Type="http://schemas.openxmlformats.org/officeDocument/2006/relationships/slide" Target="slides/slide119.xml"/><Relationship Id="rId129" Type="http://schemas.openxmlformats.org/officeDocument/2006/relationships/slide" Target="slides/slide120.xml"/><Relationship Id="rId130" Type="http://schemas.openxmlformats.org/officeDocument/2006/relationships/slide" Target="slides/slide121.xml"/><Relationship Id="rId131" Type="http://schemas.openxmlformats.org/officeDocument/2006/relationships/slide" Target="slides/slide122.xml"/><Relationship Id="rId132" Type="http://schemas.openxmlformats.org/officeDocument/2006/relationships/slide" Target="slides/slide123.xml"/><Relationship Id="rId133" Type="http://schemas.openxmlformats.org/officeDocument/2006/relationships/slide" Target="slides/slide124.xml"/><Relationship Id="rId134" Type="http://schemas.openxmlformats.org/officeDocument/2006/relationships/slide" Target="slides/slide125.xml"/><Relationship Id="rId135" Type="http://schemas.openxmlformats.org/officeDocument/2006/relationships/slide" Target="slides/slide126.xml"/><Relationship Id="rId136" Type="http://schemas.openxmlformats.org/officeDocument/2006/relationships/slide" Target="slides/slide127.xml"/><Relationship Id="rId1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pt-BR" sz="4400" spc="-1" strike="noStrike">
                <a:solidFill>
                  <a:schemeClr val="dk1"/>
                </a:solidFill>
                <a:latin typeface="Arial"/>
              </a:rPr>
              <a:t>Clique para mover o slide</a:t>
            </a:r>
            <a:endParaRPr b="0" lang="pt-BR" sz="4400" spc="-1" strike="noStrike">
              <a:solidFill>
                <a:schemeClr val="dk1"/>
              </a:solidFill>
              <a:latin typeface="Arial"/>
            </a:endParaRPr>
          </a:p>
        </p:txBody>
      </p:sp>
      <p:sp>
        <p:nvSpPr>
          <p:cNvPr id="60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60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609" name="PlaceHolder 4"/>
          <p:cNvSpPr>
            <a:spLocks noGrp="1"/>
          </p:cNvSpPr>
          <p:nvPr>
            <p:ph type="dt" idx="20"/>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610" name="PlaceHolder 5"/>
          <p:cNvSpPr>
            <a:spLocks noGrp="1"/>
          </p:cNvSpPr>
          <p:nvPr>
            <p:ph type="ftr" idx="21"/>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611" name="PlaceHolder 6"/>
          <p:cNvSpPr>
            <a:spLocks noGrp="1"/>
          </p:cNvSpPr>
          <p:nvPr>
            <p:ph type="sldNum" idx="22"/>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48F7FC46-B28D-4E8A-8336-31FF9E9F70C7}"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6" name="PlaceHolder 1"/>
          <p:cNvSpPr>
            <a:spLocks noGrp="1"/>
          </p:cNvSpPr>
          <p:nvPr>
            <p:ph type="sldImg"/>
          </p:nvPr>
        </p:nvSpPr>
        <p:spPr>
          <a:xfrm>
            <a:off x="3151080" y="425520"/>
            <a:ext cx="3781080" cy="2125440"/>
          </a:xfrm>
          <a:prstGeom prst="rect">
            <a:avLst/>
          </a:prstGeom>
          <a:ln w="0">
            <a:noFill/>
          </a:ln>
        </p:spPr>
      </p:sp>
      <p:sp>
        <p:nvSpPr>
          <p:cNvPr id="1507"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rmAutofit/>
          </a:bodyPr>
          <a:p>
            <a:pPr marL="216000" indent="-216000">
              <a:buNone/>
            </a:pPr>
            <a:endParaRPr b="0" lang="pt-BR" sz="1800" spc="-1" strike="noStrike">
              <a:solidFill>
                <a:srgbClr val="000000"/>
              </a:solidFill>
              <a:latin typeface="Arial"/>
            </a:endParaRPr>
          </a:p>
        </p:txBody>
      </p:sp>
      <p:sp>
        <p:nvSpPr>
          <p:cNvPr id="1508" name="PlaceHolder 3"/>
          <p:cNvSpPr>
            <a:spLocks noGrp="1"/>
          </p:cNvSpPr>
          <p:nvPr>
            <p:ph type="sldNum" idx="23"/>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01961855-628B-437E-9D52-79742151D0E4}"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9" name="PlaceHolder 1"/>
          <p:cNvSpPr>
            <a:spLocks noGrp="1"/>
          </p:cNvSpPr>
          <p:nvPr>
            <p:ph type="sldImg"/>
          </p:nvPr>
        </p:nvSpPr>
        <p:spPr>
          <a:xfrm>
            <a:off x="3151080" y="425520"/>
            <a:ext cx="3781080" cy="2125440"/>
          </a:xfrm>
          <a:prstGeom prst="rect">
            <a:avLst/>
          </a:prstGeom>
          <a:ln w="0">
            <a:noFill/>
          </a:ln>
        </p:spPr>
      </p:sp>
      <p:sp>
        <p:nvSpPr>
          <p:cNvPr id="1510"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11" name="PlaceHolder 3"/>
          <p:cNvSpPr>
            <a:spLocks noGrp="1"/>
          </p:cNvSpPr>
          <p:nvPr>
            <p:ph type="sldNum" idx="24"/>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C34CAF50-76D2-436A-A7F3-CE480968CD05}"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2" name="PlaceHolder 1"/>
          <p:cNvSpPr>
            <a:spLocks noGrp="1"/>
          </p:cNvSpPr>
          <p:nvPr>
            <p:ph type="sldImg"/>
          </p:nvPr>
        </p:nvSpPr>
        <p:spPr>
          <a:xfrm>
            <a:off x="3151080" y="425520"/>
            <a:ext cx="3781080" cy="2125440"/>
          </a:xfrm>
          <a:prstGeom prst="rect">
            <a:avLst/>
          </a:prstGeom>
          <a:ln w="0">
            <a:noFill/>
          </a:ln>
        </p:spPr>
      </p:sp>
      <p:sp>
        <p:nvSpPr>
          <p:cNvPr id="1513"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14" name="PlaceHolder 3"/>
          <p:cNvSpPr>
            <a:spLocks noGrp="1"/>
          </p:cNvSpPr>
          <p:nvPr>
            <p:ph type="sldNum" idx="25"/>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ED1518E8-2382-42CA-91C0-B4EFDA9C3700}"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5" name="PlaceHolder 1"/>
          <p:cNvSpPr>
            <a:spLocks noGrp="1"/>
          </p:cNvSpPr>
          <p:nvPr>
            <p:ph type="sldImg"/>
          </p:nvPr>
        </p:nvSpPr>
        <p:spPr>
          <a:xfrm>
            <a:off x="3151080" y="425520"/>
            <a:ext cx="3781080" cy="2125440"/>
          </a:xfrm>
          <a:prstGeom prst="rect">
            <a:avLst/>
          </a:prstGeom>
          <a:ln w="0">
            <a:noFill/>
          </a:ln>
        </p:spPr>
      </p:sp>
      <p:sp>
        <p:nvSpPr>
          <p:cNvPr id="1516"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17" name="PlaceHolder 3"/>
          <p:cNvSpPr>
            <a:spLocks noGrp="1"/>
          </p:cNvSpPr>
          <p:nvPr>
            <p:ph type="sldNum" idx="26"/>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FE5DCB6B-DB5B-4C67-97E8-87613DD868B0}"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8" name="PlaceHolder 1"/>
          <p:cNvSpPr>
            <a:spLocks noGrp="1"/>
          </p:cNvSpPr>
          <p:nvPr>
            <p:ph type="sldImg"/>
          </p:nvPr>
        </p:nvSpPr>
        <p:spPr>
          <a:xfrm>
            <a:off x="3151080" y="425520"/>
            <a:ext cx="3781080" cy="2125440"/>
          </a:xfrm>
          <a:prstGeom prst="rect">
            <a:avLst/>
          </a:prstGeom>
          <a:ln w="0">
            <a:noFill/>
          </a:ln>
        </p:spPr>
      </p:sp>
      <p:sp>
        <p:nvSpPr>
          <p:cNvPr id="1519"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20" name="PlaceHolder 3"/>
          <p:cNvSpPr>
            <a:spLocks noGrp="1"/>
          </p:cNvSpPr>
          <p:nvPr>
            <p:ph type="sldNum" idx="27"/>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DAC4A7C6-CED0-48F9-BEFE-5C2C37B2F209}"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1" name="PlaceHolder 1"/>
          <p:cNvSpPr>
            <a:spLocks noGrp="1"/>
          </p:cNvSpPr>
          <p:nvPr>
            <p:ph type="sldImg"/>
          </p:nvPr>
        </p:nvSpPr>
        <p:spPr>
          <a:xfrm>
            <a:off x="3151080" y="425520"/>
            <a:ext cx="3781080" cy="2125440"/>
          </a:xfrm>
          <a:prstGeom prst="rect">
            <a:avLst/>
          </a:prstGeom>
          <a:ln w="0">
            <a:noFill/>
          </a:ln>
        </p:spPr>
      </p:sp>
      <p:sp>
        <p:nvSpPr>
          <p:cNvPr id="1522"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23" name="PlaceHolder 3"/>
          <p:cNvSpPr>
            <a:spLocks noGrp="1"/>
          </p:cNvSpPr>
          <p:nvPr>
            <p:ph type="sldNum" idx="28"/>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5A3DF697-4FC5-4236-A140-77C5C34F69FC}"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4" name="PlaceHolder 1"/>
          <p:cNvSpPr>
            <a:spLocks noGrp="1"/>
          </p:cNvSpPr>
          <p:nvPr>
            <p:ph type="sldImg"/>
          </p:nvPr>
        </p:nvSpPr>
        <p:spPr>
          <a:xfrm>
            <a:off x="3151080" y="425520"/>
            <a:ext cx="3781080" cy="2125440"/>
          </a:xfrm>
          <a:prstGeom prst="rect">
            <a:avLst/>
          </a:prstGeom>
          <a:ln w="0">
            <a:noFill/>
          </a:ln>
        </p:spPr>
      </p:sp>
      <p:sp>
        <p:nvSpPr>
          <p:cNvPr id="1525"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26" name="PlaceHolder 3"/>
          <p:cNvSpPr>
            <a:spLocks noGrp="1"/>
          </p:cNvSpPr>
          <p:nvPr>
            <p:ph type="sldNum" idx="29"/>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5B18A616-B22E-4AFF-B73D-3B5FF3BA863B}"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7" name="PlaceHolder 1"/>
          <p:cNvSpPr>
            <a:spLocks noGrp="1"/>
          </p:cNvSpPr>
          <p:nvPr>
            <p:ph type="sldImg"/>
          </p:nvPr>
        </p:nvSpPr>
        <p:spPr>
          <a:xfrm>
            <a:off x="3151080" y="425520"/>
            <a:ext cx="3781080" cy="2125440"/>
          </a:xfrm>
          <a:prstGeom prst="rect">
            <a:avLst/>
          </a:prstGeom>
          <a:ln w="0">
            <a:noFill/>
          </a:ln>
        </p:spPr>
      </p:sp>
      <p:sp>
        <p:nvSpPr>
          <p:cNvPr id="1528"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29" name="PlaceHolder 3"/>
          <p:cNvSpPr>
            <a:spLocks noGrp="1"/>
          </p:cNvSpPr>
          <p:nvPr>
            <p:ph type="sldNum" idx="30"/>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53316196-C720-47B8-AF42-FCA63E5456FB}"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0" name="PlaceHolder 1"/>
          <p:cNvSpPr>
            <a:spLocks noGrp="1"/>
          </p:cNvSpPr>
          <p:nvPr>
            <p:ph type="sldImg"/>
          </p:nvPr>
        </p:nvSpPr>
        <p:spPr>
          <a:xfrm>
            <a:off x="3151080" y="425520"/>
            <a:ext cx="3781080" cy="2125440"/>
          </a:xfrm>
          <a:prstGeom prst="rect">
            <a:avLst/>
          </a:prstGeom>
          <a:ln w="0">
            <a:noFill/>
          </a:ln>
        </p:spPr>
      </p:sp>
      <p:sp>
        <p:nvSpPr>
          <p:cNvPr id="1531"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rmAutofit/>
          </a:bodyPr>
          <a:p>
            <a:pPr marL="216000" indent="-216000">
              <a:buNone/>
            </a:pPr>
            <a:endParaRPr b="0" lang="pt-BR" sz="1800" spc="-1" strike="noStrike">
              <a:solidFill>
                <a:srgbClr val="000000"/>
              </a:solidFill>
              <a:latin typeface="Arial"/>
            </a:endParaRPr>
          </a:p>
        </p:txBody>
      </p:sp>
      <p:sp>
        <p:nvSpPr>
          <p:cNvPr id="1532" name="PlaceHolder 3"/>
          <p:cNvSpPr>
            <a:spLocks noGrp="1"/>
          </p:cNvSpPr>
          <p:nvPr>
            <p:ph type="sldNum" idx="31"/>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96C84801-F4C3-4F8D-9407-87D786EF86C9}"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3" name="PlaceHolder 1"/>
          <p:cNvSpPr>
            <a:spLocks noGrp="1"/>
          </p:cNvSpPr>
          <p:nvPr>
            <p:ph type="sldImg"/>
          </p:nvPr>
        </p:nvSpPr>
        <p:spPr>
          <a:xfrm>
            <a:off x="3151080" y="425520"/>
            <a:ext cx="3781080" cy="2125440"/>
          </a:xfrm>
          <a:prstGeom prst="rect">
            <a:avLst/>
          </a:prstGeom>
          <a:ln w="0">
            <a:noFill/>
          </a:ln>
        </p:spPr>
      </p:sp>
      <p:sp>
        <p:nvSpPr>
          <p:cNvPr id="1534"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35" name="PlaceHolder 3"/>
          <p:cNvSpPr>
            <a:spLocks noGrp="1"/>
          </p:cNvSpPr>
          <p:nvPr>
            <p:ph type="sldNum" idx="32"/>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13F685F2-AE8B-416D-BCA8-F4B41CD9AE70}"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6" name="PlaceHolder 1"/>
          <p:cNvSpPr>
            <a:spLocks noGrp="1"/>
          </p:cNvSpPr>
          <p:nvPr>
            <p:ph type="sldImg"/>
          </p:nvPr>
        </p:nvSpPr>
        <p:spPr>
          <a:xfrm>
            <a:off x="3151080" y="425520"/>
            <a:ext cx="3781080" cy="2125440"/>
          </a:xfrm>
          <a:prstGeom prst="rect">
            <a:avLst/>
          </a:prstGeom>
          <a:ln w="0">
            <a:noFill/>
          </a:ln>
        </p:spPr>
      </p:sp>
      <p:sp>
        <p:nvSpPr>
          <p:cNvPr id="1537"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38" name="PlaceHolder 3"/>
          <p:cNvSpPr>
            <a:spLocks noGrp="1"/>
          </p:cNvSpPr>
          <p:nvPr>
            <p:ph type="sldNum" idx="33"/>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4CE93C28-BF94-4ED0-AF4E-EA501D734E8D}"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9" name="PlaceHolder 1"/>
          <p:cNvSpPr>
            <a:spLocks noGrp="1"/>
          </p:cNvSpPr>
          <p:nvPr>
            <p:ph type="sldImg"/>
          </p:nvPr>
        </p:nvSpPr>
        <p:spPr>
          <a:xfrm>
            <a:off x="3151080" y="425520"/>
            <a:ext cx="3781080" cy="2125440"/>
          </a:xfrm>
          <a:prstGeom prst="rect">
            <a:avLst/>
          </a:prstGeom>
          <a:ln w="0">
            <a:noFill/>
          </a:ln>
        </p:spPr>
      </p:sp>
      <p:sp>
        <p:nvSpPr>
          <p:cNvPr id="1540"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41" name="PlaceHolder 3"/>
          <p:cNvSpPr>
            <a:spLocks noGrp="1"/>
          </p:cNvSpPr>
          <p:nvPr>
            <p:ph type="sldNum" idx="34"/>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62800D0F-97C4-47D8-A30E-8F9AAF704681}"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2" name="PlaceHolder 1"/>
          <p:cNvSpPr>
            <a:spLocks noGrp="1"/>
          </p:cNvSpPr>
          <p:nvPr>
            <p:ph type="sldImg"/>
          </p:nvPr>
        </p:nvSpPr>
        <p:spPr>
          <a:xfrm>
            <a:off x="3151080" y="425520"/>
            <a:ext cx="3781080" cy="2125440"/>
          </a:xfrm>
          <a:prstGeom prst="rect">
            <a:avLst/>
          </a:prstGeom>
          <a:ln w="0">
            <a:noFill/>
          </a:ln>
        </p:spPr>
      </p:sp>
      <p:sp>
        <p:nvSpPr>
          <p:cNvPr id="1543"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44" name="PlaceHolder 3"/>
          <p:cNvSpPr>
            <a:spLocks noGrp="1"/>
          </p:cNvSpPr>
          <p:nvPr>
            <p:ph type="sldNum" idx="35"/>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2223980D-09F6-4A50-90FF-CDBF122A8DD4}"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5" name="PlaceHolder 1"/>
          <p:cNvSpPr>
            <a:spLocks noGrp="1"/>
          </p:cNvSpPr>
          <p:nvPr>
            <p:ph type="sldImg"/>
          </p:nvPr>
        </p:nvSpPr>
        <p:spPr>
          <a:xfrm>
            <a:off x="3151080" y="425520"/>
            <a:ext cx="3781080" cy="2125440"/>
          </a:xfrm>
          <a:prstGeom prst="rect">
            <a:avLst/>
          </a:prstGeom>
          <a:ln w="0">
            <a:noFill/>
          </a:ln>
        </p:spPr>
      </p:sp>
      <p:sp>
        <p:nvSpPr>
          <p:cNvPr id="1546"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47" name="PlaceHolder 3"/>
          <p:cNvSpPr>
            <a:spLocks noGrp="1"/>
          </p:cNvSpPr>
          <p:nvPr>
            <p:ph type="sldNum" idx="36"/>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8B44E498-A2C2-4AD6-A23C-C96E65339183}"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8" name="PlaceHolder 1"/>
          <p:cNvSpPr>
            <a:spLocks noGrp="1"/>
          </p:cNvSpPr>
          <p:nvPr>
            <p:ph type="sldImg"/>
          </p:nvPr>
        </p:nvSpPr>
        <p:spPr>
          <a:xfrm>
            <a:off x="3151080" y="425520"/>
            <a:ext cx="3781080" cy="2125440"/>
          </a:xfrm>
          <a:prstGeom prst="rect">
            <a:avLst/>
          </a:prstGeom>
          <a:ln w="0">
            <a:noFill/>
          </a:ln>
        </p:spPr>
      </p:sp>
      <p:sp>
        <p:nvSpPr>
          <p:cNvPr id="1549"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50" name="PlaceHolder 3"/>
          <p:cNvSpPr>
            <a:spLocks noGrp="1"/>
          </p:cNvSpPr>
          <p:nvPr>
            <p:ph type="sldNum" idx="37"/>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F392B6DF-6636-42D1-95C3-BF765EFB03DD}"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1" name="PlaceHolder 1"/>
          <p:cNvSpPr>
            <a:spLocks noGrp="1"/>
          </p:cNvSpPr>
          <p:nvPr>
            <p:ph type="sldImg"/>
          </p:nvPr>
        </p:nvSpPr>
        <p:spPr>
          <a:xfrm>
            <a:off x="3151080" y="425520"/>
            <a:ext cx="3781080" cy="2125440"/>
          </a:xfrm>
          <a:prstGeom prst="rect">
            <a:avLst/>
          </a:prstGeom>
          <a:ln w="0">
            <a:noFill/>
          </a:ln>
        </p:spPr>
      </p:sp>
      <p:sp>
        <p:nvSpPr>
          <p:cNvPr id="1552"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rmAutofit/>
          </a:bodyPr>
          <a:p>
            <a:pPr marL="216000" indent="-216000">
              <a:buNone/>
            </a:pPr>
            <a:endParaRPr b="0" lang="pt-BR" sz="1800" spc="-1" strike="noStrike">
              <a:solidFill>
                <a:srgbClr val="000000"/>
              </a:solidFill>
              <a:latin typeface="Arial"/>
            </a:endParaRPr>
          </a:p>
        </p:txBody>
      </p:sp>
      <p:sp>
        <p:nvSpPr>
          <p:cNvPr id="1553" name="PlaceHolder 3"/>
          <p:cNvSpPr>
            <a:spLocks noGrp="1"/>
          </p:cNvSpPr>
          <p:nvPr>
            <p:ph type="sldNum" idx="38"/>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FC943D3A-B6C7-4E86-B738-F4573449EE75}"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4" name="PlaceHolder 1"/>
          <p:cNvSpPr>
            <a:spLocks noGrp="1"/>
          </p:cNvSpPr>
          <p:nvPr>
            <p:ph type="sldImg"/>
          </p:nvPr>
        </p:nvSpPr>
        <p:spPr>
          <a:xfrm>
            <a:off x="3151080" y="425520"/>
            <a:ext cx="3781080" cy="2125440"/>
          </a:xfrm>
          <a:prstGeom prst="rect">
            <a:avLst/>
          </a:prstGeom>
          <a:ln w="0">
            <a:noFill/>
          </a:ln>
        </p:spPr>
      </p:sp>
      <p:sp>
        <p:nvSpPr>
          <p:cNvPr id="1555"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56" name="PlaceHolder 3"/>
          <p:cNvSpPr>
            <a:spLocks noGrp="1"/>
          </p:cNvSpPr>
          <p:nvPr>
            <p:ph type="sldNum" idx="39"/>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961434FD-B40C-4123-A091-F73A84EC3C9A}"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7" name="PlaceHolder 1"/>
          <p:cNvSpPr>
            <a:spLocks noGrp="1"/>
          </p:cNvSpPr>
          <p:nvPr>
            <p:ph type="sldImg"/>
          </p:nvPr>
        </p:nvSpPr>
        <p:spPr>
          <a:xfrm>
            <a:off x="3151080" y="425520"/>
            <a:ext cx="3781080" cy="2125440"/>
          </a:xfrm>
          <a:prstGeom prst="rect">
            <a:avLst/>
          </a:prstGeom>
          <a:ln w="0">
            <a:noFill/>
          </a:ln>
        </p:spPr>
      </p:sp>
      <p:sp>
        <p:nvSpPr>
          <p:cNvPr id="1558"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59" name="PlaceHolder 3"/>
          <p:cNvSpPr>
            <a:spLocks noGrp="1"/>
          </p:cNvSpPr>
          <p:nvPr>
            <p:ph type="sldNum" idx="40"/>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CFADB5E7-596E-46D9-9051-75EDCBF906DE}"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0" name="PlaceHolder 1"/>
          <p:cNvSpPr>
            <a:spLocks noGrp="1"/>
          </p:cNvSpPr>
          <p:nvPr>
            <p:ph type="sldImg"/>
          </p:nvPr>
        </p:nvSpPr>
        <p:spPr>
          <a:xfrm>
            <a:off x="3151080" y="425520"/>
            <a:ext cx="3781080" cy="2125440"/>
          </a:xfrm>
          <a:prstGeom prst="rect">
            <a:avLst/>
          </a:prstGeom>
          <a:ln w="0">
            <a:noFill/>
          </a:ln>
        </p:spPr>
      </p:sp>
      <p:sp>
        <p:nvSpPr>
          <p:cNvPr id="1561"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62" name="PlaceHolder 3"/>
          <p:cNvSpPr>
            <a:spLocks noGrp="1"/>
          </p:cNvSpPr>
          <p:nvPr>
            <p:ph type="sldNum" idx="41"/>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4B00958E-6285-4394-8AD7-C6C22C9E3205}"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3" name="PlaceHolder 1"/>
          <p:cNvSpPr>
            <a:spLocks noGrp="1"/>
          </p:cNvSpPr>
          <p:nvPr>
            <p:ph type="sldImg"/>
          </p:nvPr>
        </p:nvSpPr>
        <p:spPr>
          <a:xfrm>
            <a:off x="3151080" y="425520"/>
            <a:ext cx="3781080" cy="2125440"/>
          </a:xfrm>
          <a:prstGeom prst="rect">
            <a:avLst/>
          </a:prstGeom>
          <a:ln w="0">
            <a:noFill/>
          </a:ln>
        </p:spPr>
      </p:sp>
      <p:sp>
        <p:nvSpPr>
          <p:cNvPr id="1564"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65" name="PlaceHolder 3"/>
          <p:cNvSpPr>
            <a:spLocks noGrp="1"/>
          </p:cNvSpPr>
          <p:nvPr>
            <p:ph type="sldNum" idx="42"/>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9F288B09-4C14-409B-9A03-B85128C892EC}"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6" name="PlaceHolder 1"/>
          <p:cNvSpPr>
            <a:spLocks noGrp="1"/>
          </p:cNvSpPr>
          <p:nvPr>
            <p:ph type="sldImg"/>
          </p:nvPr>
        </p:nvSpPr>
        <p:spPr>
          <a:xfrm>
            <a:off x="3151080" y="425520"/>
            <a:ext cx="3781080" cy="2125440"/>
          </a:xfrm>
          <a:prstGeom prst="rect">
            <a:avLst/>
          </a:prstGeom>
          <a:ln w="0">
            <a:noFill/>
          </a:ln>
        </p:spPr>
      </p:sp>
      <p:sp>
        <p:nvSpPr>
          <p:cNvPr id="1567"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68" name="PlaceHolder 3"/>
          <p:cNvSpPr>
            <a:spLocks noGrp="1"/>
          </p:cNvSpPr>
          <p:nvPr>
            <p:ph type="sldNum" idx="43"/>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A87EE9D6-2BAF-49BD-918C-B5D67137971B}"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9" name="PlaceHolder 1"/>
          <p:cNvSpPr>
            <a:spLocks noGrp="1"/>
          </p:cNvSpPr>
          <p:nvPr>
            <p:ph type="sldImg"/>
          </p:nvPr>
        </p:nvSpPr>
        <p:spPr>
          <a:xfrm>
            <a:off x="3151080" y="425520"/>
            <a:ext cx="3781080" cy="2125440"/>
          </a:xfrm>
          <a:prstGeom prst="rect">
            <a:avLst/>
          </a:prstGeom>
          <a:ln w="0">
            <a:noFill/>
          </a:ln>
        </p:spPr>
      </p:sp>
      <p:sp>
        <p:nvSpPr>
          <p:cNvPr id="1570"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71" name="PlaceHolder 3"/>
          <p:cNvSpPr>
            <a:spLocks noGrp="1"/>
          </p:cNvSpPr>
          <p:nvPr>
            <p:ph type="sldNum" idx="44"/>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B46DA7E4-168C-4C52-93E3-97E12BC75A06}"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2" name="PlaceHolder 1"/>
          <p:cNvSpPr>
            <a:spLocks noGrp="1"/>
          </p:cNvSpPr>
          <p:nvPr>
            <p:ph type="sldImg"/>
          </p:nvPr>
        </p:nvSpPr>
        <p:spPr>
          <a:xfrm>
            <a:off x="3151080" y="425520"/>
            <a:ext cx="3781080" cy="2125440"/>
          </a:xfrm>
          <a:prstGeom prst="rect">
            <a:avLst/>
          </a:prstGeom>
          <a:ln w="0">
            <a:noFill/>
          </a:ln>
        </p:spPr>
      </p:sp>
      <p:sp>
        <p:nvSpPr>
          <p:cNvPr id="1573"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rmAutofit/>
          </a:bodyPr>
          <a:p>
            <a:pPr marL="216000" indent="-216000">
              <a:buNone/>
            </a:pPr>
            <a:endParaRPr b="0" lang="pt-BR" sz="1800" spc="-1" strike="noStrike">
              <a:solidFill>
                <a:srgbClr val="000000"/>
              </a:solidFill>
              <a:latin typeface="Arial"/>
            </a:endParaRPr>
          </a:p>
        </p:txBody>
      </p:sp>
      <p:sp>
        <p:nvSpPr>
          <p:cNvPr id="1574" name="PlaceHolder 3"/>
          <p:cNvSpPr>
            <a:spLocks noGrp="1"/>
          </p:cNvSpPr>
          <p:nvPr>
            <p:ph type="sldNum" idx="45"/>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0575AD51-17F4-4CB0-9DE8-1F92C61E5562}"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5" name="PlaceHolder 1"/>
          <p:cNvSpPr>
            <a:spLocks noGrp="1"/>
          </p:cNvSpPr>
          <p:nvPr>
            <p:ph type="sldImg"/>
          </p:nvPr>
        </p:nvSpPr>
        <p:spPr>
          <a:xfrm>
            <a:off x="3151080" y="425520"/>
            <a:ext cx="3781080" cy="2125440"/>
          </a:xfrm>
          <a:prstGeom prst="rect">
            <a:avLst/>
          </a:prstGeom>
          <a:ln w="0">
            <a:noFill/>
          </a:ln>
        </p:spPr>
      </p:sp>
      <p:sp>
        <p:nvSpPr>
          <p:cNvPr id="1576"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77" name="PlaceHolder 3"/>
          <p:cNvSpPr>
            <a:spLocks noGrp="1"/>
          </p:cNvSpPr>
          <p:nvPr>
            <p:ph type="sldNum" idx="46"/>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30B3BE3D-A1EA-49F9-8E32-E4E7011B3550}"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8" name="PlaceHolder 1"/>
          <p:cNvSpPr>
            <a:spLocks noGrp="1"/>
          </p:cNvSpPr>
          <p:nvPr>
            <p:ph type="sldImg"/>
          </p:nvPr>
        </p:nvSpPr>
        <p:spPr>
          <a:xfrm>
            <a:off x="3151080" y="425520"/>
            <a:ext cx="3781080" cy="2125440"/>
          </a:xfrm>
          <a:prstGeom prst="rect">
            <a:avLst/>
          </a:prstGeom>
          <a:ln w="0">
            <a:noFill/>
          </a:ln>
        </p:spPr>
      </p:sp>
      <p:sp>
        <p:nvSpPr>
          <p:cNvPr id="1579"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80" name="PlaceHolder 3"/>
          <p:cNvSpPr>
            <a:spLocks noGrp="1"/>
          </p:cNvSpPr>
          <p:nvPr>
            <p:ph type="sldNum" idx="47"/>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CCAC0797-E347-4342-987D-9927229BF8A1}"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1" name="PlaceHolder 1"/>
          <p:cNvSpPr>
            <a:spLocks noGrp="1"/>
          </p:cNvSpPr>
          <p:nvPr>
            <p:ph type="sldImg"/>
          </p:nvPr>
        </p:nvSpPr>
        <p:spPr>
          <a:xfrm>
            <a:off x="3151080" y="425520"/>
            <a:ext cx="3781080" cy="2125440"/>
          </a:xfrm>
          <a:prstGeom prst="rect">
            <a:avLst/>
          </a:prstGeom>
          <a:ln w="0">
            <a:noFill/>
          </a:ln>
        </p:spPr>
      </p:sp>
      <p:sp>
        <p:nvSpPr>
          <p:cNvPr id="1582"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83" name="PlaceHolder 3"/>
          <p:cNvSpPr>
            <a:spLocks noGrp="1"/>
          </p:cNvSpPr>
          <p:nvPr>
            <p:ph type="sldNum" idx="48"/>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62FA3299-13CD-434F-8C7B-667EC517EFDB}"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4" name="PlaceHolder 1"/>
          <p:cNvSpPr>
            <a:spLocks noGrp="1"/>
          </p:cNvSpPr>
          <p:nvPr>
            <p:ph type="sldImg"/>
          </p:nvPr>
        </p:nvSpPr>
        <p:spPr>
          <a:xfrm>
            <a:off x="3151080" y="425520"/>
            <a:ext cx="3781080" cy="2125440"/>
          </a:xfrm>
          <a:prstGeom prst="rect">
            <a:avLst/>
          </a:prstGeom>
          <a:ln w="0">
            <a:noFill/>
          </a:ln>
        </p:spPr>
      </p:sp>
      <p:sp>
        <p:nvSpPr>
          <p:cNvPr id="1585"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86" name="PlaceHolder 3"/>
          <p:cNvSpPr>
            <a:spLocks noGrp="1"/>
          </p:cNvSpPr>
          <p:nvPr>
            <p:ph type="sldNum" idx="49"/>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6769066A-C1B6-4D35-AAAD-76C9BEA00F12}"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7" name="PlaceHolder 1"/>
          <p:cNvSpPr>
            <a:spLocks noGrp="1"/>
          </p:cNvSpPr>
          <p:nvPr>
            <p:ph type="sldImg"/>
          </p:nvPr>
        </p:nvSpPr>
        <p:spPr>
          <a:xfrm>
            <a:off x="3151080" y="425520"/>
            <a:ext cx="3781080" cy="2125440"/>
          </a:xfrm>
          <a:prstGeom prst="rect">
            <a:avLst/>
          </a:prstGeom>
          <a:ln w="0">
            <a:noFill/>
          </a:ln>
        </p:spPr>
      </p:sp>
      <p:sp>
        <p:nvSpPr>
          <p:cNvPr id="1588"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Autofit/>
          </a:bodyPr>
          <a:p>
            <a:pPr marL="216000" indent="-216000">
              <a:buNone/>
            </a:pPr>
            <a:endParaRPr b="0" lang="pt-BR" sz="1800" spc="-1" strike="noStrike">
              <a:solidFill>
                <a:srgbClr val="000000"/>
              </a:solidFill>
              <a:latin typeface="Arial"/>
            </a:endParaRPr>
          </a:p>
        </p:txBody>
      </p:sp>
      <p:sp>
        <p:nvSpPr>
          <p:cNvPr id="1589" name="PlaceHolder 3"/>
          <p:cNvSpPr>
            <a:spLocks noGrp="1"/>
          </p:cNvSpPr>
          <p:nvPr>
            <p:ph type="sldNum" idx="50"/>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3071B8FC-DB20-465B-9730-39310C2F23DF}"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0" name="PlaceHolder 1"/>
          <p:cNvSpPr>
            <a:spLocks noGrp="1"/>
          </p:cNvSpPr>
          <p:nvPr>
            <p:ph type="sldImg"/>
          </p:nvPr>
        </p:nvSpPr>
        <p:spPr>
          <a:xfrm>
            <a:off x="3151080" y="425520"/>
            <a:ext cx="3781080" cy="2125440"/>
          </a:xfrm>
          <a:prstGeom prst="rect">
            <a:avLst/>
          </a:prstGeom>
          <a:ln w="0">
            <a:noFill/>
          </a:ln>
        </p:spPr>
      </p:sp>
      <p:sp>
        <p:nvSpPr>
          <p:cNvPr id="1591" name="PlaceHolder 2"/>
          <p:cNvSpPr>
            <a:spLocks noGrp="1"/>
          </p:cNvSpPr>
          <p:nvPr>
            <p:ph type="body"/>
          </p:nvPr>
        </p:nvSpPr>
        <p:spPr>
          <a:xfrm>
            <a:off x="1008000" y="2693880"/>
            <a:ext cx="8067240" cy="2550600"/>
          </a:xfrm>
          <a:prstGeom prst="rect">
            <a:avLst/>
          </a:prstGeom>
          <a:noFill/>
          <a:ln w="0">
            <a:noFill/>
          </a:ln>
        </p:spPr>
        <p:txBody>
          <a:bodyPr lIns="91440" rIns="91440" tIns="45720" bIns="45720" anchor="t">
            <a:normAutofit/>
          </a:bodyPr>
          <a:p>
            <a:pPr marL="216000" indent="-216000">
              <a:buNone/>
            </a:pPr>
            <a:endParaRPr b="0" lang="pt-BR" sz="1800" spc="-1" strike="noStrike">
              <a:solidFill>
                <a:srgbClr val="000000"/>
              </a:solidFill>
              <a:latin typeface="Arial"/>
            </a:endParaRPr>
          </a:p>
        </p:txBody>
      </p:sp>
      <p:sp>
        <p:nvSpPr>
          <p:cNvPr id="1592" name="PlaceHolder 3"/>
          <p:cNvSpPr>
            <a:spLocks noGrp="1"/>
          </p:cNvSpPr>
          <p:nvPr>
            <p:ph type="sldNum" idx="51"/>
          </p:nvPr>
        </p:nvSpPr>
        <p:spPr>
          <a:xfrm>
            <a:off x="5711760" y="5386320"/>
            <a:ext cx="4370040" cy="282240"/>
          </a:xfrm>
          <a:prstGeom prst="rect">
            <a:avLst/>
          </a:prstGeom>
          <a:noFill/>
          <a:ln w="0">
            <a:noFill/>
          </a:ln>
        </p:spPr>
        <p:txBody>
          <a:bodyPr lIns="91440" rIns="91440" tIns="45720" bIns="45720" anchor="b">
            <a:noAutofit/>
          </a:bodyPr>
          <a:lstStyle>
            <a:lvl1pPr indent="0" algn="r">
              <a:lnSpc>
                <a:spcPct val="100000"/>
              </a:lnSpc>
              <a:buNone/>
              <a:defRPr b="0" lang="pt-BR" sz="1200" spc="-1" strike="noStrike">
                <a:solidFill>
                  <a:schemeClr val="dk1"/>
                </a:solidFill>
                <a:latin typeface="Arial"/>
                <a:ea typeface="+mn-ea"/>
              </a:defRPr>
            </a:lvl1pPr>
          </a:lstStyle>
          <a:p>
            <a:pPr indent="0" algn="r">
              <a:lnSpc>
                <a:spcPct val="100000"/>
              </a:lnSpc>
              <a:buNone/>
            </a:pPr>
            <a:fld id="{66EDA734-8FDD-4801-8C31-E4C7079880A7}" type="slidenum">
              <a:rPr b="0" lang="pt-BR" sz="1200" spc="-1" strike="noStrike">
                <a:solidFill>
                  <a:schemeClr val="dk1"/>
                </a:solidFill>
                <a:latin typeface="Arial"/>
                <a:ea typeface="+mn-ea"/>
              </a:rPr>
              <a:t>&lt;número&gt;</a:t>
            </a:fld>
            <a:endParaRPr b="0" lang="pt-BR"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endParaRPr b="0" lang="pt-BR" sz="4400" spc="-1" strike="noStrike">
              <a:solidFill>
                <a:schemeClr val="dk1"/>
              </a:solidFill>
              <a:latin typeface="Arial"/>
            </a:endParaRPr>
          </a:p>
        </p:txBody>
      </p:sp>
      <p:sp>
        <p:nvSpPr>
          <p:cNvPr id="86" name="PlaceHolder 2"/>
          <p:cNvSpPr>
            <a:spLocks noGrp="1"/>
          </p:cNvSpPr>
          <p:nvPr>
            <p:ph/>
          </p:nvPr>
        </p:nvSpPr>
        <p:spPr>
          <a:xfrm>
            <a:off x="504000" y="1326600"/>
            <a:ext cx="9074880" cy="3288600"/>
          </a:xfrm>
          <a:prstGeom prst="rect">
            <a:avLst/>
          </a:prstGeom>
          <a:noFill/>
          <a:ln w="0">
            <a:noFill/>
          </a:ln>
        </p:spPr>
        <p:txBody>
          <a:bodyPr lIns="0" rIns="0" tIns="0" bIns="0" anchor="t">
            <a:normAutofit/>
          </a:bodyPr>
          <a:p>
            <a:pPr indent="0">
              <a:spcBef>
                <a:spcPts val="1417"/>
              </a:spcBef>
              <a:buNone/>
            </a:pPr>
            <a:endParaRPr b="0" lang="pt-BR" sz="3200" spc="-1" strike="noStrike">
              <a:solidFill>
                <a:schemeClr val="dk1"/>
              </a:solidFill>
              <a:latin typeface="Calibri"/>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3"/>
          </p:nvPr>
        </p:nvSpPr>
        <p:spPr/>
        <p:txBody>
          <a:bodyPr/>
          <a:p>
            <a:fld id="{42EF8F60-5DD2-46B9-AC9B-EBFB910ADB68}" type="slidenum">
              <a:t>&lt;#&gt;</a:t>
            </a:fld>
          </a:p>
        </p:txBody>
      </p:sp>
      <p:sp>
        <p:nvSpPr>
          <p:cNvPr id="6" name="PlaceHolder 5"/>
          <p:cNvSpPr>
            <a:spLocks noGrp="1"/>
          </p:cNvSpPr>
          <p:nvPr>
            <p:ph type="dt" idx="2"/>
          </p:nvPr>
        </p:nvSpPr>
        <p:spPr/>
        <p:txBody>
          <a:bodyPr/>
          <a:p>
            <a:r>
              <a:rPr lang="pt-B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endParaRPr b="0" lang="pt-BR" sz="4400" spc="-1" strike="noStrike">
              <a:solidFill>
                <a:schemeClr val="dk1"/>
              </a:solidFill>
              <a:latin typeface="Arial"/>
            </a:endParaRPr>
          </a:p>
        </p:txBody>
      </p:sp>
      <p:sp>
        <p:nvSpPr>
          <p:cNvPr id="173" name="PlaceHolder 2"/>
          <p:cNvSpPr>
            <a:spLocks noGrp="1"/>
          </p:cNvSpPr>
          <p:nvPr>
            <p:ph/>
          </p:nvPr>
        </p:nvSpPr>
        <p:spPr>
          <a:xfrm>
            <a:off x="504000" y="1326600"/>
            <a:ext cx="9074880" cy="3288600"/>
          </a:xfrm>
          <a:prstGeom prst="rect">
            <a:avLst/>
          </a:prstGeom>
          <a:noFill/>
          <a:ln w="0">
            <a:noFill/>
          </a:ln>
        </p:spPr>
        <p:txBody>
          <a:bodyPr lIns="0" rIns="0" tIns="0" bIns="0" anchor="t">
            <a:normAutofit/>
          </a:bodyPr>
          <a:p>
            <a:pPr indent="0">
              <a:spcBef>
                <a:spcPts val="1417"/>
              </a:spcBef>
              <a:buNone/>
            </a:pPr>
            <a:endParaRPr b="0" lang="pt-BR" sz="3200" spc="-1" strike="noStrike">
              <a:solidFill>
                <a:schemeClr val="dk1"/>
              </a:solidFill>
              <a:latin typeface="Calibri"/>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6"/>
          </p:nvPr>
        </p:nvSpPr>
        <p:spPr/>
        <p:txBody>
          <a:bodyPr/>
          <a:p>
            <a:fld id="{C37A73A5-7A94-4113-A858-1BE24B245A4F}" type="slidenum">
              <a:t>&lt;#&gt;</a:t>
            </a:fld>
          </a:p>
        </p:txBody>
      </p:sp>
      <p:sp>
        <p:nvSpPr>
          <p:cNvPr id="6" name="PlaceHolder 5"/>
          <p:cNvSpPr>
            <a:spLocks noGrp="1"/>
          </p:cNvSpPr>
          <p:nvPr>
            <p:ph type="dt" idx="5"/>
          </p:nvPr>
        </p:nvSpPr>
        <p:spPr/>
        <p:txBody>
          <a:bodyPr/>
          <a:p>
            <a:r>
              <a:rPr lang="pt-B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260" name="PlaceHolder 1"/>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endParaRPr b="0" lang="pt-BR" sz="4400" spc="-1" strike="noStrike">
              <a:solidFill>
                <a:schemeClr val="dk1"/>
              </a:solidFill>
              <a:latin typeface="Arial"/>
            </a:endParaRPr>
          </a:p>
        </p:txBody>
      </p:sp>
      <p:sp>
        <p:nvSpPr>
          <p:cNvPr id="261" name="PlaceHolder 2"/>
          <p:cNvSpPr>
            <a:spLocks noGrp="1"/>
          </p:cNvSpPr>
          <p:nvPr>
            <p:ph/>
          </p:nvPr>
        </p:nvSpPr>
        <p:spPr>
          <a:xfrm>
            <a:off x="504000" y="1326600"/>
            <a:ext cx="9074880" cy="3288600"/>
          </a:xfrm>
          <a:prstGeom prst="rect">
            <a:avLst/>
          </a:prstGeom>
          <a:noFill/>
          <a:ln w="0">
            <a:noFill/>
          </a:ln>
        </p:spPr>
        <p:txBody>
          <a:bodyPr lIns="0" rIns="0" tIns="0" bIns="0" anchor="t">
            <a:normAutofit/>
          </a:bodyPr>
          <a:p>
            <a:pPr indent="0">
              <a:spcBef>
                <a:spcPts val="1417"/>
              </a:spcBef>
              <a:buNone/>
            </a:pPr>
            <a:endParaRPr b="0" lang="pt-BR" sz="3200" spc="-1" strike="noStrike">
              <a:solidFill>
                <a:schemeClr val="dk1"/>
              </a:solidFill>
              <a:latin typeface="Calibri"/>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9"/>
          </p:nvPr>
        </p:nvSpPr>
        <p:spPr/>
        <p:txBody>
          <a:bodyPr/>
          <a:p>
            <a:fld id="{D9EC03C1-AD8B-4D28-B645-F530B8B22F9A}" type="slidenum">
              <a:t>&lt;#&gt;</a:t>
            </a:fld>
          </a:p>
        </p:txBody>
      </p:sp>
      <p:sp>
        <p:nvSpPr>
          <p:cNvPr id="6" name="PlaceHolder 5"/>
          <p:cNvSpPr>
            <a:spLocks noGrp="1"/>
          </p:cNvSpPr>
          <p:nvPr>
            <p:ph type="dt" idx="8"/>
          </p:nvPr>
        </p:nvSpPr>
        <p:spPr/>
        <p:txBody>
          <a:bodyPr/>
          <a:p>
            <a:r>
              <a:rPr lang="pt-B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347" name="PlaceHolder 1"/>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endParaRPr b="0" lang="pt-BR" sz="4400" spc="-1" strike="noStrike">
              <a:solidFill>
                <a:schemeClr val="dk1"/>
              </a:solidFill>
              <a:latin typeface="Arial"/>
            </a:endParaRPr>
          </a:p>
        </p:txBody>
      </p:sp>
      <p:sp>
        <p:nvSpPr>
          <p:cNvPr id="348" name="PlaceHolder 2"/>
          <p:cNvSpPr>
            <a:spLocks noGrp="1"/>
          </p:cNvSpPr>
          <p:nvPr>
            <p:ph/>
          </p:nvPr>
        </p:nvSpPr>
        <p:spPr>
          <a:xfrm>
            <a:off x="504000" y="1326600"/>
            <a:ext cx="9074880" cy="3288600"/>
          </a:xfrm>
          <a:prstGeom prst="rect">
            <a:avLst/>
          </a:prstGeom>
          <a:noFill/>
          <a:ln w="0">
            <a:noFill/>
          </a:ln>
        </p:spPr>
        <p:txBody>
          <a:bodyPr lIns="0" rIns="0" tIns="0" bIns="0" anchor="t">
            <a:normAutofit/>
          </a:bodyPr>
          <a:p>
            <a:pPr indent="0">
              <a:spcBef>
                <a:spcPts val="1417"/>
              </a:spcBef>
              <a:buNone/>
            </a:pPr>
            <a:endParaRPr b="0" lang="pt-BR" sz="3200" spc="-1" strike="noStrike">
              <a:solidFill>
                <a:schemeClr val="dk1"/>
              </a:solidFill>
              <a:latin typeface="Calibri"/>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2"/>
          </p:nvPr>
        </p:nvSpPr>
        <p:spPr/>
        <p:txBody>
          <a:bodyPr/>
          <a:p>
            <a:fld id="{F75BA726-832C-4CA9-8E34-5C2596C10115}" type="slidenum">
              <a:t>&lt;#&gt;</a:t>
            </a:fld>
          </a:p>
        </p:txBody>
      </p:sp>
      <p:sp>
        <p:nvSpPr>
          <p:cNvPr id="6" name="PlaceHolder 5"/>
          <p:cNvSpPr>
            <a:spLocks noGrp="1"/>
          </p:cNvSpPr>
          <p:nvPr>
            <p:ph type="dt" idx="11"/>
          </p:nvPr>
        </p:nvSpPr>
        <p:spPr/>
        <p:txBody>
          <a:bodyPr/>
          <a:p>
            <a:r>
              <a:rPr lang="pt-B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434" name="PlaceHolder 1"/>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endParaRPr b="0" lang="pt-BR" sz="4400" spc="-1" strike="noStrike">
              <a:solidFill>
                <a:schemeClr val="dk1"/>
              </a:solidFill>
              <a:latin typeface="Arial"/>
            </a:endParaRPr>
          </a:p>
        </p:txBody>
      </p:sp>
      <p:sp>
        <p:nvSpPr>
          <p:cNvPr id="435" name="PlaceHolder 2"/>
          <p:cNvSpPr>
            <a:spLocks noGrp="1"/>
          </p:cNvSpPr>
          <p:nvPr>
            <p:ph/>
          </p:nvPr>
        </p:nvSpPr>
        <p:spPr>
          <a:xfrm>
            <a:off x="504000" y="1326600"/>
            <a:ext cx="9074880" cy="3288600"/>
          </a:xfrm>
          <a:prstGeom prst="rect">
            <a:avLst/>
          </a:prstGeom>
          <a:noFill/>
          <a:ln w="0">
            <a:noFill/>
          </a:ln>
        </p:spPr>
        <p:txBody>
          <a:bodyPr lIns="0" rIns="0" tIns="0" bIns="0" anchor="t">
            <a:normAutofit/>
          </a:bodyPr>
          <a:p>
            <a:pPr indent="0">
              <a:spcBef>
                <a:spcPts val="1417"/>
              </a:spcBef>
              <a:buNone/>
            </a:pPr>
            <a:endParaRPr b="0" lang="pt-BR" sz="3200" spc="-1" strike="noStrike">
              <a:solidFill>
                <a:schemeClr val="dk1"/>
              </a:solidFill>
              <a:latin typeface="Calibri"/>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5"/>
          </p:nvPr>
        </p:nvSpPr>
        <p:spPr/>
        <p:txBody>
          <a:bodyPr/>
          <a:p>
            <a:fld id="{BDB5493F-9763-4AF1-8BE3-D50069E9B179}" type="slidenum">
              <a:t>&lt;#&gt;</a:t>
            </a:fld>
          </a:p>
        </p:txBody>
      </p:sp>
      <p:sp>
        <p:nvSpPr>
          <p:cNvPr id="6" name="PlaceHolder 5"/>
          <p:cNvSpPr>
            <a:spLocks noGrp="1"/>
          </p:cNvSpPr>
          <p:nvPr>
            <p:ph type="dt" idx="14"/>
          </p:nvPr>
        </p:nvSpPr>
        <p:spPr/>
        <p:txBody>
          <a:bodyPr/>
          <a:p>
            <a:r>
              <a:rPr lang="pt-B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m branco">
    <p:spTree>
      <p:nvGrpSpPr>
        <p:cNvPr id="1" name=""/>
        <p:cNvGrpSpPr/>
        <p:nvPr/>
      </p:nvGrpSpPr>
      <p:grpSpPr>
        <a:xfrm>
          <a:off x="0" y="0"/>
          <a:ext cx="0" cy="0"/>
          <a:chOff x="0" y="0"/>
          <a:chExt cx="0" cy="0"/>
        </a:xfrm>
      </p:grpSpPr>
      <p:sp>
        <p:nvSpPr>
          <p:cNvPr id="2" name="PlaceHolder 1"/>
          <p:cNvSpPr>
            <a:spLocks noGrp="1"/>
          </p:cNvSpPr>
          <p:nvPr>
            <p:ph type="sldNum" idx="16"/>
          </p:nvPr>
        </p:nvSpPr>
        <p:spPr/>
        <p:txBody>
          <a:bodyPr/>
          <a:p>
            <a:fld id="{844CC28B-9343-4E19-B471-BB58A9AF4AB3}"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lide de título">
    <p:spTree>
      <p:nvGrpSpPr>
        <p:cNvPr id="1" name=""/>
        <p:cNvGrpSpPr/>
        <p:nvPr/>
      </p:nvGrpSpPr>
      <p:grpSpPr>
        <a:xfrm>
          <a:off x="0" y="0"/>
          <a:ext cx="0" cy="0"/>
          <a:chOff x="0" y="0"/>
          <a:chExt cx="0" cy="0"/>
        </a:xfrm>
      </p:grpSpPr>
      <p:sp>
        <p:nvSpPr>
          <p:cNvPr id="604" name="PlaceHolder 1"/>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endParaRPr b="0" lang="pt-BR" sz="4400" spc="-1" strike="noStrike">
              <a:solidFill>
                <a:schemeClr val="dk1"/>
              </a:solidFill>
              <a:latin typeface="Arial"/>
            </a:endParaRPr>
          </a:p>
        </p:txBody>
      </p:sp>
      <p:sp>
        <p:nvSpPr>
          <p:cNvPr id="605" name="PlaceHolder 2"/>
          <p:cNvSpPr>
            <a:spLocks noGrp="1"/>
          </p:cNvSpPr>
          <p:nvPr>
            <p:ph type="subTitle"/>
          </p:nvPr>
        </p:nvSpPr>
        <p:spPr>
          <a:xfrm>
            <a:off x="504000" y="1326600"/>
            <a:ext cx="9074880" cy="328860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
        <p:nvSpPr>
          <p:cNvPr id="4" name="PlaceHolder 3"/>
          <p:cNvSpPr>
            <a:spLocks noGrp="1"/>
          </p:cNvSpPr>
          <p:nvPr>
            <p:ph type="ftr" idx="18"/>
          </p:nvPr>
        </p:nvSpPr>
        <p:spPr/>
        <p:txBody>
          <a:bodyPr/>
          <a:p>
            <a:r>
              <a:t>Footer</a:t>
            </a:r>
          </a:p>
        </p:txBody>
      </p:sp>
      <p:sp>
        <p:nvSpPr>
          <p:cNvPr id="5" name="PlaceHolder 4"/>
          <p:cNvSpPr>
            <a:spLocks noGrp="1"/>
          </p:cNvSpPr>
          <p:nvPr>
            <p:ph type="sldNum" idx="19"/>
          </p:nvPr>
        </p:nvSpPr>
        <p:spPr/>
        <p:txBody>
          <a:bodyPr/>
          <a:p>
            <a:fld id="{02B029E3-CFEC-4CB3-80E4-B2E2A8015ECF}" type="slidenum">
              <a:t>&lt;#&gt;</a:t>
            </a:fld>
          </a:p>
        </p:txBody>
      </p:sp>
      <p:sp>
        <p:nvSpPr>
          <p:cNvPr id="6" name="PlaceHolder 5"/>
          <p:cNvSpPr>
            <a:spLocks noGrp="1"/>
          </p:cNvSpPr>
          <p:nvPr>
            <p:ph type="dt" idx="17"/>
          </p:nvPr>
        </p:nvSpPr>
        <p:spPr/>
        <p:txBody>
          <a:bodyPr/>
          <a:p>
            <a:r>
              <a:rPr lang="pt-B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bg object 16"/>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10080002" y="0"/>
                </a:moveTo>
                <a:lnTo>
                  <a:pt x="0" y="0"/>
                </a:lnTo>
                <a:lnTo>
                  <a:pt x="0" y="720001"/>
                </a:lnTo>
                <a:lnTo>
                  <a:pt x="5039995" y="720001"/>
                </a:lnTo>
                <a:lnTo>
                  <a:pt x="10080002" y="720001"/>
                </a:lnTo>
                <a:lnTo>
                  <a:pt x="10080002" y="0"/>
                </a:lnTo>
                <a:close/>
              </a:path>
            </a:pathLst>
          </a:custGeom>
          <a:solidFill>
            <a:srgbClr val="18186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 name="bg object 17"/>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5039995" y="720001"/>
                </a:moveTo>
                <a:lnTo>
                  <a:pt x="0" y="720001"/>
                </a:lnTo>
                <a:lnTo>
                  <a:pt x="0" y="0"/>
                </a:lnTo>
                <a:lnTo>
                  <a:pt x="10080002" y="0"/>
                </a:lnTo>
                <a:lnTo>
                  <a:pt x="10080002" y="720001"/>
                </a:lnTo>
                <a:lnTo>
                  <a:pt x="5039995" y="720001"/>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 name="bg object 18"/>
          <p:cNvSpPr/>
          <p:nvPr/>
        </p:nvSpPr>
        <p:spPr>
          <a:xfrm>
            <a:off x="0" y="1170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803"/>
                </a:lnTo>
                <a:lnTo>
                  <a:pt x="10080713" y="1803"/>
                </a:lnTo>
                <a:lnTo>
                  <a:pt x="10080713" y="0"/>
                </a:lnTo>
                <a:close/>
              </a:path>
            </a:pathLst>
          </a:custGeom>
          <a:solidFill>
            <a:srgbClr val="86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 name="bg object 19"/>
          <p:cNvSpPr/>
          <p:nvPr/>
        </p:nvSpPr>
        <p:spPr>
          <a:xfrm>
            <a:off x="0" y="1168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7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 name="bg object 20"/>
          <p:cNvSpPr/>
          <p:nvPr/>
        </p:nvSpPr>
        <p:spPr>
          <a:xfrm>
            <a:off x="0" y="1166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9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 name="bg object 21"/>
          <p:cNvSpPr/>
          <p:nvPr/>
        </p:nvSpPr>
        <p:spPr>
          <a:xfrm>
            <a:off x="0" y="1163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a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 name="bg object 22"/>
          <p:cNvSpPr/>
          <p:nvPr/>
        </p:nvSpPr>
        <p:spPr>
          <a:xfrm>
            <a:off x="0" y="1162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ccf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 name="bg object 23"/>
          <p:cNvSpPr/>
          <p:nvPr/>
        </p:nvSpPr>
        <p:spPr>
          <a:xfrm>
            <a:off x="0" y="1158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d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8" name="bg object 24"/>
          <p:cNvSpPr/>
          <p:nvPr/>
        </p:nvSpPr>
        <p:spPr>
          <a:xfrm>
            <a:off x="0" y="1157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f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 name="bg object 25"/>
          <p:cNvSpPr/>
          <p:nvPr/>
        </p:nvSpPr>
        <p:spPr>
          <a:xfrm>
            <a:off x="0" y="1155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1d1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 name="bg object 26"/>
          <p:cNvSpPr/>
          <p:nvPr/>
        </p:nvSpPr>
        <p:spPr>
          <a:xfrm>
            <a:off x="0" y="11523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2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 name="bg object 27"/>
          <p:cNvSpPr/>
          <p:nvPr/>
        </p:nvSpPr>
        <p:spPr>
          <a:xfrm>
            <a:off x="0" y="1150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4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 name="bg object 28"/>
          <p:cNvSpPr/>
          <p:nvPr/>
        </p:nvSpPr>
        <p:spPr>
          <a:xfrm>
            <a:off x="0" y="1149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5d3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 name="bg object 29"/>
          <p:cNvSpPr/>
          <p:nvPr/>
        </p:nvSpPr>
        <p:spPr>
          <a:xfrm>
            <a:off x="0" y="1146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97d4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 name="bg object 30"/>
          <p:cNvSpPr/>
          <p:nvPr/>
        </p:nvSpPr>
        <p:spPr>
          <a:xfrm>
            <a:off x="0" y="11444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9d4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 name="bg object 31"/>
          <p:cNvSpPr/>
          <p:nvPr/>
        </p:nvSpPr>
        <p:spPr>
          <a:xfrm>
            <a:off x="0" y="1143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ad5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6" name="bg object 32"/>
          <p:cNvSpPr/>
          <p:nvPr/>
        </p:nvSpPr>
        <p:spPr>
          <a:xfrm>
            <a:off x="0" y="1139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c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7" name="bg object 33"/>
          <p:cNvSpPr/>
          <p:nvPr/>
        </p:nvSpPr>
        <p:spPr>
          <a:xfrm>
            <a:off x="0" y="11383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d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 name="bg object 34"/>
          <p:cNvSpPr/>
          <p:nvPr/>
        </p:nvSpPr>
        <p:spPr>
          <a:xfrm>
            <a:off x="0" y="1135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f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 name="bg object 35"/>
          <p:cNvSpPr/>
          <p:nvPr/>
        </p:nvSpPr>
        <p:spPr>
          <a:xfrm>
            <a:off x="0" y="1133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0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 name="bg object 36"/>
          <p:cNvSpPr/>
          <p:nvPr/>
        </p:nvSpPr>
        <p:spPr>
          <a:xfrm>
            <a:off x="0" y="11318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2d8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 name="bg object 37"/>
          <p:cNvSpPr/>
          <p:nvPr/>
        </p:nvSpPr>
        <p:spPr>
          <a:xfrm>
            <a:off x="0" y="1128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4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 name="bg object 38"/>
          <p:cNvSpPr/>
          <p:nvPr/>
        </p:nvSpPr>
        <p:spPr>
          <a:xfrm>
            <a:off x="0" y="1127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5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 name="bg object 39"/>
          <p:cNvSpPr/>
          <p:nvPr/>
        </p:nvSpPr>
        <p:spPr>
          <a:xfrm>
            <a:off x="0" y="11253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7da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 name="bg object 40"/>
          <p:cNvSpPr/>
          <p:nvPr/>
        </p:nvSpPr>
        <p:spPr>
          <a:xfrm>
            <a:off x="0" y="11224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8db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5" name="bg object 41"/>
          <p:cNvSpPr/>
          <p:nvPr/>
        </p:nvSpPr>
        <p:spPr>
          <a:xfrm>
            <a:off x="0" y="1120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adb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 name="bg object 42"/>
          <p:cNvSpPr/>
          <p:nvPr/>
        </p:nvSpPr>
        <p:spPr>
          <a:xfrm>
            <a:off x="0" y="1119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abdc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 name="bg object 43"/>
          <p:cNvSpPr/>
          <p:nvPr/>
        </p:nvSpPr>
        <p:spPr>
          <a:xfrm>
            <a:off x="0" y="1116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d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 name="bg object 44"/>
          <p:cNvSpPr/>
          <p:nvPr/>
        </p:nvSpPr>
        <p:spPr>
          <a:xfrm>
            <a:off x="0" y="1114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f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 name="bg object 45"/>
          <p:cNvSpPr/>
          <p:nvPr/>
        </p:nvSpPr>
        <p:spPr>
          <a:xfrm>
            <a:off x="0" y="1112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0de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 name="bg object 46"/>
          <p:cNvSpPr/>
          <p:nvPr/>
        </p:nvSpPr>
        <p:spPr>
          <a:xfrm>
            <a:off x="0" y="1109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2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 name="bg object 47"/>
          <p:cNvSpPr/>
          <p:nvPr/>
        </p:nvSpPr>
        <p:spPr>
          <a:xfrm>
            <a:off x="0" y="1108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3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 name="bg object 48"/>
          <p:cNvSpPr/>
          <p:nvPr/>
        </p:nvSpPr>
        <p:spPr>
          <a:xfrm>
            <a:off x="0" y="1104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5e0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 name="bg object 49"/>
          <p:cNvSpPr/>
          <p:nvPr/>
        </p:nvSpPr>
        <p:spPr>
          <a:xfrm>
            <a:off x="0" y="1103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6e0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4" name="bg object 50"/>
          <p:cNvSpPr/>
          <p:nvPr/>
        </p:nvSpPr>
        <p:spPr>
          <a:xfrm>
            <a:off x="0" y="1101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8e1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 name="bg object 51"/>
          <p:cNvSpPr/>
          <p:nvPr/>
        </p:nvSpPr>
        <p:spPr>
          <a:xfrm>
            <a:off x="0" y="10987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a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 name="bg object 52"/>
          <p:cNvSpPr/>
          <p:nvPr/>
        </p:nvSpPr>
        <p:spPr>
          <a:xfrm>
            <a:off x="0" y="1096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b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 name="bg object 53"/>
          <p:cNvSpPr/>
          <p:nvPr/>
        </p:nvSpPr>
        <p:spPr>
          <a:xfrm>
            <a:off x="0" y="1095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de3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 name="bg object 54"/>
          <p:cNvSpPr/>
          <p:nvPr/>
        </p:nvSpPr>
        <p:spPr>
          <a:xfrm>
            <a:off x="0" y="1092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be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 name="bg object 55"/>
          <p:cNvSpPr/>
          <p:nvPr/>
        </p:nvSpPr>
        <p:spPr>
          <a:xfrm>
            <a:off x="0" y="10904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0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 name="bg object 56"/>
          <p:cNvSpPr/>
          <p:nvPr/>
        </p:nvSpPr>
        <p:spPr>
          <a:xfrm>
            <a:off x="0" y="1089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790"/>
                </a:lnTo>
                <a:lnTo>
                  <a:pt x="10080713" y="1790"/>
                </a:lnTo>
                <a:lnTo>
                  <a:pt x="10080713" y="0"/>
                </a:lnTo>
                <a:close/>
              </a:path>
            </a:pathLst>
          </a:custGeom>
          <a:solidFill>
            <a:srgbClr val="c2e5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 name="bg object 57"/>
          <p:cNvSpPr/>
          <p:nvPr/>
        </p:nvSpPr>
        <p:spPr>
          <a:xfrm>
            <a:off x="0" y="1085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3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 name="bg object 58"/>
          <p:cNvSpPr/>
          <p:nvPr/>
        </p:nvSpPr>
        <p:spPr>
          <a:xfrm>
            <a:off x="0" y="1084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5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3" name="bg object 59"/>
          <p:cNvSpPr/>
          <p:nvPr/>
        </p:nvSpPr>
        <p:spPr>
          <a:xfrm>
            <a:off x="0" y="10825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c6e7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 name="bg object 60"/>
          <p:cNvSpPr/>
          <p:nvPr/>
        </p:nvSpPr>
        <p:spPr>
          <a:xfrm>
            <a:off x="0" y="1079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8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 name="bg object 61"/>
          <p:cNvSpPr/>
          <p:nvPr/>
        </p:nvSpPr>
        <p:spPr>
          <a:xfrm>
            <a:off x="0" y="1077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9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 name="bg object 62"/>
          <p:cNvSpPr/>
          <p:nvPr/>
        </p:nvSpPr>
        <p:spPr>
          <a:xfrm>
            <a:off x="0" y="1076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ce9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 name="bg object 63"/>
          <p:cNvSpPr/>
          <p:nvPr/>
        </p:nvSpPr>
        <p:spPr>
          <a:xfrm>
            <a:off x="0" y="1073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dea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 name="bg object 64"/>
          <p:cNvSpPr/>
          <p:nvPr/>
        </p:nvSpPr>
        <p:spPr>
          <a:xfrm>
            <a:off x="0" y="1071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eea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 name="bg object 65"/>
          <p:cNvSpPr/>
          <p:nvPr/>
        </p:nvSpPr>
        <p:spPr>
          <a:xfrm>
            <a:off x="0" y="1069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0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 name="bg object 66"/>
          <p:cNvSpPr/>
          <p:nvPr/>
        </p:nvSpPr>
        <p:spPr>
          <a:xfrm>
            <a:off x="0" y="1066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1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1" name="bg object 67"/>
          <p:cNvSpPr/>
          <p:nvPr/>
        </p:nvSpPr>
        <p:spPr>
          <a:xfrm>
            <a:off x="0" y="1065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3ec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 name="bg object 68"/>
          <p:cNvSpPr/>
          <p:nvPr/>
        </p:nvSpPr>
        <p:spPr>
          <a:xfrm>
            <a:off x="0" y="1062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4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 name="bg object 69"/>
          <p:cNvSpPr/>
          <p:nvPr/>
        </p:nvSpPr>
        <p:spPr>
          <a:xfrm>
            <a:off x="0" y="10605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6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 name="bg object 70"/>
          <p:cNvSpPr/>
          <p:nvPr/>
        </p:nvSpPr>
        <p:spPr>
          <a:xfrm>
            <a:off x="0" y="1058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8ee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 name="bg object 71"/>
          <p:cNvSpPr/>
          <p:nvPr/>
        </p:nvSpPr>
        <p:spPr>
          <a:xfrm>
            <a:off x="0" y="1055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9ef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 name="bg object 72"/>
          <p:cNvSpPr/>
          <p:nvPr/>
        </p:nvSpPr>
        <p:spPr>
          <a:xfrm>
            <a:off x="0" y="1054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dbef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 name="bg object 73"/>
          <p:cNvSpPr/>
          <p:nvPr/>
        </p:nvSpPr>
        <p:spPr>
          <a:xfrm>
            <a:off x="0" y="10526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cf0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 name="bg object 74"/>
          <p:cNvSpPr/>
          <p:nvPr/>
        </p:nvSpPr>
        <p:spPr>
          <a:xfrm>
            <a:off x="0" y="1049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ef1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 name="bg object 75"/>
          <p:cNvSpPr/>
          <p:nvPr/>
        </p:nvSpPr>
        <p:spPr>
          <a:xfrm>
            <a:off x="0" y="1047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0f1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0" name="bg object 76"/>
          <p:cNvSpPr/>
          <p:nvPr/>
        </p:nvSpPr>
        <p:spPr>
          <a:xfrm>
            <a:off x="0" y="10461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1f2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1" name="bg object 77"/>
          <p:cNvSpPr/>
          <p:nvPr/>
        </p:nvSpPr>
        <p:spPr>
          <a:xfrm>
            <a:off x="0" y="1042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3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2" name="bg object 78"/>
          <p:cNvSpPr/>
          <p:nvPr/>
        </p:nvSpPr>
        <p:spPr>
          <a:xfrm>
            <a:off x="0" y="1041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4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3" name="bg object 79"/>
          <p:cNvSpPr/>
          <p:nvPr/>
        </p:nvSpPr>
        <p:spPr>
          <a:xfrm>
            <a:off x="0" y="1038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6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4" name="bg object 80"/>
          <p:cNvSpPr/>
          <p:nvPr/>
        </p:nvSpPr>
        <p:spPr>
          <a:xfrm>
            <a:off x="0" y="10368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7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5" name="bg object 81"/>
          <p:cNvSpPr/>
          <p:nvPr/>
        </p:nvSpPr>
        <p:spPr>
          <a:xfrm>
            <a:off x="0" y="1035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9f5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6" name="bg object 82"/>
          <p:cNvSpPr/>
          <p:nvPr/>
        </p:nvSpPr>
        <p:spPr>
          <a:xfrm>
            <a:off x="0" y="1031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bf6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7" name="bg object 83"/>
          <p:cNvSpPr/>
          <p:nvPr/>
        </p:nvSpPr>
        <p:spPr>
          <a:xfrm>
            <a:off x="0" y="1030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cf6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8" name="bg object 84"/>
          <p:cNvSpPr/>
          <p:nvPr/>
        </p:nvSpPr>
        <p:spPr>
          <a:xfrm>
            <a:off x="0" y="10288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eef7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69" name="bg object 85"/>
          <p:cNvSpPr/>
          <p:nvPr/>
        </p:nvSpPr>
        <p:spPr>
          <a:xfrm>
            <a:off x="0" y="1025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f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0" name="bg object 86"/>
          <p:cNvSpPr/>
          <p:nvPr/>
        </p:nvSpPr>
        <p:spPr>
          <a:xfrm>
            <a:off x="0" y="1023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1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1" name="bg object 87"/>
          <p:cNvSpPr/>
          <p:nvPr/>
        </p:nvSpPr>
        <p:spPr>
          <a:xfrm>
            <a:off x="0" y="1022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2f9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2" name="bg object 88"/>
          <p:cNvSpPr/>
          <p:nvPr/>
        </p:nvSpPr>
        <p:spPr>
          <a:xfrm>
            <a:off x="0" y="1019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4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3" name="bg object 89"/>
          <p:cNvSpPr/>
          <p:nvPr/>
        </p:nvSpPr>
        <p:spPr>
          <a:xfrm>
            <a:off x="0" y="1017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6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4" name="bg object 90"/>
          <p:cNvSpPr/>
          <p:nvPr/>
        </p:nvSpPr>
        <p:spPr>
          <a:xfrm>
            <a:off x="0" y="1015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7fb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5" name="bg object 91"/>
          <p:cNvSpPr/>
          <p:nvPr/>
        </p:nvSpPr>
        <p:spPr>
          <a:xfrm>
            <a:off x="0" y="1012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9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6" name="bg object 92"/>
          <p:cNvSpPr/>
          <p:nvPr/>
        </p:nvSpPr>
        <p:spPr>
          <a:xfrm>
            <a:off x="0" y="1011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a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7" name="bg object 93"/>
          <p:cNvSpPr/>
          <p:nvPr/>
        </p:nvSpPr>
        <p:spPr>
          <a:xfrm>
            <a:off x="0" y="1008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cfd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78" name="bg object 94"/>
          <p:cNvSpPr/>
          <p:nvPr/>
        </p:nvSpPr>
        <p:spPr>
          <a:xfrm>
            <a:off x="0" y="1008000"/>
            <a:ext cx="10080360" cy="164880"/>
          </a:xfrm>
          <a:custGeom>
            <a:avLst/>
            <a:gdLst>
              <a:gd name="textAreaLeft" fmla="*/ 0 w 10080360"/>
              <a:gd name="textAreaRight" fmla="*/ 10080720 w 10080360"/>
              <a:gd name="textAreaTop" fmla="*/ 0 h 164880"/>
              <a:gd name="textAreaBottom" fmla="*/ 165240 h 164880"/>
            </a:gdLst>
            <a:ahLst/>
            <a:rect l="textAreaLeft" t="textAreaTop" r="textAreaRight" b="textAreaBottom"/>
            <a:pathLst>
              <a:path w="10080625" h="165100">
                <a:moveTo>
                  <a:pt x="5039995" y="164515"/>
                </a:moveTo>
                <a:lnTo>
                  <a:pt x="0" y="164515"/>
                </a:lnTo>
                <a:lnTo>
                  <a:pt x="0" y="0"/>
                </a:lnTo>
                <a:lnTo>
                  <a:pt x="10080002" y="0"/>
                </a:lnTo>
                <a:lnTo>
                  <a:pt x="10080002" y="164515"/>
                </a:lnTo>
                <a:lnTo>
                  <a:pt x="5039995" y="164515"/>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pic>
        <p:nvPicPr>
          <p:cNvPr id="79" name="bg object 95" descr=""/>
          <p:cNvPicPr/>
          <p:nvPr/>
        </p:nvPicPr>
        <p:blipFill>
          <a:blip r:embed="rId2"/>
          <a:stretch/>
        </p:blipFill>
        <p:spPr>
          <a:xfrm>
            <a:off x="216000" y="106200"/>
            <a:ext cx="720360" cy="1218960"/>
          </a:xfrm>
          <a:prstGeom prst="rect">
            <a:avLst/>
          </a:prstGeom>
          <a:ln w="9525">
            <a:noFill/>
          </a:ln>
        </p:spPr>
      </p:pic>
      <p:sp>
        <p:nvSpPr>
          <p:cNvPr id="80" name="PlaceHolder 1"/>
          <p:cNvSpPr>
            <a:spLocks noGrp="1"/>
          </p:cNvSpPr>
          <p:nvPr>
            <p:ph type="title"/>
          </p:nvPr>
        </p:nvSpPr>
        <p:spPr>
          <a:xfrm>
            <a:off x="771120" y="378360"/>
            <a:ext cx="8541360" cy="612360"/>
          </a:xfrm>
          <a:prstGeom prst="rect">
            <a:avLst/>
          </a:prstGeom>
          <a:noFill/>
          <a:ln w="9360">
            <a:noFill/>
          </a:ln>
        </p:spPr>
        <p:txBody>
          <a:bodyPr numCol="1" spcCol="0" lIns="0" rIns="0" tIns="0" bIns="0" anchor="t">
            <a:noAutofit/>
          </a:bodyPr>
          <a:p>
            <a:pPr indent="0">
              <a:buNone/>
            </a:pPr>
            <a:r>
              <a:rPr b="0" lang="pt-BR" sz="2000" spc="-1" strike="noStrike">
                <a:solidFill>
                  <a:schemeClr val="dk1"/>
                </a:solidFill>
                <a:latin typeface="Arial"/>
              </a:rPr>
              <a:t>Clique para editar o formato do texto do título</a:t>
            </a:r>
            <a:endParaRPr b="0" lang="pt-BR" sz="2000" spc="-1" strike="noStrike">
              <a:solidFill>
                <a:schemeClr val="dk1"/>
              </a:solidFill>
              <a:latin typeface="Arial"/>
            </a:endParaRPr>
          </a:p>
        </p:txBody>
      </p:sp>
      <p:sp>
        <p:nvSpPr>
          <p:cNvPr id="81" name="PlaceHolder 2"/>
          <p:cNvSpPr>
            <a:spLocks noGrp="1"/>
          </p:cNvSpPr>
          <p:nvPr>
            <p:ph type="ftr" idx="1"/>
          </p:nvPr>
        </p:nvSpPr>
        <p:spPr>
          <a:xfrm>
            <a:off x="3429000" y="5273640"/>
            <a:ext cx="3225600" cy="283680"/>
          </a:xfrm>
          <a:prstGeom prst="rect">
            <a:avLst/>
          </a:prstGeom>
          <a:noFill/>
          <a:ln w="0">
            <a:noFill/>
          </a:ln>
        </p:spPr>
        <p:txBody>
          <a:bodyPr lIns="0" rIns="0" tIns="0" bIns="0" anchor="t">
            <a:noAutofit/>
          </a:bodyPr>
          <a:lstStyle>
            <a:lvl1pPr indent="0" algn="ctr">
              <a:buNone/>
              <a:defRPr b="0" lang="pt-BR" sz="1400" spc="-1" strike="noStrike">
                <a:solidFill>
                  <a:srgbClr val="000000"/>
                </a:solidFill>
                <a:latin typeface="Times New Roman"/>
              </a:defRPr>
            </a:lvl1pPr>
          </a:lstStyle>
          <a:p>
            <a:pPr indent="0" algn="ctr">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82" name="PlaceHolder 3"/>
          <p:cNvSpPr>
            <a:spLocks noGrp="1"/>
          </p:cNvSpPr>
          <p:nvPr>
            <p:ph type="dt" idx="2"/>
          </p:nvPr>
        </p:nvSpPr>
        <p:spPr>
          <a:xfrm>
            <a:off x="504720" y="5273640"/>
            <a:ext cx="2319120" cy="283680"/>
          </a:xfrm>
          <a:prstGeom prst="rect">
            <a:avLst/>
          </a:prstGeom>
          <a:noFill/>
          <a:ln w="0">
            <a:noFill/>
          </a:ln>
        </p:spPr>
        <p:txBody>
          <a:bodyPr lIns="0" rIns="0" tIns="0" bIns="0" anchor="t">
            <a:noAutofit/>
          </a:bodyPr>
          <a:lstStyle>
            <a:lvl1pPr indent="0">
              <a:lnSpc>
                <a:spcPct val="100000"/>
              </a:lnSpc>
              <a:buNone/>
              <a:defRPr b="0" lang="en-US" sz="1400" spc="-1" strike="noStrike">
                <a:solidFill>
                  <a:schemeClr val="dk1">
                    <a:tint val="75000"/>
                  </a:schemeClr>
                </a:solidFill>
                <a:latin typeface="Calibri"/>
              </a:defRPr>
            </a:lvl1pPr>
          </a:lstStyle>
          <a:p>
            <a:pPr indent="0">
              <a:lnSpc>
                <a:spcPct val="100000"/>
              </a:lnSpc>
              <a:buNone/>
            </a:pPr>
            <a:r>
              <a:rPr b="0" lang="en-US" sz="1400" spc="-1" strike="noStrike">
                <a:solidFill>
                  <a:schemeClr val="dk1">
                    <a:tint val="75000"/>
                  </a:schemeClr>
                </a:solidFill>
                <a:latin typeface="Calibri"/>
              </a:rPr>
              <a:t>&lt;data/hora&gt;</a:t>
            </a:r>
            <a:endParaRPr b="0" lang="pt-BR" sz="1400" spc="-1" strike="noStrike">
              <a:solidFill>
                <a:srgbClr val="000000"/>
              </a:solidFill>
              <a:latin typeface="Times New Roman"/>
            </a:endParaRPr>
          </a:p>
        </p:txBody>
      </p:sp>
      <p:sp>
        <p:nvSpPr>
          <p:cNvPr id="83" name="PlaceHolder 4"/>
          <p:cNvSpPr>
            <a:spLocks noGrp="1"/>
          </p:cNvSpPr>
          <p:nvPr>
            <p:ph type="sldNum" idx="3"/>
          </p:nvPr>
        </p:nvSpPr>
        <p:spPr>
          <a:xfrm>
            <a:off x="7259760" y="5273640"/>
            <a:ext cx="2319120" cy="283680"/>
          </a:xfrm>
          <a:prstGeom prst="rect">
            <a:avLst/>
          </a:prstGeom>
          <a:noFill/>
          <a:ln w="0">
            <a:noFill/>
          </a:ln>
        </p:spPr>
        <p:txBody>
          <a:bodyPr lIns="0" rIns="0" tIns="0" bIns="0" anchor="t">
            <a:noAutofit/>
          </a:bodyPr>
          <a:lstStyle>
            <a:lvl1pPr indent="0" algn="r">
              <a:lnSpc>
                <a:spcPct val="100000"/>
              </a:lnSpc>
              <a:buNone/>
              <a:defRPr b="0" lang="pt-BR" sz="1400" spc="-1" strike="noStrike">
                <a:solidFill>
                  <a:schemeClr val="dk1">
                    <a:tint val="75000"/>
                  </a:schemeClr>
                </a:solidFill>
                <a:latin typeface="Calibri"/>
              </a:defRPr>
            </a:lvl1pPr>
          </a:lstStyle>
          <a:p>
            <a:pPr indent="0" algn="r">
              <a:lnSpc>
                <a:spcPct val="100000"/>
              </a:lnSpc>
              <a:buNone/>
            </a:pPr>
            <a:fld id="{79832A03-1203-4C44-A791-B4C253AD3A61}" type="slidenum">
              <a:rPr b="0" lang="pt-BR" sz="1400" spc="-1" strike="noStrike">
                <a:solidFill>
                  <a:schemeClr val="dk1">
                    <a:tint val="75000"/>
                  </a:schemeClr>
                </a:solidFill>
                <a:latin typeface="Calibri"/>
              </a:rPr>
              <a:t>&lt;número&gt;</a:t>
            </a:fld>
            <a:endParaRPr b="0" lang="pt-BR" sz="1400" spc="-1" strike="noStrike">
              <a:solidFill>
                <a:srgbClr val="000000"/>
              </a:solidFill>
              <a:latin typeface="Times New Roman"/>
            </a:endParaRPr>
          </a:p>
        </p:txBody>
      </p:sp>
      <p:sp>
        <p:nvSpPr>
          <p:cNvPr id="84" name="PlaceHolder 5"/>
          <p:cNvSpPr>
            <a:spLocks noGrp="1"/>
          </p:cNvSpPr>
          <p:nvPr>
            <p:ph type="body"/>
          </p:nvPr>
        </p:nvSpPr>
        <p:spPr>
          <a:xfrm>
            <a:off x="504000" y="1326600"/>
            <a:ext cx="907488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Calibri"/>
              </a:rPr>
              <a:t>Clique para editar o formato de texto dos tópicos</a:t>
            </a:r>
            <a:endParaRPr b="0" lang="pt-B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Calibri"/>
              </a:rPr>
              <a:t>2.º nível de tópicos</a:t>
            </a:r>
            <a:endParaRPr b="0" lang="pt-BR"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Calibri"/>
              </a:rPr>
              <a:t>3.º nível de tópicos</a:t>
            </a:r>
            <a:endParaRPr b="0" lang="pt-BR"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Calibri"/>
              </a:rPr>
              <a:t>4.º nível de tópicos</a:t>
            </a:r>
            <a:endParaRPr b="0" lang="pt-BR"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Calibri"/>
              </a:rPr>
              <a:t>5.º nível de tópicos</a:t>
            </a:r>
            <a:endParaRPr b="0" lang="pt-BR"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Calibri"/>
              </a:rPr>
              <a:t>6.º nível de tópicos</a:t>
            </a:r>
            <a:endParaRPr b="0" lang="pt-BR"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Calibri"/>
              </a:rPr>
              <a:t>7.º nível de tópicos</a:t>
            </a:r>
            <a:endParaRPr b="0" lang="pt-BR"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7" name="bg object 16"/>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10080002" y="0"/>
                </a:moveTo>
                <a:lnTo>
                  <a:pt x="0" y="0"/>
                </a:lnTo>
                <a:lnTo>
                  <a:pt x="0" y="720001"/>
                </a:lnTo>
                <a:lnTo>
                  <a:pt x="5039995" y="720001"/>
                </a:lnTo>
                <a:lnTo>
                  <a:pt x="10080002" y="720001"/>
                </a:lnTo>
                <a:lnTo>
                  <a:pt x="10080002" y="0"/>
                </a:lnTo>
                <a:close/>
              </a:path>
            </a:pathLst>
          </a:custGeom>
          <a:solidFill>
            <a:srgbClr val="18186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88" name="bg object 17"/>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5039995" y="720001"/>
                </a:moveTo>
                <a:lnTo>
                  <a:pt x="0" y="720001"/>
                </a:lnTo>
                <a:lnTo>
                  <a:pt x="0" y="0"/>
                </a:lnTo>
                <a:lnTo>
                  <a:pt x="10080002" y="0"/>
                </a:lnTo>
                <a:lnTo>
                  <a:pt x="10080002" y="720001"/>
                </a:lnTo>
                <a:lnTo>
                  <a:pt x="5039995" y="720001"/>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89" name="bg object 18"/>
          <p:cNvSpPr/>
          <p:nvPr/>
        </p:nvSpPr>
        <p:spPr>
          <a:xfrm>
            <a:off x="0" y="1170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803"/>
                </a:lnTo>
                <a:lnTo>
                  <a:pt x="10080713" y="1803"/>
                </a:lnTo>
                <a:lnTo>
                  <a:pt x="10080713" y="0"/>
                </a:lnTo>
                <a:close/>
              </a:path>
            </a:pathLst>
          </a:custGeom>
          <a:solidFill>
            <a:srgbClr val="86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0" name="bg object 19"/>
          <p:cNvSpPr/>
          <p:nvPr/>
        </p:nvSpPr>
        <p:spPr>
          <a:xfrm>
            <a:off x="0" y="1168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7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1" name="bg object 20"/>
          <p:cNvSpPr/>
          <p:nvPr/>
        </p:nvSpPr>
        <p:spPr>
          <a:xfrm>
            <a:off x="0" y="1166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9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2" name="bg object 21"/>
          <p:cNvSpPr/>
          <p:nvPr/>
        </p:nvSpPr>
        <p:spPr>
          <a:xfrm>
            <a:off x="0" y="1163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a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3" name="bg object 22"/>
          <p:cNvSpPr/>
          <p:nvPr/>
        </p:nvSpPr>
        <p:spPr>
          <a:xfrm>
            <a:off x="0" y="1162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ccf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4" name="bg object 23"/>
          <p:cNvSpPr/>
          <p:nvPr/>
        </p:nvSpPr>
        <p:spPr>
          <a:xfrm>
            <a:off x="0" y="1158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d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5" name="bg object 24"/>
          <p:cNvSpPr/>
          <p:nvPr/>
        </p:nvSpPr>
        <p:spPr>
          <a:xfrm>
            <a:off x="0" y="1157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f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6" name="bg object 25"/>
          <p:cNvSpPr/>
          <p:nvPr/>
        </p:nvSpPr>
        <p:spPr>
          <a:xfrm>
            <a:off x="0" y="1155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1d1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7" name="bg object 26"/>
          <p:cNvSpPr/>
          <p:nvPr/>
        </p:nvSpPr>
        <p:spPr>
          <a:xfrm>
            <a:off x="0" y="11523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2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8" name="bg object 27"/>
          <p:cNvSpPr/>
          <p:nvPr/>
        </p:nvSpPr>
        <p:spPr>
          <a:xfrm>
            <a:off x="0" y="1150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4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99" name="bg object 28"/>
          <p:cNvSpPr/>
          <p:nvPr/>
        </p:nvSpPr>
        <p:spPr>
          <a:xfrm>
            <a:off x="0" y="1149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5d3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0" name="bg object 29"/>
          <p:cNvSpPr/>
          <p:nvPr/>
        </p:nvSpPr>
        <p:spPr>
          <a:xfrm>
            <a:off x="0" y="1146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97d4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1" name="bg object 30"/>
          <p:cNvSpPr/>
          <p:nvPr/>
        </p:nvSpPr>
        <p:spPr>
          <a:xfrm>
            <a:off x="0" y="11444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9d4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2" name="bg object 31"/>
          <p:cNvSpPr/>
          <p:nvPr/>
        </p:nvSpPr>
        <p:spPr>
          <a:xfrm>
            <a:off x="0" y="1143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ad5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3" name="bg object 32"/>
          <p:cNvSpPr/>
          <p:nvPr/>
        </p:nvSpPr>
        <p:spPr>
          <a:xfrm>
            <a:off x="0" y="1139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c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4" name="bg object 33"/>
          <p:cNvSpPr/>
          <p:nvPr/>
        </p:nvSpPr>
        <p:spPr>
          <a:xfrm>
            <a:off x="0" y="11383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d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5" name="bg object 34"/>
          <p:cNvSpPr/>
          <p:nvPr/>
        </p:nvSpPr>
        <p:spPr>
          <a:xfrm>
            <a:off x="0" y="1135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f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6" name="bg object 35"/>
          <p:cNvSpPr/>
          <p:nvPr/>
        </p:nvSpPr>
        <p:spPr>
          <a:xfrm>
            <a:off x="0" y="1133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0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7" name="bg object 36"/>
          <p:cNvSpPr/>
          <p:nvPr/>
        </p:nvSpPr>
        <p:spPr>
          <a:xfrm>
            <a:off x="0" y="11318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2d8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8" name="bg object 37"/>
          <p:cNvSpPr/>
          <p:nvPr/>
        </p:nvSpPr>
        <p:spPr>
          <a:xfrm>
            <a:off x="0" y="1128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4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09" name="bg object 38"/>
          <p:cNvSpPr/>
          <p:nvPr/>
        </p:nvSpPr>
        <p:spPr>
          <a:xfrm>
            <a:off x="0" y="1127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5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0" name="bg object 39"/>
          <p:cNvSpPr/>
          <p:nvPr/>
        </p:nvSpPr>
        <p:spPr>
          <a:xfrm>
            <a:off x="0" y="11253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7da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1" name="bg object 40"/>
          <p:cNvSpPr/>
          <p:nvPr/>
        </p:nvSpPr>
        <p:spPr>
          <a:xfrm>
            <a:off x="0" y="11224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8db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2" name="bg object 41"/>
          <p:cNvSpPr/>
          <p:nvPr/>
        </p:nvSpPr>
        <p:spPr>
          <a:xfrm>
            <a:off x="0" y="1120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adb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3" name="bg object 42"/>
          <p:cNvSpPr/>
          <p:nvPr/>
        </p:nvSpPr>
        <p:spPr>
          <a:xfrm>
            <a:off x="0" y="1119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abdc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4" name="bg object 43"/>
          <p:cNvSpPr/>
          <p:nvPr/>
        </p:nvSpPr>
        <p:spPr>
          <a:xfrm>
            <a:off x="0" y="1116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d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5" name="bg object 44"/>
          <p:cNvSpPr/>
          <p:nvPr/>
        </p:nvSpPr>
        <p:spPr>
          <a:xfrm>
            <a:off x="0" y="1114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f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6" name="bg object 45"/>
          <p:cNvSpPr/>
          <p:nvPr/>
        </p:nvSpPr>
        <p:spPr>
          <a:xfrm>
            <a:off x="0" y="1112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0de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7" name="bg object 46"/>
          <p:cNvSpPr/>
          <p:nvPr/>
        </p:nvSpPr>
        <p:spPr>
          <a:xfrm>
            <a:off x="0" y="1109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2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8" name="bg object 47"/>
          <p:cNvSpPr/>
          <p:nvPr/>
        </p:nvSpPr>
        <p:spPr>
          <a:xfrm>
            <a:off x="0" y="1108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3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19" name="bg object 48"/>
          <p:cNvSpPr/>
          <p:nvPr/>
        </p:nvSpPr>
        <p:spPr>
          <a:xfrm>
            <a:off x="0" y="1104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5e0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0" name="bg object 49"/>
          <p:cNvSpPr/>
          <p:nvPr/>
        </p:nvSpPr>
        <p:spPr>
          <a:xfrm>
            <a:off x="0" y="1103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6e0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1" name="bg object 50"/>
          <p:cNvSpPr/>
          <p:nvPr/>
        </p:nvSpPr>
        <p:spPr>
          <a:xfrm>
            <a:off x="0" y="1101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8e1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2" name="bg object 51"/>
          <p:cNvSpPr/>
          <p:nvPr/>
        </p:nvSpPr>
        <p:spPr>
          <a:xfrm>
            <a:off x="0" y="10987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a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3" name="bg object 52"/>
          <p:cNvSpPr/>
          <p:nvPr/>
        </p:nvSpPr>
        <p:spPr>
          <a:xfrm>
            <a:off x="0" y="1096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b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4" name="bg object 53"/>
          <p:cNvSpPr/>
          <p:nvPr/>
        </p:nvSpPr>
        <p:spPr>
          <a:xfrm>
            <a:off x="0" y="1095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de3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5" name="bg object 54"/>
          <p:cNvSpPr/>
          <p:nvPr/>
        </p:nvSpPr>
        <p:spPr>
          <a:xfrm>
            <a:off x="0" y="1092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be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6" name="bg object 55"/>
          <p:cNvSpPr/>
          <p:nvPr/>
        </p:nvSpPr>
        <p:spPr>
          <a:xfrm>
            <a:off x="0" y="10904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0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7" name="bg object 56"/>
          <p:cNvSpPr/>
          <p:nvPr/>
        </p:nvSpPr>
        <p:spPr>
          <a:xfrm>
            <a:off x="0" y="1089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790"/>
                </a:lnTo>
                <a:lnTo>
                  <a:pt x="10080713" y="1790"/>
                </a:lnTo>
                <a:lnTo>
                  <a:pt x="10080713" y="0"/>
                </a:lnTo>
                <a:close/>
              </a:path>
            </a:pathLst>
          </a:custGeom>
          <a:solidFill>
            <a:srgbClr val="c2e5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8" name="bg object 57"/>
          <p:cNvSpPr/>
          <p:nvPr/>
        </p:nvSpPr>
        <p:spPr>
          <a:xfrm>
            <a:off x="0" y="1085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3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29" name="bg object 58"/>
          <p:cNvSpPr/>
          <p:nvPr/>
        </p:nvSpPr>
        <p:spPr>
          <a:xfrm>
            <a:off x="0" y="1084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5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0" name="bg object 59"/>
          <p:cNvSpPr/>
          <p:nvPr/>
        </p:nvSpPr>
        <p:spPr>
          <a:xfrm>
            <a:off x="0" y="10825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c6e7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1" name="bg object 60"/>
          <p:cNvSpPr/>
          <p:nvPr/>
        </p:nvSpPr>
        <p:spPr>
          <a:xfrm>
            <a:off x="0" y="1079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8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2" name="bg object 61"/>
          <p:cNvSpPr/>
          <p:nvPr/>
        </p:nvSpPr>
        <p:spPr>
          <a:xfrm>
            <a:off x="0" y="1077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9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3" name="bg object 62"/>
          <p:cNvSpPr/>
          <p:nvPr/>
        </p:nvSpPr>
        <p:spPr>
          <a:xfrm>
            <a:off x="0" y="1076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ce9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4" name="bg object 63"/>
          <p:cNvSpPr/>
          <p:nvPr/>
        </p:nvSpPr>
        <p:spPr>
          <a:xfrm>
            <a:off x="0" y="1073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dea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5" name="bg object 64"/>
          <p:cNvSpPr/>
          <p:nvPr/>
        </p:nvSpPr>
        <p:spPr>
          <a:xfrm>
            <a:off x="0" y="1071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eea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6" name="bg object 65"/>
          <p:cNvSpPr/>
          <p:nvPr/>
        </p:nvSpPr>
        <p:spPr>
          <a:xfrm>
            <a:off x="0" y="1069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0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7" name="bg object 66"/>
          <p:cNvSpPr/>
          <p:nvPr/>
        </p:nvSpPr>
        <p:spPr>
          <a:xfrm>
            <a:off x="0" y="1066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1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8" name="bg object 67"/>
          <p:cNvSpPr/>
          <p:nvPr/>
        </p:nvSpPr>
        <p:spPr>
          <a:xfrm>
            <a:off x="0" y="1065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3ec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39" name="bg object 68"/>
          <p:cNvSpPr/>
          <p:nvPr/>
        </p:nvSpPr>
        <p:spPr>
          <a:xfrm>
            <a:off x="0" y="1062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4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0" name="bg object 69"/>
          <p:cNvSpPr/>
          <p:nvPr/>
        </p:nvSpPr>
        <p:spPr>
          <a:xfrm>
            <a:off x="0" y="10605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6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1" name="bg object 70"/>
          <p:cNvSpPr/>
          <p:nvPr/>
        </p:nvSpPr>
        <p:spPr>
          <a:xfrm>
            <a:off x="0" y="1058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8ee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2" name="bg object 71"/>
          <p:cNvSpPr/>
          <p:nvPr/>
        </p:nvSpPr>
        <p:spPr>
          <a:xfrm>
            <a:off x="0" y="1055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9ef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3" name="bg object 72"/>
          <p:cNvSpPr/>
          <p:nvPr/>
        </p:nvSpPr>
        <p:spPr>
          <a:xfrm>
            <a:off x="0" y="1054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dbef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4" name="bg object 73"/>
          <p:cNvSpPr/>
          <p:nvPr/>
        </p:nvSpPr>
        <p:spPr>
          <a:xfrm>
            <a:off x="0" y="10526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cf0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5" name="bg object 74"/>
          <p:cNvSpPr/>
          <p:nvPr/>
        </p:nvSpPr>
        <p:spPr>
          <a:xfrm>
            <a:off x="0" y="1049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ef1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6" name="bg object 75"/>
          <p:cNvSpPr/>
          <p:nvPr/>
        </p:nvSpPr>
        <p:spPr>
          <a:xfrm>
            <a:off x="0" y="1047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0f1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7" name="bg object 76"/>
          <p:cNvSpPr/>
          <p:nvPr/>
        </p:nvSpPr>
        <p:spPr>
          <a:xfrm>
            <a:off x="0" y="10461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1f2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8" name="bg object 77"/>
          <p:cNvSpPr/>
          <p:nvPr/>
        </p:nvSpPr>
        <p:spPr>
          <a:xfrm>
            <a:off x="0" y="1042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3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49" name="bg object 78"/>
          <p:cNvSpPr/>
          <p:nvPr/>
        </p:nvSpPr>
        <p:spPr>
          <a:xfrm>
            <a:off x="0" y="1041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4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0" name="bg object 79"/>
          <p:cNvSpPr/>
          <p:nvPr/>
        </p:nvSpPr>
        <p:spPr>
          <a:xfrm>
            <a:off x="0" y="1038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6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1" name="bg object 80"/>
          <p:cNvSpPr/>
          <p:nvPr/>
        </p:nvSpPr>
        <p:spPr>
          <a:xfrm>
            <a:off x="0" y="10368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7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2" name="bg object 81"/>
          <p:cNvSpPr/>
          <p:nvPr/>
        </p:nvSpPr>
        <p:spPr>
          <a:xfrm>
            <a:off x="0" y="1035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9f5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3" name="bg object 82"/>
          <p:cNvSpPr/>
          <p:nvPr/>
        </p:nvSpPr>
        <p:spPr>
          <a:xfrm>
            <a:off x="0" y="1031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bf6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4" name="bg object 83"/>
          <p:cNvSpPr/>
          <p:nvPr/>
        </p:nvSpPr>
        <p:spPr>
          <a:xfrm>
            <a:off x="0" y="1030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cf6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5" name="bg object 84"/>
          <p:cNvSpPr/>
          <p:nvPr/>
        </p:nvSpPr>
        <p:spPr>
          <a:xfrm>
            <a:off x="0" y="10288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eef7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6" name="bg object 85"/>
          <p:cNvSpPr/>
          <p:nvPr/>
        </p:nvSpPr>
        <p:spPr>
          <a:xfrm>
            <a:off x="0" y="1025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f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7" name="bg object 86"/>
          <p:cNvSpPr/>
          <p:nvPr/>
        </p:nvSpPr>
        <p:spPr>
          <a:xfrm>
            <a:off x="0" y="1023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1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8" name="bg object 87"/>
          <p:cNvSpPr/>
          <p:nvPr/>
        </p:nvSpPr>
        <p:spPr>
          <a:xfrm>
            <a:off x="0" y="1022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2f9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59" name="bg object 88"/>
          <p:cNvSpPr/>
          <p:nvPr/>
        </p:nvSpPr>
        <p:spPr>
          <a:xfrm>
            <a:off x="0" y="1019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4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60" name="bg object 89"/>
          <p:cNvSpPr/>
          <p:nvPr/>
        </p:nvSpPr>
        <p:spPr>
          <a:xfrm>
            <a:off x="0" y="1017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6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61" name="bg object 90"/>
          <p:cNvSpPr/>
          <p:nvPr/>
        </p:nvSpPr>
        <p:spPr>
          <a:xfrm>
            <a:off x="0" y="1015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7fb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62" name="bg object 91"/>
          <p:cNvSpPr/>
          <p:nvPr/>
        </p:nvSpPr>
        <p:spPr>
          <a:xfrm>
            <a:off x="0" y="1012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9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63" name="bg object 92"/>
          <p:cNvSpPr/>
          <p:nvPr/>
        </p:nvSpPr>
        <p:spPr>
          <a:xfrm>
            <a:off x="0" y="1011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a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64" name="bg object 93"/>
          <p:cNvSpPr/>
          <p:nvPr/>
        </p:nvSpPr>
        <p:spPr>
          <a:xfrm>
            <a:off x="0" y="1008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cfd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65" name="bg object 94"/>
          <p:cNvSpPr/>
          <p:nvPr/>
        </p:nvSpPr>
        <p:spPr>
          <a:xfrm>
            <a:off x="0" y="1008000"/>
            <a:ext cx="10080360" cy="164880"/>
          </a:xfrm>
          <a:custGeom>
            <a:avLst/>
            <a:gdLst>
              <a:gd name="textAreaLeft" fmla="*/ 0 w 10080360"/>
              <a:gd name="textAreaRight" fmla="*/ 10080720 w 10080360"/>
              <a:gd name="textAreaTop" fmla="*/ 0 h 164880"/>
              <a:gd name="textAreaBottom" fmla="*/ 165240 h 164880"/>
            </a:gdLst>
            <a:ahLst/>
            <a:rect l="textAreaLeft" t="textAreaTop" r="textAreaRight" b="textAreaBottom"/>
            <a:pathLst>
              <a:path w="10080625" h="165100">
                <a:moveTo>
                  <a:pt x="5039995" y="164515"/>
                </a:moveTo>
                <a:lnTo>
                  <a:pt x="0" y="164515"/>
                </a:lnTo>
                <a:lnTo>
                  <a:pt x="0" y="0"/>
                </a:lnTo>
                <a:lnTo>
                  <a:pt x="10080002" y="0"/>
                </a:lnTo>
                <a:lnTo>
                  <a:pt x="10080002" y="164515"/>
                </a:lnTo>
                <a:lnTo>
                  <a:pt x="5039995" y="164515"/>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pic>
        <p:nvPicPr>
          <p:cNvPr id="166" name="bg object 95" descr=""/>
          <p:cNvPicPr/>
          <p:nvPr/>
        </p:nvPicPr>
        <p:blipFill>
          <a:blip r:embed="rId2"/>
          <a:stretch/>
        </p:blipFill>
        <p:spPr>
          <a:xfrm>
            <a:off x="216000" y="106200"/>
            <a:ext cx="720360" cy="1218960"/>
          </a:xfrm>
          <a:prstGeom prst="rect">
            <a:avLst/>
          </a:prstGeom>
          <a:ln w="9525">
            <a:noFill/>
          </a:ln>
        </p:spPr>
      </p:pic>
      <p:sp>
        <p:nvSpPr>
          <p:cNvPr id="167" name="PlaceHolder 1"/>
          <p:cNvSpPr>
            <a:spLocks noGrp="1"/>
          </p:cNvSpPr>
          <p:nvPr>
            <p:ph type="title"/>
          </p:nvPr>
        </p:nvSpPr>
        <p:spPr>
          <a:xfrm>
            <a:off x="704880" y="384120"/>
            <a:ext cx="8673840" cy="572760"/>
          </a:xfrm>
          <a:prstGeom prst="rect">
            <a:avLst/>
          </a:prstGeom>
          <a:noFill/>
          <a:ln w="9360">
            <a:noFill/>
          </a:ln>
        </p:spPr>
        <p:txBody>
          <a:bodyPr numCol="1" spcCol="0" lIns="0" rIns="0" tIns="0" bIns="0" anchor="t">
            <a:noAutofit/>
          </a:bodyPr>
          <a:p>
            <a:pPr indent="0">
              <a:buNone/>
            </a:pPr>
            <a:r>
              <a:rPr b="0" lang="pt-BR" sz="3600" spc="-1" strike="noStrike">
                <a:solidFill>
                  <a:schemeClr val="dk1"/>
                </a:solidFill>
                <a:latin typeface="Arial"/>
              </a:rPr>
              <a:t>Clique para editar o formato </a:t>
            </a:r>
            <a:r>
              <a:rPr b="0" lang="pt-BR" sz="3600" spc="-1" strike="noStrike">
                <a:solidFill>
                  <a:schemeClr val="dk1"/>
                </a:solidFill>
                <a:latin typeface="Arial"/>
              </a:rPr>
              <a:t>do texto do título</a:t>
            </a:r>
            <a:endParaRPr b="0" lang="pt-BR" sz="3600" spc="-1" strike="noStrike">
              <a:solidFill>
                <a:schemeClr val="dk1"/>
              </a:solidFill>
              <a:latin typeface="Arial"/>
            </a:endParaRPr>
          </a:p>
        </p:txBody>
      </p:sp>
      <p:sp>
        <p:nvSpPr>
          <p:cNvPr id="168" name="PlaceHolder 2"/>
          <p:cNvSpPr>
            <a:spLocks noGrp="1"/>
          </p:cNvSpPr>
          <p:nvPr>
            <p:ph type="body"/>
          </p:nvPr>
        </p:nvSpPr>
        <p:spPr>
          <a:xfrm>
            <a:off x="509760" y="2112840"/>
            <a:ext cx="5030280" cy="1739520"/>
          </a:xfrm>
          <a:prstGeom prst="rect">
            <a:avLst/>
          </a:prstGeom>
          <a:noFill/>
          <a:ln w="9360">
            <a:noFill/>
          </a:ln>
        </p:spPr>
        <p:txBody>
          <a:bodyPr numCol="1" spcCol="0" lIns="0" rIns="0" tIns="0" bIns="0" anchor="t">
            <a:noAutofit/>
          </a:bodyPr>
          <a:p>
            <a:pPr marL="432000" indent="-324000">
              <a:spcBef>
                <a:spcPts val="1417"/>
              </a:spcBef>
              <a:buClr>
                <a:srgbClr val="000000"/>
              </a:buClr>
              <a:buSzPct val="45000"/>
              <a:buFont typeface="Wingdings" charset="2"/>
              <a:buChar char=""/>
            </a:pPr>
            <a:r>
              <a:rPr b="0" lang="pt-BR" sz="2400" spc="-1" strike="noStrike">
                <a:solidFill>
                  <a:schemeClr val="dk1"/>
                </a:solidFill>
                <a:latin typeface="Calibri"/>
              </a:rPr>
              <a:t>Clique para editar o formato de texto dos tópicos</a:t>
            </a:r>
            <a:endParaRPr b="0" lang="pt-BR" sz="24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Calibri"/>
              </a:rPr>
              <a:t>2.º nível de tópicos</a:t>
            </a:r>
            <a:endParaRPr b="0" lang="pt-BR"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2400" spc="-1" strike="noStrike">
                <a:solidFill>
                  <a:schemeClr val="dk1"/>
                </a:solidFill>
                <a:latin typeface="Calibri"/>
              </a:rPr>
              <a:t>3.º nível de tópicos</a:t>
            </a:r>
            <a:endParaRPr b="0" lang="pt-BR" sz="24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2400" spc="-1" strike="noStrike">
                <a:solidFill>
                  <a:schemeClr val="dk1"/>
                </a:solidFill>
                <a:latin typeface="Calibri"/>
              </a:rPr>
              <a:t>4.º nível de tópicos</a:t>
            </a:r>
            <a:endParaRPr b="0" lang="pt-BR" sz="24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2400" spc="-1" strike="noStrike">
                <a:solidFill>
                  <a:schemeClr val="dk1"/>
                </a:solidFill>
                <a:latin typeface="Calibri"/>
              </a:rPr>
              <a:t>5.º nível de tópicos</a:t>
            </a:r>
            <a:endParaRPr b="0" lang="pt-BR" sz="24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2400" spc="-1" strike="noStrike">
                <a:solidFill>
                  <a:schemeClr val="dk1"/>
                </a:solidFill>
                <a:latin typeface="Calibri"/>
              </a:rPr>
              <a:t>6.º nível de tópicos</a:t>
            </a:r>
            <a:endParaRPr b="0" lang="pt-BR" sz="24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2400" spc="-1" strike="noStrike">
                <a:solidFill>
                  <a:schemeClr val="dk1"/>
                </a:solidFill>
                <a:latin typeface="Calibri"/>
              </a:rPr>
              <a:t>7.º nível de tópicos</a:t>
            </a:r>
            <a:endParaRPr b="0" lang="pt-BR" sz="2400" spc="-1" strike="noStrike">
              <a:solidFill>
                <a:schemeClr val="dk1"/>
              </a:solidFill>
              <a:latin typeface="Calibri"/>
            </a:endParaRPr>
          </a:p>
        </p:txBody>
      </p:sp>
      <p:sp>
        <p:nvSpPr>
          <p:cNvPr id="169" name="PlaceHolder 3"/>
          <p:cNvSpPr>
            <a:spLocks noGrp="1"/>
          </p:cNvSpPr>
          <p:nvPr>
            <p:ph type="ftr" idx="4"/>
          </p:nvPr>
        </p:nvSpPr>
        <p:spPr>
          <a:xfrm>
            <a:off x="3429000" y="5273640"/>
            <a:ext cx="3225600" cy="283680"/>
          </a:xfrm>
          <a:prstGeom prst="rect">
            <a:avLst/>
          </a:prstGeom>
          <a:noFill/>
          <a:ln w="0">
            <a:noFill/>
          </a:ln>
        </p:spPr>
        <p:txBody>
          <a:bodyPr lIns="0" rIns="0" tIns="0" bIns="0" anchor="t">
            <a:noAutofit/>
          </a:bodyPr>
          <a:lstStyle>
            <a:lvl1pPr indent="0" algn="ctr">
              <a:buNone/>
              <a:defRPr b="0" lang="pt-BR" sz="1400" spc="-1" strike="noStrike">
                <a:solidFill>
                  <a:srgbClr val="000000"/>
                </a:solidFill>
                <a:latin typeface="Times New Roman"/>
              </a:defRPr>
            </a:lvl1pPr>
          </a:lstStyle>
          <a:p>
            <a:pPr indent="0" algn="ctr">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170" name="PlaceHolder 4"/>
          <p:cNvSpPr>
            <a:spLocks noGrp="1"/>
          </p:cNvSpPr>
          <p:nvPr>
            <p:ph type="dt" idx="5"/>
          </p:nvPr>
        </p:nvSpPr>
        <p:spPr>
          <a:xfrm>
            <a:off x="504720" y="5273640"/>
            <a:ext cx="2319120" cy="283680"/>
          </a:xfrm>
          <a:prstGeom prst="rect">
            <a:avLst/>
          </a:prstGeom>
          <a:noFill/>
          <a:ln w="0">
            <a:noFill/>
          </a:ln>
        </p:spPr>
        <p:txBody>
          <a:bodyPr lIns="0" rIns="0" tIns="0" bIns="0" anchor="t">
            <a:noAutofit/>
          </a:bodyPr>
          <a:lstStyle>
            <a:lvl1pPr indent="0">
              <a:lnSpc>
                <a:spcPct val="100000"/>
              </a:lnSpc>
              <a:buNone/>
              <a:defRPr b="0" lang="en-US" sz="1400" spc="-1" strike="noStrike">
                <a:solidFill>
                  <a:schemeClr val="dk1">
                    <a:tint val="75000"/>
                  </a:schemeClr>
                </a:solidFill>
                <a:latin typeface="Calibri"/>
              </a:defRPr>
            </a:lvl1pPr>
          </a:lstStyle>
          <a:p>
            <a:pPr indent="0">
              <a:lnSpc>
                <a:spcPct val="100000"/>
              </a:lnSpc>
              <a:buNone/>
            </a:pPr>
            <a:r>
              <a:rPr b="0" lang="en-US" sz="1400" spc="-1" strike="noStrike">
                <a:solidFill>
                  <a:schemeClr val="dk1">
                    <a:tint val="75000"/>
                  </a:schemeClr>
                </a:solidFill>
                <a:latin typeface="Calibri"/>
              </a:rPr>
              <a:t>&lt;data/hora&gt;</a:t>
            </a:r>
            <a:endParaRPr b="0" lang="pt-BR" sz="1400" spc="-1" strike="noStrike">
              <a:solidFill>
                <a:srgbClr val="000000"/>
              </a:solidFill>
              <a:latin typeface="Times New Roman"/>
            </a:endParaRPr>
          </a:p>
        </p:txBody>
      </p:sp>
      <p:sp>
        <p:nvSpPr>
          <p:cNvPr id="171" name="PlaceHolder 5"/>
          <p:cNvSpPr>
            <a:spLocks noGrp="1"/>
          </p:cNvSpPr>
          <p:nvPr>
            <p:ph type="sldNum" idx="6"/>
          </p:nvPr>
        </p:nvSpPr>
        <p:spPr>
          <a:xfrm>
            <a:off x="7259760" y="5273640"/>
            <a:ext cx="2319120" cy="283680"/>
          </a:xfrm>
          <a:prstGeom prst="rect">
            <a:avLst/>
          </a:prstGeom>
          <a:noFill/>
          <a:ln w="0">
            <a:noFill/>
          </a:ln>
        </p:spPr>
        <p:txBody>
          <a:bodyPr lIns="0" rIns="0" tIns="0" bIns="0" anchor="t">
            <a:noAutofit/>
          </a:bodyPr>
          <a:lstStyle>
            <a:lvl1pPr indent="0" algn="r">
              <a:lnSpc>
                <a:spcPct val="100000"/>
              </a:lnSpc>
              <a:buNone/>
              <a:defRPr b="0" lang="pt-BR" sz="1400" spc="-1" strike="noStrike">
                <a:solidFill>
                  <a:schemeClr val="dk1">
                    <a:tint val="75000"/>
                  </a:schemeClr>
                </a:solidFill>
                <a:latin typeface="Calibri"/>
              </a:defRPr>
            </a:lvl1pPr>
          </a:lstStyle>
          <a:p>
            <a:pPr indent="0" algn="r">
              <a:lnSpc>
                <a:spcPct val="100000"/>
              </a:lnSpc>
              <a:buNone/>
            </a:pPr>
            <a:fld id="{C8D3DCFB-28F7-4ADF-AB44-AF3A34FB6DDB}" type="slidenum">
              <a:rPr b="0" lang="pt-BR" sz="1400" spc="-1" strike="noStrike">
                <a:solidFill>
                  <a:schemeClr val="dk1">
                    <a:tint val="75000"/>
                  </a:schemeClr>
                </a:solidFill>
                <a:latin typeface="Calibri"/>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4" name="bg object 16"/>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10080002" y="0"/>
                </a:moveTo>
                <a:lnTo>
                  <a:pt x="0" y="0"/>
                </a:lnTo>
                <a:lnTo>
                  <a:pt x="0" y="720001"/>
                </a:lnTo>
                <a:lnTo>
                  <a:pt x="5039995" y="720001"/>
                </a:lnTo>
                <a:lnTo>
                  <a:pt x="10080002" y="720001"/>
                </a:lnTo>
                <a:lnTo>
                  <a:pt x="10080002" y="0"/>
                </a:lnTo>
                <a:close/>
              </a:path>
            </a:pathLst>
          </a:custGeom>
          <a:solidFill>
            <a:srgbClr val="18186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75" name="bg object 17"/>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5039995" y="720001"/>
                </a:moveTo>
                <a:lnTo>
                  <a:pt x="0" y="720001"/>
                </a:lnTo>
                <a:lnTo>
                  <a:pt x="0" y="0"/>
                </a:lnTo>
                <a:lnTo>
                  <a:pt x="10080002" y="0"/>
                </a:lnTo>
                <a:lnTo>
                  <a:pt x="10080002" y="720001"/>
                </a:lnTo>
                <a:lnTo>
                  <a:pt x="5039995" y="720001"/>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76" name="bg object 18"/>
          <p:cNvSpPr/>
          <p:nvPr/>
        </p:nvSpPr>
        <p:spPr>
          <a:xfrm>
            <a:off x="0" y="1170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803"/>
                </a:lnTo>
                <a:lnTo>
                  <a:pt x="10080713" y="1803"/>
                </a:lnTo>
                <a:lnTo>
                  <a:pt x="10080713" y="0"/>
                </a:lnTo>
                <a:close/>
              </a:path>
            </a:pathLst>
          </a:custGeom>
          <a:solidFill>
            <a:srgbClr val="86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77" name="bg object 19"/>
          <p:cNvSpPr/>
          <p:nvPr/>
        </p:nvSpPr>
        <p:spPr>
          <a:xfrm>
            <a:off x="0" y="1168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7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78" name="bg object 20"/>
          <p:cNvSpPr/>
          <p:nvPr/>
        </p:nvSpPr>
        <p:spPr>
          <a:xfrm>
            <a:off x="0" y="1166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9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79" name="bg object 21"/>
          <p:cNvSpPr/>
          <p:nvPr/>
        </p:nvSpPr>
        <p:spPr>
          <a:xfrm>
            <a:off x="0" y="1163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a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0" name="bg object 22"/>
          <p:cNvSpPr/>
          <p:nvPr/>
        </p:nvSpPr>
        <p:spPr>
          <a:xfrm>
            <a:off x="0" y="1162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ccf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1" name="bg object 23"/>
          <p:cNvSpPr/>
          <p:nvPr/>
        </p:nvSpPr>
        <p:spPr>
          <a:xfrm>
            <a:off x="0" y="1158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d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2" name="bg object 24"/>
          <p:cNvSpPr/>
          <p:nvPr/>
        </p:nvSpPr>
        <p:spPr>
          <a:xfrm>
            <a:off x="0" y="1157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f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3" name="bg object 25"/>
          <p:cNvSpPr/>
          <p:nvPr/>
        </p:nvSpPr>
        <p:spPr>
          <a:xfrm>
            <a:off x="0" y="1155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1d1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4" name="bg object 26"/>
          <p:cNvSpPr/>
          <p:nvPr/>
        </p:nvSpPr>
        <p:spPr>
          <a:xfrm>
            <a:off x="0" y="11523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2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5" name="bg object 27"/>
          <p:cNvSpPr/>
          <p:nvPr/>
        </p:nvSpPr>
        <p:spPr>
          <a:xfrm>
            <a:off x="0" y="1150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4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6" name="bg object 28"/>
          <p:cNvSpPr/>
          <p:nvPr/>
        </p:nvSpPr>
        <p:spPr>
          <a:xfrm>
            <a:off x="0" y="1149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5d3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7" name="bg object 29"/>
          <p:cNvSpPr/>
          <p:nvPr/>
        </p:nvSpPr>
        <p:spPr>
          <a:xfrm>
            <a:off x="0" y="1146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97d4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8" name="bg object 30"/>
          <p:cNvSpPr/>
          <p:nvPr/>
        </p:nvSpPr>
        <p:spPr>
          <a:xfrm>
            <a:off x="0" y="11444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9d4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89" name="bg object 31"/>
          <p:cNvSpPr/>
          <p:nvPr/>
        </p:nvSpPr>
        <p:spPr>
          <a:xfrm>
            <a:off x="0" y="1143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ad5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0" name="bg object 32"/>
          <p:cNvSpPr/>
          <p:nvPr/>
        </p:nvSpPr>
        <p:spPr>
          <a:xfrm>
            <a:off x="0" y="1139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c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1" name="bg object 33"/>
          <p:cNvSpPr/>
          <p:nvPr/>
        </p:nvSpPr>
        <p:spPr>
          <a:xfrm>
            <a:off x="0" y="11383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d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2" name="bg object 34"/>
          <p:cNvSpPr/>
          <p:nvPr/>
        </p:nvSpPr>
        <p:spPr>
          <a:xfrm>
            <a:off x="0" y="1135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f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3" name="bg object 35"/>
          <p:cNvSpPr/>
          <p:nvPr/>
        </p:nvSpPr>
        <p:spPr>
          <a:xfrm>
            <a:off x="0" y="1133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0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4" name="bg object 36"/>
          <p:cNvSpPr/>
          <p:nvPr/>
        </p:nvSpPr>
        <p:spPr>
          <a:xfrm>
            <a:off x="0" y="11318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2d8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5" name="bg object 37"/>
          <p:cNvSpPr/>
          <p:nvPr/>
        </p:nvSpPr>
        <p:spPr>
          <a:xfrm>
            <a:off x="0" y="1128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4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6" name="bg object 38"/>
          <p:cNvSpPr/>
          <p:nvPr/>
        </p:nvSpPr>
        <p:spPr>
          <a:xfrm>
            <a:off x="0" y="1127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5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7" name="bg object 39"/>
          <p:cNvSpPr/>
          <p:nvPr/>
        </p:nvSpPr>
        <p:spPr>
          <a:xfrm>
            <a:off x="0" y="11253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7da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8" name="bg object 40"/>
          <p:cNvSpPr/>
          <p:nvPr/>
        </p:nvSpPr>
        <p:spPr>
          <a:xfrm>
            <a:off x="0" y="11224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8db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199" name="bg object 41"/>
          <p:cNvSpPr/>
          <p:nvPr/>
        </p:nvSpPr>
        <p:spPr>
          <a:xfrm>
            <a:off x="0" y="1120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adb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0" name="bg object 42"/>
          <p:cNvSpPr/>
          <p:nvPr/>
        </p:nvSpPr>
        <p:spPr>
          <a:xfrm>
            <a:off x="0" y="1119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abdc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1" name="bg object 43"/>
          <p:cNvSpPr/>
          <p:nvPr/>
        </p:nvSpPr>
        <p:spPr>
          <a:xfrm>
            <a:off x="0" y="1116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d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2" name="bg object 44"/>
          <p:cNvSpPr/>
          <p:nvPr/>
        </p:nvSpPr>
        <p:spPr>
          <a:xfrm>
            <a:off x="0" y="1114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f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3" name="bg object 45"/>
          <p:cNvSpPr/>
          <p:nvPr/>
        </p:nvSpPr>
        <p:spPr>
          <a:xfrm>
            <a:off x="0" y="1112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0de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4" name="bg object 46"/>
          <p:cNvSpPr/>
          <p:nvPr/>
        </p:nvSpPr>
        <p:spPr>
          <a:xfrm>
            <a:off x="0" y="1109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2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5" name="bg object 47"/>
          <p:cNvSpPr/>
          <p:nvPr/>
        </p:nvSpPr>
        <p:spPr>
          <a:xfrm>
            <a:off x="0" y="1108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3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6" name="bg object 48"/>
          <p:cNvSpPr/>
          <p:nvPr/>
        </p:nvSpPr>
        <p:spPr>
          <a:xfrm>
            <a:off x="0" y="1104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5e0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7" name="bg object 49"/>
          <p:cNvSpPr/>
          <p:nvPr/>
        </p:nvSpPr>
        <p:spPr>
          <a:xfrm>
            <a:off x="0" y="1103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6e0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8" name="bg object 50"/>
          <p:cNvSpPr/>
          <p:nvPr/>
        </p:nvSpPr>
        <p:spPr>
          <a:xfrm>
            <a:off x="0" y="1101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8e1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09" name="bg object 51"/>
          <p:cNvSpPr/>
          <p:nvPr/>
        </p:nvSpPr>
        <p:spPr>
          <a:xfrm>
            <a:off x="0" y="10987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a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0" name="bg object 52"/>
          <p:cNvSpPr/>
          <p:nvPr/>
        </p:nvSpPr>
        <p:spPr>
          <a:xfrm>
            <a:off x="0" y="1096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b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1" name="bg object 53"/>
          <p:cNvSpPr/>
          <p:nvPr/>
        </p:nvSpPr>
        <p:spPr>
          <a:xfrm>
            <a:off x="0" y="1095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de3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2" name="bg object 54"/>
          <p:cNvSpPr/>
          <p:nvPr/>
        </p:nvSpPr>
        <p:spPr>
          <a:xfrm>
            <a:off x="0" y="1092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be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3" name="bg object 55"/>
          <p:cNvSpPr/>
          <p:nvPr/>
        </p:nvSpPr>
        <p:spPr>
          <a:xfrm>
            <a:off x="0" y="10904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0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4" name="bg object 56"/>
          <p:cNvSpPr/>
          <p:nvPr/>
        </p:nvSpPr>
        <p:spPr>
          <a:xfrm>
            <a:off x="0" y="1089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790"/>
                </a:lnTo>
                <a:lnTo>
                  <a:pt x="10080713" y="1790"/>
                </a:lnTo>
                <a:lnTo>
                  <a:pt x="10080713" y="0"/>
                </a:lnTo>
                <a:close/>
              </a:path>
            </a:pathLst>
          </a:custGeom>
          <a:solidFill>
            <a:srgbClr val="c2e5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5" name="bg object 57"/>
          <p:cNvSpPr/>
          <p:nvPr/>
        </p:nvSpPr>
        <p:spPr>
          <a:xfrm>
            <a:off x="0" y="1085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3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6" name="bg object 58"/>
          <p:cNvSpPr/>
          <p:nvPr/>
        </p:nvSpPr>
        <p:spPr>
          <a:xfrm>
            <a:off x="0" y="1084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5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7" name="bg object 59"/>
          <p:cNvSpPr/>
          <p:nvPr/>
        </p:nvSpPr>
        <p:spPr>
          <a:xfrm>
            <a:off x="0" y="10825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c6e7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8" name="bg object 60"/>
          <p:cNvSpPr/>
          <p:nvPr/>
        </p:nvSpPr>
        <p:spPr>
          <a:xfrm>
            <a:off x="0" y="1079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8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19" name="bg object 61"/>
          <p:cNvSpPr/>
          <p:nvPr/>
        </p:nvSpPr>
        <p:spPr>
          <a:xfrm>
            <a:off x="0" y="1077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9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0" name="bg object 62"/>
          <p:cNvSpPr/>
          <p:nvPr/>
        </p:nvSpPr>
        <p:spPr>
          <a:xfrm>
            <a:off x="0" y="1076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ce9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1" name="bg object 63"/>
          <p:cNvSpPr/>
          <p:nvPr/>
        </p:nvSpPr>
        <p:spPr>
          <a:xfrm>
            <a:off x="0" y="1073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dea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2" name="bg object 64"/>
          <p:cNvSpPr/>
          <p:nvPr/>
        </p:nvSpPr>
        <p:spPr>
          <a:xfrm>
            <a:off x="0" y="1071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eea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3" name="bg object 65"/>
          <p:cNvSpPr/>
          <p:nvPr/>
        </p:nvSpPr>
        <p:spPr>
          <a:xfrm>
            <a:off x="0" y="1069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0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4" name="bg object 66"/>
          <p:cNvSpPr/>
          <p:nvPr/>
        </p:nvSpPr>
        <p:spPr>
          <a:xfrm>
            <a:off x="0" y="1066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1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5" name="bg object 67"/>
          <p:cNvSpPr/>
          <p:nvPr/>
        </p:nvSpPr>
        <p:spPr>
          <a:xfrm>
            <a:off x="0" y="1065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3ec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6" name="bg object 68"/>
          <p:cNvSpPr/>
          <p:nvPr/>
        </p:nvSpPr>
        <p:spPr>
          <a:xfrm>
            <a:off x="0" y="1062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4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7" name="bg object 69"/>
          <p:cNvSpPr/>
          <p:nvPr/>
        </p:nvSpPr>
        <p:spPr>
          <a:xfrm>
            <a:off x="0" y="10605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6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8" name="bg object 70"/>
          <p:cNvSpPr/>
          <p:nvPr/>
        </p:nvSpPr>
        <p:spPr>
          <a:xfrm>
            <a:off x="0" y="1058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8ee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29" name="bg object 71"/>
          <p:cNvSpPr/>
          <p:nvPr/>
        </p:nvSpPr>
        <p:spPr>
          <a:xfrm>
            <a:off x="0" y="1055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9ef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0" name="bg object 72"/>
          <p:cNvSpPr/>
          <p:nvPr/>
        </p:nvSpPr>
        <p:spPr>
          <a:xfrm>
            <a:off x="0" y="1054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dbef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1" name="bg object 73"/>
          <p:cNvSpPr/>
          <p:nvPr/>
        </p:nvSpPr>
        <p:spPr>
          <a:xfrm>
            <a:off x="0" y="10526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cf0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2" name="bg object 74"/>
          <p:cNvSpPr/>
          <p:nvPr/>
        </p:nvSpPr>
        <p:spPr>
          <a:xfrm>
            <a:off x="0" y="1049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ef1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3" name="bg object 75"/>
          <p:cNvSpPr/>
          <p:nvPr/>
        </p:nvSpPr>
        <p:spPr>
          <a:xfrm>
            <a:off x="0" y="1047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0f1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4" name="bg object 76"/>
          <p:cNvSpPr/>
          <p:nvPr/>
        </p:nvSpPr>
        <p:spPr>
          <a:xfrm>
            <a:off x="0" y="10461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1f2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5" name="bg object 77"/>
          <p:cNvSpPr/>
          <p:nvPr/>
        </p:nvSpPr>
        <p:spPr>
          <a:xfrm>
            <a:off x="0" y="1042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3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6" name="bg object 78"/>
          <p:cNvSpPr/>
          <p:nvPr/>
        </p:nvSpPr>
        <p:spPr>
          <a:xfrm>
            <a:off x="0" y="1041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4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7" name="bg object 79"/>
          <p:cNvSpPr/>
          <p:nvPr/>
        </p:nvSpPr>
        <p:spPr>
          <a:xfrm>
            <a:off x="0" y="1038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6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8" name="bg object 80"/>
          <p:cNvSpPr/>
          <p:nvPr/>
        </p:nvSpPr>
        <p:spPr>
          <a:xfrm>
            <a:off x="0" y="10368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7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39" name="bg object 81"/>
          <p:cNvSpPr/>
          <p:nvPr/>
        </p:nvSpPr>
        <p:spPr>
          <a:xfrm>
            <a:off x="0" y="1035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9f5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0" name="bg object 82"/>
          <p:cNvSpPr/>
          <p:nvPr/>
        </p:nvSpPr>
        <p:spPr>
          <a:xfrm>
            <a:off x="0" y="1031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bf6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1" name="bg object 83"/>
          <p:cNvSpPr/>
          <p:nvPr/>
        </p:nvSpPr>
        <p:spPr>
          <a:xfrm>
            <a:off x="0" y="1030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cf6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2" name="bg object 84"/>
          <p:cNvSpPr/>
          <p:nvPr/>
        </p:nvSpPr>
        <p:spPr>
          <a:xfrm>
            <a:off x="0" y="10288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eef7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3" name="bg object 85"/>
          <p:cNvSpPr/>
          <p:nvPr/>
        </p:nvSpPr>
        <p:spPr>
          <a:xfrm>
            <a:off x="0" y="1025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f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4" name="bg object 86"/>
          <p:cNvSpPr/>
          <p:nvPr/>
        </p:nvSpPr>
        <p:spPr>
          <a:xfrm>
            <a:off x="0" y="1023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1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5" name="bg object 87"/>
          <p:cNvSpPr/>
          <p:nvPr/>
        </p:nvSpPr>
        <p:spPr>
          <a:xfrm>
            <a:off x="0" y="1022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2f9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6" name="bg object 88"/>
          <p:cNvSpPr/>
          <p:nvPr/>
        </p:nvSpPr>
        <p:spPr>
          <a:xfrm>
            <a:off x="0" y="1019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4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7" name="bg object 89"/>
          <p:cNvSpPr/>
          <p:nvPr/>
        </p:nvSpPr>
        <p:spPr>
          <a:xfrm>
            <a:off x="0" y="1017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6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8" name="bg object 90"/>
          <p:cNvSpPr/>
          <p:nvPr/>
        </p:nvSpPr>
        <p:spPr>
          <a:xfrm>
            <a:off x="0" y="1015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7fb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49" name="bg object 91"/>
          <p:cNvSpPr/>
          <p:nvPr/>
        </p:nvSpPr>
        <p:spPr>
          <a:xfrm>
            <a:off x="0" y="1012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9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50" name="bg object 92"/>
          <p:cNvSpPr/>
          <p:nvPr/>
        </p:nvSpPr>
        <p:spPr>
          <a:xfrm>
            <a:off x="0" y="1011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a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51" name="bg object 93"/>
          <p:cNvSpPr/>
          <p:nvPr/>
        </p:nvSpPr>
        <p:spPr>
          <a:xfrm>
            <a:off x="0" y="1008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cfd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52" name="bg object 94"/>
          <p:cNvSpPr/>
          <p:nvPr/>
        </p:nvSpPr>
        <p:spPr>
          <a:xfrm>
            <a:off x="0" y="1008000"/>
            <a:ext cx="10080360" cy="164880"/>
          </a:xfrm>
          <a:custGeom>
            <a:avLst/>
            <a:gdLst>
              <a:gd name="textAreaLeft" fmla="*/ 0 w 10080360"/>
              <a:gd name="textAreaRight" fmla="*/ 10080720 w 10080360"/>
              <a:gd name="textAreaTop" fmla="*/ 0 h 164880"/>
              <a:gd name="textAreaBottom" fmla="*/ 165240 h 164880"/>
            </a:gdLst>
            <a:ahLst/>
            <a:rect l="textAreaLeft" t="textAreaTop" r="textAreaRight" b="textAreaBottom"/>
            <a:pathLst>
              <a:path w="10080625" h="165100">
                <a:moveTo>
                  <a:pt x="5039995" y="164515"/>
                </a:moveTo>
                <a:lnTo>
                  <a:pt x="0" y="164515"/>
                </a:lnTo>
                <a:lnTo>
                  <a:pt x="0" y="0"/>
                </a:lnTo>
                <a:lnTo>
                  <a:pt x="10080002" y="0"/>
                </a:lnTo>
                <a:lnTo>
                  <a:pt x="10080002" y="164515"/>
                </a:lnTo>
                <a:lnTo>
                  <a:pt x="5039995" y="164515"/>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pic>
        <p:nvPicPr>
          <p:cNvPr id="253" name="bg object 95" descr=""/>
          <p:cNvPicPr/>
          <p:nvPr/>
        </p:nvPicPr>
        <p:blipFill>
          <a:blip r:embed="rId2"/>
          <a:stretch/>
        </p:blipFill>
        <p:spPr>
          <a:xfrm>
            <a:off x="216000" y="106200"/>
            <a:ext cx="720360" cy="1218960"/>
          </a:xfrm>
          <a:prstGeom prst="rect">
            <a:avLst/>
          </a:prstGeom>
          <a:ln w="9525">
            <a:noFill/>
          </a:ln>
        </p:spPr>
      </p:pic>
      <p:sp>
        <p:nvSpPr>
          <p:cNvPr id="254" name="PlaceHolder 1"/>
          <p:cNvSpPr>
            <a:spLocks noGrp="1"/>
          </p:cNvSpPr>
          <p:nvPr>
            <p:ph type="title"/>
          </p:nvPr>
        </p:nvSpPr>
        <p:spPr>
          <a:xfrm>
            <a:off x="704880" y="384120"/>
            <a:ext cx="8673840" cy="572760"/>
          </a:xfrm>
          <a:prstGeom prst="rect">
            <a:avLst/>
          </a:prstGeom>
          <a:noFill/>
          <a:ln w="9360">
            <a:noFill/>
          </a:ln>
        </p:spPr>
        <p:txBody>
          <a:bodyPr numCol="1" spcCol="0" lIns="0" rIns="0" tIns="0" bIns="0" anchor="t">
            <a:noAutofit/>
          </a:bodyPr>
          <a:p>
            <a:pPr indent="0">
              <a:buNone/>
            </a:pPr>
            <a:r>
              <a:rPr b="0" lang="pt-BR" sz="3600" spc="-1" strike="noStrike">
                <a:solidFill>
                  <a:schemeClr val="dk1"/>
                </a:solidFill>
                <a:latin typeface="Arial"/>
              </a:rPr>
              <a:t>Clique para editar o formato </a:t>
            </a:r>
            <a:r>
              <a:rPr b="0" lang="pt-BR" sz="3600" spc="-1" strike="noStrike">
                <a:solidFill>
                  <a:schemeClr val="dk1"/>
                </a:solidFill>
                <a:latin typeface="Arial"/>
              </a:rPr>
              <a:t>do texto do título</a:t>
            </a:r>
            <a:endParaRPr b="0" lang="pt-BR" sz="3600" spc="-1" strike="noStrike">
              <a:solidFill>
                <a:schemeClr val="dk1"/>
              </a:solidFill>
              <a:latin typeface="Arial"/>
            </a:endParaRPr>
          </a:p>
        </p:txBody>
      </p:sp>
      <p:sp>
        <p:nvSpPr>
          <p:cNvPr id="255" name="PlaceHolder 2"/>
          <p:cNvSpPr>
            <a:spLocks noGrp="1"/>
          </p:cNvSpPr>
          <p:nvPr>
            <p:ph type="body"/>
          </p:nvPr>
        </p:nvSpPr>
        <p:spPr>
          <a:xfrm>
            <a:off x="504360" y="1304280"/>
            <a:ext cx="4386240" cy="3742200"/>
          </a:xfrm>
          <a:prstGeom prst="rect">
            <a:avLst/>
          </a:prstGeom>
          <a:noFill/>
          <a:ln w="9360">
            <a:noFill/>
          </a:ln>
        </p:spPr>
        <p:txBody>
          <a:bodyPr numCol="1" spcCol="0" lIns="0" rIns="0" tIns="0" bIns="0" anchor="t">
            <a:no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Calibri"/>
              </a:rPr>
              <a:t>Clique para editar o formato de texto dos tópicos</a:t>
            </a:r>
            <a:endParaRPr b="0" lang="pt-B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3200" spc="-1" strike="noStrike">
                <a:solidFill>
                  <a:schemeClr val="dk1"/>
                </a:solidFill>
                <a:latin typeface="Calibri"/>
              </a:rPr>
              <a:t>2.º nível de tópicos</a:t>
            </a:r>
            <a:endParaRPr b="0" lang="pt-BR"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3200" spc="-1" strike="noStrike">
                <a:solidFill>
                  <a:schemeClr val="dk1"/>
                </a:solidFill>
                <a:latin typeface="Calibri"/>
              </a:rPr>
              <a:t>3.º nível de tópicos</a:t>
            </a:r>
            <a:endParaRPr b="0" lang="pt-BR"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3200" spc="-1" strike="noStrike">
                <a:solidFill>
                  <a:schemeClr val="dk1"/>
                </a:solidFill>
                <a:latin typeface="Calibri"/>
              </a:rPr>
              <a:t>4.º nível de tópicos</a:t>
            </a:r>
            <a:endParaRPr b="0" lang="pt-BR"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3200" spc="-1" strike="noStrike">
                <a:solidFill>
                  <a:schemeClr val="dk1"/>
                </a:solidFill>
                <a:latin typeface="Calibri"/>
              </a:rPr>
              <a:t>5.º nível de tópicos</a:t>
            </a:r>
            <a:endParaRPr b="0" lang="pt-BR"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3200" spc="-1" strike="noStrike">
                <a:solidFill>
                  <a:schemeClr val="dk1"/>
                </a:solidFill>
                <a:latin typeface="Calibri"/>
              </a:rPr>
              <a:t>6.º nível de tópicos</a:t>
            </a:r>
            <a:endParaRPr b="0" lang="pt-BR"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3200" spc="-1" strike="noStrike">
                <a:solidFill>
                  <a:schemeClr val="dk1"/>
                </a:solidFill>
                <a:latin typeface="Calibri"/>
              </a:rPr>
              <a:t>7.º nível de tópicos</a:t>
            </a:r>
            <a:endParaRPr b="0" lang="pt-BR" sz="3200" spc="-1" strike="noStrike">
              <a:solidFill>
                <a:schemeClr val="dk1"/>
              </a:solidFill>
              <a:latin typeface="Calibri"/>
            </a:endParaRPr>
          </a:p>
        </p:txBody>
      </p:sp>
      <p:sp>
        <p:nvSpPr>
          <p:cNvPr id="256" name="PlaceHolder 3"/>
          <p:cNvSpPr>
            <a:spLocks noGrp="1"/>
          </p:cNvSpPr>
          <p:nvPr>
            <p:ph type="body"/>
          </p:nvPr>
        </p:nvSpPr>
        <p:spPr>
          <a:xfrm>
            <a:off x="5193000" y="1304280"/>
            <a:ext cx="4386240" cy="3742200"/>
          </a:xfrm>
          <a:prstGeom prst="rect">
            <a:avLst/>
          </a:prstGeom>
          <a:noFill/>
          <a:ln w="9360">
            <a:noFill/>
          </a:ln>
        </p:spPr>
        <p:txBody>
          <a:bodyPr numCol="1" spcCol="0" lIns="0" rIns="0" tIns="0" bIns="0" anchor="t">
            <a:no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Calibri"/>
              </a:rPr>
              <a:t>Clique para editar o formato de texto dos tópicos</a:t>
            </a:r>
            <a:endParaRPr b="0" lang="pt-B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3200" spc="-1" strike="noStrike">
                <a:solidFill>
                  <a:schemeClr val="dk1"/>
                </a:solidFill>
                <a:latin typeface="Calibri"/>
              </a:rPr>
              <a:t>2.º nível de tópicos</a:t>
            </a:r>
            <a:endParaRPr b="0" lang="pt-BR"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3200" spc="-1" strike="noStrike">
                <a:solidFill>
                  <a:schemeClr val="dk1"/>
                </a:solidFill>
                <a:latin typeface="Calibri"/>
              </a:rPr>
              <a:t>3.º nível de tópicos</a:t>
            </a:r>
            <a:endParaRPr b="0" lang="pt-BR"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3200" spc="-1" strike="noStrike">
                <a:solidFill>
                  <a:schemeClr val="dk1"/>
                </a:solidFill>
                <a:latin typeface="Calibri"/>
              </a:rPr>
              <a:t>4.º nível de tópicos</a:t>
            </a:r>
            <a:endParaRPr b="0" lang="pt-BR"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3200" spc="-1" strike="noStrike">
                <a:solidFill>
                  <a:schemeClr val="dk1"/>
                </a:solidFill>
                <a:latin typeface="Calibri"/>
              </a:rPr>
              <a:t>5.º nível de tópicos</a:t>
            </a:r>
            <a:endParaRPr b="0" lang="pt-BR"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3200" spc="-1" strike="noStrike">
                <a:solidFill>
                  <a:schemeClr val="dk1"/>
                </a:solidFill>
                <a:latin typeface="Calibri"/>
              </a:rPr>
              <a:t>6.º nível de tópicos</a:t>
            </a:r>
            <a:endParaRPr b="0" lang="pt-BR"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3200" spc="-1" strike="noStrike">
                <a:solidFill>
                  <a:schemeClr val="dk1"/>
                </a:solidFill>
                <a:latin typeface="Calibri"/>
              </a:rPr>
              <a:t>7.º nível de tópicos</a:t>
            </a:r>
            <a:endParaRPr b="0" lang="pt-BR" sz="3200" spc="-1" strike="noStrike">
              <a:solidFill>
                <a:schemeClr val="dk1"/>
              </a:solidFill>
              <a:latin typeface="Calibri"/>
            </a:endParaRPr>
          </a:p>
        </p:txBody>
      </p:sp>
      <p:sp>
        <p:nvSpPr>
          <p:cNvPr id="257" name="PlaceHolder 4"/>
          <p:cNvSpPr>
            <a:spLocks noGrp="1"/>
          </p:cNvSpPr>
          <p:nvPr>
            <p:ph type="ftr" idx="7"/>
          </p:nvPr>
        </p:nvSpPr>
        <p:spPr>
          <a:xfrm>
            <a:off x="3429000" y="5273640"/>
            <a:ext cx="3225600" cy="283680"/>
          </a:xfrm>
          <a:prstGeom prst="rect">
            <a:avLst/>
          </a:prstGeom>
          <a:noFill/>
          <a:ln w="0">
            <a:noFill/>
          </a:ln>
        </p:spPr>
        <p:txBody>
          <a:bodyPr lIns="0" rIns="0" tIns="0" bIns="0" anchor="t">
            <a:noAutofit/>
          </a:bodyPr>
          <a:lstStyle>
            <a:lvl1pPr indent="0" algn="ctr">
              <a:buNone/>
              <a:defRPr b="0" lang="pt-BR" sz="1400" spc="-1" strike="noStrike">
                <a:solidFill>
                  <a:srgbClr val="000000"/>
                </a:solidFill>
                <a:latin typeface="Times New Roman"/>
              </a:defRPr>
            </a:lvl1pPr>
          </a:lstStyle>
          <a:p>
            <a:pPr indent="0" algn="ctr">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58" name="PlaceHolder 5"/>
          <p:cNvSpPr>
            <a:spLocks noGrp="1"/>
          </p:cNvSpPr>
          <p:nvPr>
            <p:ph type="dt" idx="8"/>
          </p:nvPr>
        </p:nvSpPr>
        <p:spPr>
          <a:xfrm>
            <a:off x="504720" y="5273640"/>
            <a:ext cx="2319120" cy="283680"/>
          </a:xfrm>
          <a:prstGeom prst="rect">
            <a:avLst/>
          </a:prstGeom>
          <a:noFill/>
          <a:ln w="0">
            <a:noFill/>
          </a:ln>
        </p:spPr>
        <p:txBody>
          <a:bodyPr lIns="0" rIns="0" tIns="0" bIns="0" anchor="t">
            <a:noAutofit/>
          </a:bodyPr>
          <a:lstStyle>
            <a:lvl1pPr indent="0">
              <a:lnSpc>
                <a:spcPct val="100000"/>
              </a:lnSpc>
              <a:buNone/>
              <a:defRPr b="0" lang="en-US" sz="1400" spc="-1" strike="noStrike">
                <a:solidFill>
                  <a:schemeClr val="dk1">
                    <a:tint val="75000"/>
                  </a:schemeClr>
                </a:solidFill>
                <a:latin typeface="Calibri"/>
              </a:defRPr>
            </a:lvl1pPr>
          </a:lstStyle>
          <a:p>
            <a:pPr indent="0">
              <a:lnSpc>
                <a:spcPct val="100000"/>
              </a:lnSpc>
              <a:buNone/>
            </a:pPr>
            <a:r>
              <a:rPr b="0" lang="en-US" sz="1400" spc="-1" strike="noStrike">
                <a:solidFill>
                  <a:schemeClr val="dk1">
                    <a:tint val="75000"/>
                  </a:schemeClr>
                </a:solidFill>
                <a:latin typeface="Calibri"/>
              </a:rPr>
              <a:t>&lt;data/hora&gt;</a:t>
            </a:r>
            <a:endParaRPr b="0" lang="pt-BR" sz="1400" spc="-1" strike="noStrike">
              <a:solidFill>
                <a:srgbClr val="000000"/>
              </a:solidFill>
              <a:latin typeface="Times New Roman"/>
            </a:endParaRPr>
          </a:p>
        </p:txBody>
      </p:sp>
      <p:sp>
        <p:nvSpPr>
          <p:cNvPr id="259" name="PlaceHolder 6"/>
          <p:cNvSpPr>
            <a:spLocks noGrp="1"/>
          </p:cNvSpPr>
          <p:nvPr>
            <p:ph type="sldNum" idx="9"/>
          </p:nvPr>
        </p:nvSpPr>
        <p:spPr>
          <a:xfrm>
            <a:off x="7259760" y="5273640"/>
            <a:ext cx="2319120" cy="283680"/>
          </a:xfrm>
          <a:prstGeom prst="rect">
            <a:avLst/>
          </a:prstGeom>
          <a:noFill/>
          <a:ln w="0">
            <a:noFill/>
          </a:ln>
        </p:spPr>
        <p:txBody>
          <a:bodyPr lIns="0" rIns="0" tIns="0" bIns="0" anchor="t">
            <a:noAutofit/>
          </a:bodyPr>
          <a:lstStyle>
            <a:lvl1pPr indent="0" algn="r">
              <a:lnSpc>
                <a:spcPct val="100000"/>
              </a:lnSpc>
              <a:buNone/>
              <a:defRPr b="0" lang="pt-BR" sz="1400" spc="-1" strike="noStrike">
                <a:solidFill>
                  <a:schemeClr val="dk1">
                    <a:tint val="75000"/>
                  </a:schemeClr>
                </a:solidFill>
                <a:latin typeface="Calibri"/>
              </a:defRPr>
            </a:lvl1pPr>
          </a:lstStyle>
          <a:p>
            <a:pPr indent="0" algn="r">
              <a:lnSpc>
                <a:spcPct val="100000"/>
              </a:lnSpc>
              <a:buNone/>
            </a:pPr>
            <a:fld id="{0E46C663-FC7D-422B-80DE-9B802D6421DA}" type="slidenum">
              <a:rPr b="0" lang="pt-BR" sz="1400" spc="-1" strike="noStrike">
                <a:solidFill>
                  <a:schemeClr val="dk1">
                    <a:tint val="75000"/>
                  </a:schemeClr>
                </a:solidFill>
                <a:latin typeface="Calibri"/>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2" name="bg object 16"/>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10080002" y="0"/>
                </a:moveTo>
                <a:lnTo>
                  <a:pt x="0" y="0"/>
                </a:lnTo>
                <a:lnTo>
                  <a:pt x="0" y="720001"/>
                </a:lnTo>
                <a:lnTo>
                  <a:pt x="5039995" y="720001"/>
                </a:lnTo>
                <a:lnTo>
                  <a:pt x="10080002" y="720001"/>
                </a:lnTo>
                <a:lnTo>
                  <a:pt x="10080002" y="0"/>
                </a:lnTo>
                <a:close/>
              </a:path>
            </a:pathLst>
          </a:custGeom>
          <a:solidFill>
            <a:srgbClr val="18186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3" name="bg object 17"/>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5039995" y="720001"/>
                </a:moveTo>
                <a:lnTo>
                  <a:pt x="0" y="720001"/>
                </a:lnTo>
                <a:lnTo>
                  <a:pt x="0" y="0"/>
                </a:lnTo>
                <a:lnTo>
                  <a:pt x="10080002" y="0"/>
                </a:lnTo>
                <a:lnTo>
                  <a:pt x="10080002" y="720001"/>
                </a:lnTo>
                <a:lnTo>
                  <a:pt x="5039995" y="720001"/>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4" name="bg object 18"/>
          <p:cNvSpPr/>
          <p:nvPr/>
        </p:nvSpPr>
        <p:spPr>
          <a:xfrm>
            <a:off x="0" y="1170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803"/>
                </a:lnTo>
                <a:lnTo>
                  <a:pt x="10080713" y="1803"/>
                </a:lnTo>
                <a:lnTo>
                  <a:pt x="10080713" y="0"/>
                </a:lnTo>
                <a:close/>
              </a:path>
            </a:pathLst>
          </a:custGeom>
          <a:solidFill>
            <a:srgbClr val="86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5" name="bg object 19"/>
          <p:cNvSpPr/>
          <p:nvPr/>
        </p:nvSpPr>
        <p:spPr>
          <a:xfrm>
            <a:off x="0" y="1168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7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6" name="bg object 20"/>
          <p:cNvSpPr/>
          <p:nvPr/>
        </p:nvSpPr>
        <p:spPr>
          <a:xfrm>
            <a:off x="0" y="1166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9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7" name="bg object 21"/>
          <p:cNvSpPr/>
          <p:nvPr/>
        </p:nvSpPr>
        <p:spPr>
          <a:xfrm>
            <a:off x="0" y="1163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a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8" name="bg object 22"/>
          <p:cNvSpPr/>
          <p:nvPr/>
        </p:nvSpPr>
        <p:spPr>
          <a:xfrm>
            <a:off x="0" y="1162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ccf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69" name="bg object 23"/>
          <p:cNvSpPr/>
          <p:nvPr/>
        </p:nvSpPr>
        <p:spPr>
          <a:xfrm>
            <a:off x="0" y="1158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d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0" name="bg object 24"/>
          <p:cNvSpPr/>
          <p:nvPr/>
        </p:nvSpPr>
        <p:spPr>
          <a:xfrm>
            <a:off x="0" y="1157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f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1" name="bg object 25"/>
          <p:cNvSpPr/>
          <p:nvPr/>
        </p:nvSpPr>
        <p:spPr>
          <a:xfrm>
            <a:off x="0" y="1155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1d1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2" name="bg object 26"/>
          <p:cNvSpPr/>
          <p:nvPr/>
        </p:nvSpPr>
        <p:spPr>
          <a:xfrm>
            <a:off x="0" y="11523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2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3" name="bg object 27"/>
          <p:cNvSpPr/>
          <p:nvPr/>
        </p:nvSpPr>
        <p:spPr>
          <a:xfrm>
            <a:off x="0" y="1150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4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4" name="bg object 28"/>
          <p:cNvSpPr/>
          <p:nvPr/>
        </p:nvSpPr>
        <p:spPr>
          <a:xfrm>
            <a:off x="0" y="1149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5d3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5" name="bg object 29"/>
          <p:cNvSpPr/>
          <p:nvPr/>
        </p:nvSpPr>
        <p:spPr>
          <a:xfrm>
            <a:off x="0" y="1146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97d4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6" name="bg object 30"/>
          <p:cNvSpPr/>
          <p:nvPr/>
        </p:nvSpPr>
        <p:spPr>
          <a:xfrm>
            <a:off x="0" y="11444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9d4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7" name="bg object 31"/>
          <p:cNvSpPr/>
          <p:nvPr/>
        </p:nvSpPr>
        <p:spPr>
          <a:xfrm>
            <a:off x="0" y="1143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ad5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8" name="bg object 32"/>
          <p:cNvSpPr/>
          <p:nvPr/>
        </p:nvSpPr>
        <p:spPr>
          <a:xfrm>
            <a:off x="0" y="1139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c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79" name="bg object 33"/>
          <p:cNvSpPr/>
          <p:nvPr/>
        </p:nvSpPr>
        <p:spPr>
          <a:xfrm>
            <a:off x="0" y="11383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d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0" name="bg object 34"/>
          <p:cNvSpPr/>
          <p:nvPr/>
        </p:nvSpPr>
        <p:spPr>
          <a:xfrm>
            <a:off x="0" y="1135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f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1" name="bg object 35"/>
          <p:cNvSpPr/>
          <p:nvPr/>
        </p:nvSpPr>
        <p:spPr>
          <a:xfrm>
            <a:off x="0" y="1133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0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2" name="bg object 36"/>
          <p:cNvSpPr/>
          <p:nvPr/>
        </p:nvSpPr>
        <p:spPr>
          <a:xfrm>
            <a:off x="0" y="11318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2d8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3" name="bg object 37"/>
          <p:cNvSpPr/>
          <p:nvPr/>
        </p:nvSpPr>
        <p:spPr>
          <a:xfrm>
            <a:off x="0" y="1128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4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4" name="bg object 38"/>
          <p:cNvSpPr/>
          <p:nvPr/>
        </p:nvSpPr>
        <p:spPr>
          <a:xfrm>
            <a:off x="0" y="1127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5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5" name="bg object 39"/>
          <p:cNvSpPr/>
          <p:nvPr/>
        </p:nvSpPr>
        <p:spPr>
          <a:xfrm>
            <a:off x="0" y="11253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7da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6" name="bg object 40"/>
          <p:cNvSpPr/>
          <p:nvPr/>
        </p:nvSpPr>
        <p:spPr>
          <a:xfrm>
            <a:off x="0" y="11224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8db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7" name="bg object 41"/>
          <p:cNvSpPr/>
          <p:nvPr/>
        </p:nvSpPr>
        <p:spPr>
          <a:xfrm>
            <a:off x="0" y="1120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adb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8" name="bg object 42"/>
          <p:cNvSpPr/>
          <p:nvPr/>
        </p:nvSpPr>
        <p:spPr>
          <a:xfrm>
            <a:off x="0" y="1119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abdc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89" name="bg object 43"/>
          <p:cNvSpPr/>
          <p:nvPr/>
        </p:nvSpPr>
        <p:spPr>
          <a:xfrm>
            <a:off x="0" y="1116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d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0" name="bg object 44"/>
          <p:cNvSpPr/>
          <p:nvPr/>
        </p:nvSpPr>
        <p:spPr>
          <a:xfrm>
            <a:off x="0" y="1114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f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1" name="bg object 45"/>
          <p:cNvSpPr/>
          <p:nvPr/>
        </p:nvSpPr>
        <p:spPr>
          <a:xfrm>
            <a:off x="0" y="1112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0de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2" name="bg object 46"/>
          <p:cNvSpPr/>
          <p:nvPr/>
        </p:nvSpPr>
        <p:spPr>
          <a:xfrm>
            <a:off x="0" y="1109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2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3" name="bg object 47"/>
          <p:cNvSpPr/>
          <p:nvPr/>
        </p:nvSpPr>
        <p:spPr>
          <a:xfrm>
            <a:off x="0" y="1108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3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4" name="bg object 48"/>
          <p:cNvSpPr/>
          <p:nvPr/>
        </p:nvSpPr>
        <p:spPr>
          <a:xfrm>
            <a:off x="0" y="1104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5e0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5" name="bg object 49"/>
          <p:cNvSpPr/>
          <p:nvPr/>
        </p:nvSpPr>
        <p:spPr>
          <a:xfrm>
            <a:off x="0" y="1103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6e0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6" name="bg object 50"/>
          <p:cNvSpPr/>
          <p:nvPr/>
        </p:nvSpPr>
        <p:spPr>
          <a:xfrm>
            <a:off x="0" y="1101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8e1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7" name="bg object 51"/>
          <p:cNvSpPr/>
          <p:nvPr/>
        </p:nvSpPr>
        <p:spPr>
          <a:xfrm>
            <a:off x="0" y="10987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a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8" name="bg object 52"/>
          <p:cNvSpPr/>
          <p:nvPr/>
        </p:nvSpPr>
        <p:spPr>
          <a:xfrm>
            <a:off x="0" y="1096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b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299" name="bg object 53"/>
          <p:cNvSpPr/>
          <p:nvPr/>
        </p:nvSpPr>
        <p:spPr>
          <a:xfrm>
            <a:off x="0" y="1095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de3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0" name="bg object 54"/>
          <p:cNvSpPr/>
          <p:nvPr/>
        </p:nvSpPr>
        <p:spPr>
          <a:xfrm>
            <a:off x="0" y="1092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be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1" name="bg object 55"/>
          <p:cNvSpPr/>
          <p:nvPr/>
        </p:nvSpPr>
        <p:spPr>
          <a:xfrm>
            <a:off x="0" y="10904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0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2" name="bg object 56"/>
          <p:cNvSpPr/>
          <p:nvPr/>
        </p:nvSpPr>
        <p:spPr>
          <a:xfrm>
            <a:off x="0" y="1089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790"/>
                </a:lnTo>
                <a:lnTo>
                  <a:pt x="10080713" y="1790"/>
                </a:lnTo>
                <a:lnTo>
                  <a:pt x="10080713" y="0"/>
                </a:lnTo>
                <a:close/>
              </a:path>
            </a:pathLst>
          </a:custGeom>
          <a:solidFill>
            <a:srgbClr val="c2e5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3" name="bg object 57"/>
          <p:cNvSpPr/>
          <p:nvPr/>
        </p:nvSpPr>
        <p:spPr>
          <a:xfrm>
            <a:off x="0" y="1085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3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4" name="bg object 58"/>
          <p:cNvSpPr/>
          <p:nvPr/>
        </p:nvSpPr>
        <p:spPr>
          <a:xfrm>
            <a:off x="0" y="1084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5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5" name="bg object 59"/>
          <p:cNvSpPr/>
          <p:nvPr/>
        </p:nvSpPr>
        <p:spPr>
          <a:xfrm>
            <a:off x="0" y="10825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c6e7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6" name="bg object 60"/>
          <p:cNvSpPr/>
          <p:nvPr/>
        </p:nvSpPr>
        <p:spPr>
          <a:xfrm>
            <a:off x="0" y="1079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8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7" name="bg object 61"/>
          <p:cNvSpPr/>
          <p:nvPr/>
        </p:nvSpPr>
        <p:spPr>
          <a:xfrm>
            <a:off x="0" y="1077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9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8" name="bg object 62"/>
          <p:cNvSpPr/>
          <p:nvPr/>
        </p:nvSpPr>
        <p:spPr>
          <a:xfrm>
            <a:off x="0" y="1076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ce9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09" name="bg object 63"/>
          <p:cNvSpPr/>
          <p:nvPr/>
        </p:nvSpPr>
        <p:spPr>
          <a:xfrm>
            <a:off x="0" y="1073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dea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0" name="bg object 64"/>
          <p:cNvSpPr/>
          <p:nvPr/>
        </p:nvSpPr>
        <p:spPr>
          <a:xfrm>
            <a:off x="0" y="1071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eea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1" name="bg object 65"/>
          <p:cNvSpPr/>
          <p:nvPr/>
        </p:nvSpPr>
        <p:spPr>
          <a:xfrm>
            <a:off x="0" y="1069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0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2" name="bg object 66"/>
          <p:cNvSpPr/>
          <p:nvPr/>
        </p:nvSpPr>
        <p:spPr>
          <a:xfrm>
            <a:off x="0" y="1066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1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3" name="bg object 67"/>
          <p:cNvSpPr/>
          <p:nvPr/>
        </p:nvSpPr>
        <p:spPr>
          <a:xfrm>
            <a:off x="0" y="1065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3ec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4" name="bg object 68"/>
          <p:cNvSpPr/>
          <p:nvPr/>
        </p:nvSpPr>
        <p:spPr>
          <a:xfrm>
            <a:off x="0" y="1062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4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5" name="bg object 69"/>
          <p:cNvSpPr/>
          <p:nvPr/>
        </p:nvSpPr>
        <p:spPr>
          <a:xfrm>
            <a:off x="0" y="10605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6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6" name="bg object 70"/>
          <p:cNvSpPr/>
          <p:nvPr/>
        </p:nvSpPr>
        <p:spPr>
          <a:xfrm>
            <a:off x="0" y="1058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8ee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7" name="bg object 71"/>
          <p:cNvSpPr/>
          <p:nvPr/>
        </p:nvSpPr>
        <p:spPr>
          <a:xfrm>
            <a:off x="0" y="1055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9ef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8" name="bg object 72"/>
          <p:cNvSpPr/>
          <p:nvPr/>
        </p:nvSpPr>
        <p:spPr>
          <a:xfrm>
            <a:off x="0" y="1054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dbef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19" name="bg object 73"/>
          <p:cNvSpPr/>
          <p:nvPr/>
        </p:nvSpPr>
        <p:spPr>
          <a:xfrm>
            <a:off x="0" y="10526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cf0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0" name="bg object 74"/>
          <p:cNvSpPr/>
          <p:nvPr/>
        </p:nvSpPr>
        <p:spPr>
          <a:xfrm>
            <a:off x="0" y="1049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ef1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1" name="bg object 75"/>
          <p:cNvSpPr/>
          <p:nvPr/>
        </p:nvSpPr>
        <p:spPr>
          <a:xfrm>
            <a:off x="0" y="1047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0f1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2" name="bg object 76"/>
          <p:cNvSpPr/>
          <p:nvPr/>
        </p:nvSpPr>
        <p:spPr>
          <a:xfrm>
            <a:off x="0" y="10461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1f2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3" name="bg object 77"/>
          <p:cNvSpPr/>
          <p:nvPr/>
        </p:nvSpPr>
        <p:spPr>
          <a:xfrm>
            <a:off x="0" y="1042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3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4" name="bg object 78"/>
          <p:cNvSpPr/>
          <p:nvPr/>
        </p:nvSpPr>
        <p:spPr>
          <a:xfrm>
            <a:off x="0" y="1041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4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5" name="bg object 79"/>
          <p:cNvSpPr/>
          <p:nvPr/>
        </p:nvSpPr>
        <p:spPr>
          <a:xfrm>
            <a:off x="0" y="1038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6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6" name="bg object 80"/>
          <p:cNvSpPr/>
          <p:nvPr/>
        </p:nvSpPr>
        <p:spPr>
          <a:xfrm>
            <a:off x="0" y="10368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7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7" name="bg object 81"/>
          <p:cNvSpPr/>
          <p:nvPr/>
        </p:nvSpPr>
        <p:spPr>
          <a:xfrm>
            <a:off x="0" y="1035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9f5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8" name="bg object 82"/>
          <p:cNvSpPr/>
          <p:nvPr/>
        </p:nvSpPr>
        <p:spPr>
          <a:xfrm>
            <a:off x="0" y="1031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bf6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29" name="bg object 83"/>
          <p:cNvSpPr/>
          <p:nvPr/>
        </p:nvSpPr>
        <p:spPr>
          <a:xfrm>
            <a:off x="0" y="1030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cf6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0" name="bg object 84"/>
          <p:cNvSpPr/>
          <p:nvPr/>
        </p:nvSpPr>
        <p:spPr>
          <a:xfrm>
            <a:off x="0" y="10288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eef7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1" name="bg object 85"/>
          <p:cNvSpPr/>
          <p:nvPr/>
        </p:nvSpPr>
        <p:spPr>
          <a:xfrm>
            <a:off x="0" y="1025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f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2" name="bg object 86"/>
          <p:cNvSpPr/>
          <p:nvPr/>
        </p:nvSpPr>
        <p:spPr>
          <a:xfrm>
            <a:off x="0" y="1023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1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3" name="bg object 87"/>
          <p:cNvSpPr/>
          <p:nvPr/>
        </p:nvSpPr>
        <p:spPr>
          <a:xfrm>
            <a:off x="0" y="1022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2f9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4" name="bg object 88"/>
          <p:cNvSpPr/>
          <p:nvPr/>
        </p:nvSpPr>
        <p:spPr>
          <a:xfrm>
            <a:off x="0" y="1019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4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5" name="bg object 89"/>
          <p:cNvSpPr/>
          <p:nvPr/>
        </p:nvSpPr>
        <p:spPr>
          <a:xfrm>
            <a:off x="0" y="1017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6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6" name="bg object 90"/>
          <p:cNvSpPr/>
          <p:nvPr/>
        </p:nvSpPr>
        <p:spPr>
          <a:xfrm>
            <a:off x="0" y="1015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7fb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7" name="bg object 91"/>
          <p:cNvSpPr/>
          <p:nvPr/>
        </p:nvSpPr>
        <p:spPr>
          <a:xfrm>
            <a:off x="0" y="1012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9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8" name="bg object 92"/>
          <p:cNvSpPr/>
          <p:nvPr/>
        </p:nvSpPr>
        <p:spPr>
          <a:xfrm>
            <a:off x="0" y="1011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a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39" name="bg object 93"/>
          <p:cNvSpPr/>
          <p:nvPr/>
        </p:nvSpPr>
        <p:spPr>
          <a:xfrm>
            <a:off x="0" y="1008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cfd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40" name="bg object 94"/>
          <p:cNvSpPr/>
          <p:nvPr/>
        </p:nvSpPr>
        <p:spPr>
          <a:xfrm>
            <a:off x="0" y="1008000"/>
            <a:ext cx="10080360" cy="164880"/>
          </a:xfrm>
          <a:custGeom>
            <a:avLst/>
            <a:gdLst>
              <a:gd name="textAreaLeft" fmla="*/ 0 w 10080360"/>
              <a:gd name="textAreaRight" fmla="*/ 10080720 w 10080360"/>
              <a:gd name="textAreaTop" fmla="*/ 0 h 164880"/>
              <a:gd name="textAreaBottom" fmla="*/ 165240 h 164880"/>
            </a:gdLst>
            <a:ahLst/>
            <a:rect l="textAreaLeft" t="textAreaTop" r="textAreaRight" b="textAreaBottom"/>
            <a:pathLst>
              <a:path w="10080625" h="165100">
                <a:moveTo>
                  <a:pt x="5039995" y="164515"/>
                </a:moveTo>
                <a:lnTo>
                  <a:pt x="0" y="164515"/>
                </a:lnTo>
                <a:lnTo>
                  <a:pt x="0" y="0"/>
                </a:lnTo>
                <a:lnTo>
                  <a:pt x="10080002" y="0"/>
                </a:lnTo>
                <a:lnTo>
                  <a:pt x="10080002" y="164515"/>
                </a:lnTo>
                <a:lnTo>
                  <a:pt x="5039995" y="164515"/>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pic>
        <p:nvPicPr>
          <p:cNvPr id="341" name="bg object 95" descr=""/>
          <p:cNvPicPr/>
          <p:nvPr/>
        </p:nvPicPr>
        <p:blipFill>
          <a:blip r:embed="rId2"/>
          <a:stretch/>
        </p:blipFill>
        <p:spPr>
          <a:xfrm>
            <a:off x="216000" y="106200"/>
            <a:ext cx="720360" cy="1218960"/>
          </a:xfrm>
          <a:prstGeom prst="rect">
            <a:avLst/>
          </a:prstGeom>
          <a:ln w="9525">
            <a:noFill/>
          </a:ln>
        </p:spPr>
      </p:pic>
      <p:sp>
        <p:nvSpPr>
          <p:cNvPr id="342" name="PlaceHolder 1"/>
          <p:cNvSpPr>
            <a:spLocks noGrp="1"/>
          </p:cNvSpPr>
          <p:nvPr>
            <p:ph type="title"/>
          </p:nvPr>
        </p:nvSpPr>
        <p:spPr>
          <a:xfrm>
            <a:off x="704880" y="384120"/>
            <a:ext cx="8673840" cy="572760"/>
          </a:xfrm>
          <a:prstGeom prst="rect">
            <a:avLst/>
          </a:prstGeom>
          <a:noFill/>
          <a:ln w="9360">
            <a:noFill/>
          </a:ln>
        </p:spPr>
        <p:txBody>
          <a:bodyPr numCol="1" spcCol="0" lIns="0" rIns="0" tIns="0" bIns="0" anchor="t">
            <a:noAutofit/>
          </a:bodyPr>
          <a:p>
            <a:pPr indent="0">
              <a:buNone/>
            </a:pPr>
            <a:r>
              <a:rPr b="0" lang="pt-BR" sz="3600" spc="-1" strike="noStrike">
                <a:solidFill>
                  <a:schemeClr val="dk1"/>
                </a:solidFill>
                <a:latin typeface="Arial"/>
              </a:rPr>
              <a:t>Clique para editar o formato do texto do título</a:t>
            </a:r>
            <a:endParaRPr b="0" lang="pt-BR" sz="3600" spc="-1" strike="noStrike">
              <a:solidFill>
                <a:schemeClr val="dk1"/>
              </a:solidFill>
              <a:latin typeface="Arial"/>
            </a:endParaRPr>
          </a:p>
        </p:txBody>
      </p:sp>
      <p:sp>
        <p:nvSpPr>
          <p:cNvPr id="343" name="PlaceHolder 2"/>
          <p:cNvSpPr>
            <a:spLocks noGrp="1"/>
          </p:cNvSpPr>
          <p:nvPr>
            <p:ph type="ftr" idx="10"/>
          </p:nvPr>
        </p:nvSpPr>
        <p:spPr>
          <a:xfrm>
            <a:off x="3429000" y="5273640"/>
            <a:ext cx="3225600" cy="283680"/>
          </a:xfrm>
          <a:prstGeom prst="rect">
            <a:avLst/>
          </a:prstGeom>
          <a:noFill/>
          <a:ln w="0">
            <a:noFill/>
          </a:ln>
        </p:spPr>
        <p:txBody>
          <a:bodyPr lIns="0" rIns="0" tIns="0" bIns="0" anchor="t">
            <a:noAutofit/>
          </a:bodyPr>
          <a:lstStyle>
            <a:lvl1pPr indent="0" algn="ctr">
              <a:buNone/>
              <a:defRPr b="0" lang="pt-BR" sz="1400" spc="-1" strike="noStrike">
                <a:solidFill>
                  <a:srgbClr val="000000"/>
                </a:solidFill>
                <a:latin typeface="Times New Roman"/>
              </a:defRPr>
            </a:lvl1pPr>
          </a:lstStyle>
          <a:p>
            <a:pPr indent="0" algn="ctr">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344" name="PlaceHolder 3"/>
          <p:cNvSpPr>
            <a:spLocks noGrp="1"/>
          </p:cNvSpPr>
          <p:nvPr>
            <p:ph type="dt" idx="11"/>
          </p:nvPr>
        </p:nvSpPr>
        <p:spPr>
          <a:xfrm>
            <a:off x="504720" y="5273640"/>
            <a:ext cx="2319120" cy="283680"/>
          </a:xfrm>
          <a:prstGeom prst="rect">
            <a:avLst/>
          </a:prstGeom>
          <a:noFill/>
          <a:ln w="0">
            <a:noFill/>
          </a:ln>
        </p:spPr>
        <p:txBody>
          <a:bodyPr lIns="0" rIns="0" tIns="0" bIns="0" anchor="t">
            <a:noAutofit/>
          </a:bodyPr>
          <a:lstStyle>
            <a:lvl1pPr indent="0">
              <a:lnSpc>
                <a:spcPct val="100000"/>
              </a:lnSpc>
              <a:buNone/>
              <a:defRPr b="0" lang="en-US" sz="1400" spc="-1" strike="noStrike">
                <a:solidFill>
                  <a:schemeClr val="dk1">
                    <a:tint val="75000"/>
                  </a:schemeClr>
                </a:solidFill>
                <a:latin typeface="Calibri"/>
              </a:defRPr>
            </a:lvl1pPr>
          </a:lstStyle>
          <a:p>
            <a:pPr indent="0">
              <a:lnSpc>
                <a:spcPct val="100000"/>
              </a:lnSpc>
              <a:buNone/>
            </a:pPr>
            <a:r>
              <a:rPr b="0" lang="en-US" sz="1400" spc="-1" strike="noStrike">
                <a:solidFill>
                  <a:schemeClr val="dk1">
                    <a:tint val="75000"/>
                  </a:schemeClr>
                </a:solidFill>
                <a:latin typeface="Calibri"/>
              </a:rPr>
              <a:t>&lt;data/hora&gt;</a:t>
            </a:r>
            <a:endParaRPr b="0" lang="pt-BR" sz="1400" spc="-1" strike="noStrike">
              <a:solidFill>
                <a:srgbClr val="000000"/>
              </a:solidFill>
              <a:latin typeface="Times New Roman"/>
            </a:endParaRPr>
          </a:p>
        </p:txBody>
      </p:sp>
      <p:sp>
        <p:nvSpPr>
          <p:cNvPr id="345" name="PlaceHolder 4"/>
          <p:cNvSpPr>
            <a:spLocks noGrp="1"/>
          </p:cNvSpPr>
          <p:nvPr>
            <p:ph type="sldNum" idx="12"/>
          </p:nvPr>
        </p:nvSpPr>
        <p:spPr>
          <a:xfrm>
            <a:off x="7259760" y="5273640"/>
            <a:ext cx="2319120" cy="283680"/>
          </a:xfrm>
          <a:prstGeom prst="rect">
            <a:avLst/>
          </a:prstGeom>
          <a:noFill/>
          <a:ln w="0">
            <a:noFill/>
          </a:ln>
        </p:spPr>
        <p:txBody>
          <a:bodyPr lIns="0" rIns="0" tIns="0" bIns="0" anchor="t">
            <a:noAutofit/>
          </a:bodyPr>
          <a:lstStyle>
            <a:lvl1pPr indent="0" algn="r">
              <a:lnSpc>
                <a:spcPct val="100000"/>
              </a:lnSpc>
              <a:buNone/>
              <a:defRPr b="0" lang="pt-BR" sz="1400" spc="-1" strike="noStrike">
                <a:solidFill>
                  <a:schemeClr val="dk1">
                    <a:tint val="75000"/>
                  </a:schemeClr>
                </a:solidFill>
                <a:latin typeface="Calibri"/>
              </a:defRPr>
            </a:lvl1pPr>
          </a:lstStyle>
          <a:p>
            <a:pPr indent="0" algn="r">
              <a:lnSpc>
                <a:spcPct val="100000"/>
              </a:lnSpc>
              <a:buNone/>
            </a:pPr>
            <a:fld id="{53D1FD9C-7F5C-42DC-BCE3-DB1B35A0E010}" type="slidenum">
              <a:rPr b="0" lang="pt-BR" sz="1400" spc="-1" strike="noStrike">
                <a:solidFill>
                  <a:schemeClr val="dk1">
                    <a:tint val="75000"/>
                  </a:schemeClr>
                </a:solidFill>
                <a:latin typeface="Calibri"/>
              </a:rPr>
              <a:t>&lt;número&gt;</a:t>
            </a:fld>
            <a:endParaRPr b="0" lang="pt-BR" sz="1400" spc="-1" strike="noStrike">
              <a:solidFill>
                <a:srgbClr val="000000"/>
              </a:solidFill>
              <a:latin typeface="Times New Roman"/>
            </a:endParaRPr>
          </a:p>
        </p:txBody>
      </p:sp>
      <p:sp>
        <p:nvSpPr>
          <p:cNvPr id="346" name="PlaceHolder 5"/>
          <p:cNvSpPr>
            <a:spLocks noGrp="1"/>
          </p:cNvSpPr>
          <p:nvPr>
            <p:ph type="body"/>
          </p:nvPr>
        </p:nvSpPr>
        <p:spPr>
          <a:xfrm>
            <a:off x="504000" y="1326600"/>
            <a:ext cx="907488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Calibri"/>
              </a:rPr>
              <a:t>Clique para editar o formato de texto dos tópicos</a:t>
            </a:r>
            <a:endParaRPr b="0" lang="pt-B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Calibri"/>
              </a:rPr>
              <a:t>2.º nível de tópicos</a:t>
            </a:r>
            <a:endParaRPr b="0" lang="pt-BR"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Calibri"/>
              </a:rPr>
              <a:t>3.º nível de tópicos</a:t>
            </a:r>
            <a:endParaRPr b="0" lang="pt-BR"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Calibri"/>
              </a:rPr>
              <a:t>4.º nível de tópicos</a:t>
            </a:r>
            <a:endParaRPr b="0" lang="pt-BR"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Calibri"/>
              </a:rPr>
              <a:t>5.º nível de tópicos</a:t>
            </a:r>
            <a:endParaRPr b="0" lang="pt-BR"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Calibri"/>
              </a:rPr>
              <a:t>6.º nível de tópicos</a:t>
            </a:r>
            <a:endParaRPr b="0" lang="pt-BR"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Calibri"/>
              </a:rPr>
              <a:t>7.º nível de tópicos</a:t>
            </a:r>
            <a:endParaRPr b="0" lang="pt-BR"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9" name="bg object 16"/>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10080002" y="0"/>
                </a:moveTo>
                <a:lnTo>
                  <a:pt x="0" y="0"/>
                </a:lnTo>
                <a:lnTo>
                  <a:pt x="0" y="720001"/>
                </a:lnTo>
                <a:lnTo>
                  <a:pt x="5039995" y="720001"/>
                </a:lnTo>
                <a:lnTo>
                  <a:pt x="10080002" y="720001"/>
                </a:lnTo>
                <a:lnTo>
                  <a:pt x="10080002" y="0"/>
                </a:lnTo>
                <a:close/>
              </a:path>
            </a:pathLst>
          </a:custGeom>
          <a:solidFill>
            <a:srgbClr val="18186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0" name="bg object 17"/>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5039995" y="720001"/>
                </a:moveTo>
                <a:lnTo>
                  <a:pt x="0" y="720001"/>
                </a:lnTo>
                <a:lnTo>
                  <a:pt x="0" y="0"/>
                </a:lnTo>
                <a:lnTo>
                  <a:pt x="10080002" y="0"/>
                </a:lnTo>
                <a:lnTo>
                  <a:pt x="10080002" y="720001"/>
                </a:lnTo>
                <a:lnTo>
                  <a:pt x="5039995" y="720001"/>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1" name="bg object 18"/>
          <p:cNvSpPr/>
          <p:nvPr/>
        </p:nvSpPr>
        <p:spPr>
          <a:xfrm>
            <a:off x="0" y="1170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803"/>
                </a:lnTo>
                <a:lnTo>
                  <a:pt x="10080713" y="1803"/>
                </a:lnTo>
                <a:lnTo>
                  <a:pt x="10080713" y="0"/>
                </a:lnTo>
                <a:close/>
              </a:path>
            </a:pathLst>
          </a:custGeom>
          <a:solidFill>
            <a:srgbClr val="86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2" name="bg object 19"/>
          <p:cNvSpPr/>
          <p:nvPr/>
        </p:nvSpPr>
        <p:spPr>
          <a:xfrm>
            <a:off x="0" y="1168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7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3" name="bg object 20"/>
          <p:cNvSpPr/>
          <p:nvPr/>
        </p:nvSpPr>
        <p:spPr>
          <a:xfrm>
            <a:off x="0" y="1166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9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4" name="bg object 21"/>
          <p:cNvSpPr/>
          <p:nvPr/>
        </p:nvSpPr>
        <p:spPr>
          <a:xfrm>
            <a:off x="0" y="1163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a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5" name="bg object 22"/>
          <p:cNvSpPr/>
          <p:nvPr/>
        </p:nvSpPr>
        <p:spPr>
          <a:xfrm>
            <a:off x="0" y="1162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ccf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6" name="bg object 23"/>
          <p:cNvSpPr/>
          <p:nvPr/>
        </p:nvSpPr>
        <p:spPr>
          <a:xfrm>
            <a:off x="0" y="1158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d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7" name="bg object 24"/>
          <p:cNvSpPr/>
          <p:nvPr/>
        </p:nvSpPr>
        <p:spPr>
          <a:xfrm>
            <a:off x="0" y="1157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f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8" name="bg object 25"/>
          <p:cNvSpPr/>
          <p:nvPr/>
        </p:nvSpPr>
        <p:spPr>
          <a:xfrm>
            <a:off x="0" y="1155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1d1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59" name="bg object 26"/>
          <p:cNvSpPr/>
          <p:nvPr/>
        </p:nvSpPr>
        <p:spPr>
          <a:xfrm>
            <a:off x="0" y="11523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2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0" name="bg object 27"/>
          <p:cNvSpPr/>
          <p:nvPr/>
        </p:nvSpPr>
        <p:spPr>
          <a:xfrm>
            <a:off x="0" y="1150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4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1" name="bg object 28"/>
          <p:cNvSpPr/>
          <p:nvPr/>
        </p:nvSpPr>
        <p:spPr>
          <a:xfrm>
            <a:off x="0" y="1149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5d3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2" name="bg object 29"/>
          <p:cNvSpPr/>
          <p:nvPr/>
        </p:nvSpPr>
        <p:spPr>
          <a:xfrm>
            <a:off x="0" y="1146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97d4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3" name="bg object 30"/>
          <p:cNvSpPr/>
          <p:nvPr/>
        </p:nvSpPr>
        <p:spPr>
          <a:xfrm>
            <a:off x="0" y="11444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9d4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4" name="bg object 31"/>
          <p:cNvSpPr/>
          <p:nvPr/>
        </p:nvSpPr>
        <p:spPr>
          <a:xfrm>
            <a:off x="0" y="1143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ad5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5" name="bg object 32"/>
          <p:cNvSpPr/>
          <p:nvPr/>
        </p:nvSpPr>
        <p:spPr>
          <a:xfrm>
            <a:off x="0" y="1139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c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6" name="bg object 33"/>
          <p:cNvSpPr/>
          <p:nvPr/>
        </p:nvSpPr>
        <p:spPr>
          <a:xfrm>
            <a:off x="0" y="11383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d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7" name="bg object 34"/>
          <p:cNvSpPr/>
          <p:nvPr/>
        </p:nvSpPr>
        <p:spPr>
          <a:xfrm>
            <a:off x="0" y="1135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f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8" name="bg object 35"/>
          <p:cNvSpPr/>
          <p:nvPr/>
        </p:nvSpPr>
        <p:spPr>
          <a:xfrm>
            <a:off x="0" y="1133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0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69" name="bg object 36"/>
          <p:cNvSpPr/>
          <p:nvPr/>
        </p:nvSpPr>
        <p:spPr>
          <a:xfrm>
            <a:off x="0" y="11318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2d8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0" name="bg object 37"/>
          <p:cNvSpPr/>
          <p:nvPr/>
        </p:nvSpPr>
        <p:spPr>
          <a:xfrm>
            <a:off x="0" y="1128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4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1" name="bg object 38"/>
          <p:cNvSpPr/>
          <p:nvPr/>
        </p:nvSpPr>
        <p:spPr>
          <a:xfrm>
            <a:off x="0" y="1127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5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2" name="bg object 39"/>
          <p:cNvSpPr/>
          <p:nvPr/>
        </p:nvSpPr>
        <p:spPr>
          <a:xfrm>
            <a:off x="0" y="11253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7da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3" name="bg object 40"/>
          <p:cNvSpPr/>
          <p:nvPr/>
        </p:nvSpPr>
        <p:spPr>
          <a:xfrm>
            <a:off x="0" y="11224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8db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4" name="bg object 41"/>
          <p:cNvSpPr/>
          <p:nvPr/>
        </p:nvSpPr>
        <p:spPr>
          <a:xfrm>
            <a:off x="0" y="1120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adb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5" name="bg object 42"/>
          <p:cNvSpPr/>
          <p:nvPr/>
        </p:nvSpPr>
        <p:spPr>
          <a:xfrm>
            <a:off x="0" y="1119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abdc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6" name="bg object 43"/>
          <p:cNvSpPr/>
          <p:nvPr/>
        </p:nvSpPr>
        <p:spPr>
          <a:xfrm>
            <a:off x="0" y="1116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d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7" name="bg object 44"/>
          <p:cNvSpPr/>
          <p:nvPr/>
        </p:nvSpPr>
        <p:spPr>
          <a:xfrm>
            <a:off x="0" y="1114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f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8" name="bg object 45"/>
          <p:cNvSpPr/>
          <p:nvPr/>
        </p:nvSpPr>
        <p:spPr>
          <a:xfrm>
            <a:off x="0" y="1112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0de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79" name="bg object 46"/>
          <p:cNvSpPr/>
          <p:nvPr/>
        </p:nvSpPr>
        <p:spPr>
          <a:xfrm>
            <a:off x="0" y="1109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2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0" name="bg object 47"/>
          <p:cNvSpPr/>
          <p:nvPr/>
        </p:nvSpPr>
        <p:spPr>
          <a:xfrm>
            <a:off x="0" y="1108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3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1" name="bg object 48"/>
          <p:cNvSpPr/>
          <p:nvPr/>
        </p:nvSpPr>
        <p:spPr>
          <a:xfrm>
            <a:off x="0" y="1104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5e0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2" name="bg object 49"/>
          <p:cNvSpPr/>
          <p:nvPr/>
        </p:nvSpPr>
        <p:spPr>
          <a:xfrm>
            <a:off x="0" y="1103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6e0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3" name="bg object 50"/>
          <p:cNvSpPr/>
          <p:nvPr/>
        </p:nvSpPr>
        <p:spPr>
          <a:xfrm>
            <a:off x="0" y="1101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8e1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4" name="bg object 51"/>
          <p:cNvSpPr/>
          <p:nvPr/>
        </p:nvSpPr>
        <p:spPr>
          <a:xfrm>
            <a:off x="0" y="10987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a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5" name="bg object 52"/>
          <p:cNvSpPr/>
          <p:nvPr/>
        </p:nvSpPr>
        <p:spPr>
          <a:xfrm>
            <a:off x="0" y="1096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b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6" name="bg object 53"/>
          <p:cNvSpPr/>
          <p:nvPr/>
        </p:nvSpPr>
        <p:spPr>
          <a:xfrm>
            <a:off x="0" y="1095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de3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7" name="bg object 54"/>
          <p:cNvSpPr/>
          <p:nvPr/>
        </p:nvSpPr>
        <p:spPr>
          <a:xfrm>
            <a:off x="0" y="1092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be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8" name="bg object 55"/>
          <p:cNvSpPr/>
          <p:nvPr/>
        </p:nvSpPr>
        <p:spPr>
          <a:xfrm>
            <a:off x="0" y="10904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0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89" name="bg object 56"/>
          <p:cNvSpPr/>
          <p:nvPr/>
        </p:nvSpPr>
        <p:spPr>
          <a:xfrm>
            <a:off x="0" y="1089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790"/>
                </a:lnTo>
                <a:lnTo>
                  <a:pt x="10080713" y="1790"/>
                </a:lnTo>
                <a:lnTo>
                  <a:pt x="10080713" y="0"/>
                </a:lnTo>
                <a:close/>
              </a:path>
            </a:pathLst>
          </a:custGeom>
          <a:solidFill>
            <a:srgbClr val="c2e5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0" name="bg object 57"/>
          <p:cNvSpPr/>
          <p:nvPr/>
        </p:nvSpPr>
        <p:spPr>
          <a:xfrm>
            <a:off x="0" y="1085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3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1" name="bg object 58"/>
          <p:cNvSpPr/>
          <p:nvPr/>
        </p:nvSpPr>
        <p:spPr>
          <a:xfrm>
            <a:off x="0" y="1084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5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2" name="bg object 59"/>
          <p:cNvSpPr/>
          <p:nvPr/>
        </p:nvSpPr>
        <p:spPr>
          <a:xfrm>
            <a:off x="0" y="10825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c6e7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3" name="bg object 60"/>
          <p:cNvSpPr/>
          <p:nvPr/>
        </p:nvSpPr>
        <p:spPr>
          <a:xfrm>
            <a:off x="0" y="1079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8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4" name="bg object 61"/>
          <p:cNvSpPr/>
          <p:nvPr/>
        </p:nvSpPr>
        <p:spPr>
          <a:xfrm>
            <a:off x="0" y="1077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9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5" name="bg object 62"/>
          <p:cNvSpPr/>
          <p:nvPr/>
        </p:nvSpPr>
        <p:spPr>
          <a:xfrm>
            <a:off x="0" y="1076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ce9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6" name="bg object 63"/>
          <p:cNvSpPr/>
          <p:nvPr/>
        </p:nvSpPr>
        <p:spPr>
          <a:xfrm>
            <a:off x="0" y="1073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dea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7" name="bg object 64"/>
          <p:cNvSpPr/>
          <p:nvPr/>
        </p:nvSpPr>
        <p:spPr>
          <a:xfrm>
            <a:off x="0" y="1071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eea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8" name="bg object 65"/>
          <p:cNvSpPr/>
          <p:nvPr/>
        </p:nvSpPr>
        <p:spPr>
          <a:xfrm>
            <a:off x="0" y="1069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0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399" name="bg object 66"/>
          <p:cNvSpPr/>
          <p:nvPr/>
        </p:nvSpPr>
        <p:spPr>
          <a:xfrm>
            <a:off x="0" y="1066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1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0" name="bg object 67"/>
          <p:cNvSpPr/>
          <p:nvPr/>
        </p:nvSpPr>
        <p:spPr>
          <a:xfrm>
            <a:off x="0" y="1065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3ec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1" name="bg object 68"/>
          <p:cNvSpPr/>
          <p:nvPr/>
        </p:nvSpPr>
        <p:spPr>
          <a:xfrm>
            <a:off x="0" y="1062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4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2" name="bg object 69"/>
          <p:cNvSpPr/>
          <p:nvPr/>
        </p:nvSpPr>
        <p:spPr>
          <a:xfrm>
            <a:off x="0" y="10605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6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3" name="bg object 70"/>
          <p:cNvSpPr/>
          <p:nvPr/>
        </p:nvSpPr>
        <p:spPr>
          <a:xfrm>
            <a:off x="0" y="1058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8ee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4" name="bg object 71"/>
          <p:cNvSpPr/>
          <p:nvPr/>
        </p:nvSpPr>
        <p:spPr>
          <a:xfrm>
            <a:off x="0" y="1055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9ef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5" name="bg object 72"/>
          <p:cNvSpPr/>
          <p:nvPr/>
        </p:nvSpPr>
        <p:spPr>
          <a:xfrm>
            <a:off x="0" y="1054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dbef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6" name="bg object 73"/>
          <p:cNvSpPr/>
          <p:nvPr/>
        </p:nvSpPr>
        <p:spPr>
          <a:xfrm>
            <a:off x="0" y="10526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cf0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7" name="bg object 74"/>
          <p:cNvSpPr/>
          <p:nvPr/>
        </p:nvSpPr>
        <p:spPr>
          <a:xfrm>
            <a:off x="0" y="1049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ef1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8" name="bg object 75"/>
          <p:cNvSpPr/>
          <p:nvPr/>
        </p:nvSpPr>
        <p:spPr>
          <a:xfrm>
            <a:off x="0" y="1047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0f1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09" name="bg object 76"/>
          <p:cNvSpPr/>
          <p:nvPr/>
        </p:nvSpPr>
        <p:spPr>
          <a:xfrm>
            <a:off x="0" y="10461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1f2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0" name="bg object 77"/>
          <p:cNvSpPr/>
          <p:nvPr/>
        </p:nvSpPr>
        <p:spPr>
          <a:xfrm>
            <a:off x="0" y="1042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3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1" name="bg object 78"/>
          <p:cNvSpPr/>
          <p:nvPr/>
        </p:nvSpPr>
        <p:spPr>
          <a:xfrm>
            <a:off x="0" y="1041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4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2" name="bg object 79"/>
          <p:cNvSpPr/>
          <p:nvPr/>
        </p:nvSpPr>
        <p:spPr>
          <a:xfrm>
            <a:off x="0" y="1038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6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3" name="bg object 80"/>
          <p:cNvSpPr/>
          <p:nvPr/>
        </p:nvSpPr>
        <p:spPr>
          <a:xfrm>
            <a:off x="0" y="10368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7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4" name="bg object 81"/>
          <p:cNvSpPr/>
          <p:nvPr/>
        </p:nvSpPr>
        <p:spPr>
          <a:xfrm>
            <a:off x="0" y="1035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9f5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5" name="bg object 82"/>
          <p:cNvSpPr/>
          <p:nvPr/>
        </p:nvSpPr>
        <p:spPr>
          <a:xfrm>
            <a:off x="0" y="1031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bf6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6" name="bg object 83"/>
          <p:cNvSpPr/>
          <p:nvPr/>
        </p:nvSpPr>
        <p:spPr>
          <a:xfrm>
            <a:off x="0" y="1030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cf6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7" name="bg object 84"/>
          <p:cNvSpPr/>
          <p:nvPr/>
        </p:nvSpPr>
        <p:spPr>
          <a:xfrm>
            <a:off x="0" y="10288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eef7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8" name="bg object 85"/>
          <p:cNvSpPr/>
          <p:nvPr/>
        </p:nvSpPr>
        <p:spPr>
          <a:xfrm>
            <a:off x="0" y="1025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f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19" name="bg object 86"/>
          <p:cNvSpPr/>
          <p:nvPr/>
        </p:nvSpPr>
        <p:spPr>
          <a:xfrm>
            <a:off x="0" y="1023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1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0" name="bg object 87"/>
          <p:cNvSpPr/>
          <p:nvPr/>
        </p:nvSpPr>
        <p:spPr>
          <a:xfrm>
            <a:off x="0" y="1022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2f9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1" name="bg object 88"/>
          <p:cNvSpPr/>
          <p:nvPr/>
        </p:nvSpPr>
        <p:spPr>
          <a:xfrm>
            <a:off x="0" y="1019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4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2" name="bg object 89"/>
          <p:cNvSpPr/>
          <p:nvPr/>
        </p:nvSpPr>
        <p:spPr>
          <a:xfrm>
            <a:off x="0" y="1017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6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3" name="bg object 90"/>
          <p:cNvSpPr/>
          <p:nvPr/>
        </p:nvSpPr>
        <p:spPr>
          <a:xfrm>
            <a:off x="0" y="1015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7fb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4" name="bg object 91"/>
          <p:cNvSpPr/>
          <p:nvPr/>
        </p:nvSpPr>
        <p:spPr>
          <a:xfrm>
            <a:off x="0" y="1012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9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5" name="bg object 92"/>
          <p:cNvSpPr/>
          <p:nvPr/>
        </p:nvSpPr>
        <p:spPr>
          <a:xfrm>
            <a:off x="0" y="1011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a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6" name="bg object 93"/>
          <p:cNvSpPr/>
          <p:nvPr/>
        </p:nvSpPr>
        <p:spPr>
          <a:xfrm>
            <a:off x="0" y="1008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cfd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27" name="bg object 94"/>
          <p:cNvSpPr/>
          <p:nvPr/>
        </p:nvSpPr>
        <p:spPr>
          <a:xfrm>
            <a:off x="0" y="1008000"/>
            <a:ext cx="10080360" cy="164880"/>
          </a:xfrm>
          <a:custGeom>
            <a:avLst/>
            <a:gdLst>
              <a:gd name="textAreaLeft" fmla="*/ 0 w 10080360"/>
              <a:gd name="textAreaRight" fmla="*/ 10080720 w 10080360"/>
              <a:gd name="textAreaTop" fmla="*/ 0 h 164880"/>
              <a:gd name="textAreaBottom" fmla="*/ 165240 h 164880"/>
            </a:gdLst>
            <a:ahLst/>
            <a:rect l="textAreaLeft" t="textAreaTop" r="textAreaRight" b="textAreaBottom"/>
            <a:pathLst>
              <a:path w="10080625" h="165100">
                <a:moveTo>
                  <a:pt x="5039995" y="164515"/>
                </a:moveTo>
                <a:lnTo>
                  <a:pt x="0" y="164515"/>
                </a:lnTo>
                <a:lnTo>
                  <a:pt x="0" y="0"/>
                </a:lnTo>
                <a:lnTo>
                  <a:pt x="10080002" y="0"/>
                </a:lnTo>
                <a:lnTo>
                  <a:pt x="10080002" y="164515"/>
                </a:lnTo>
                <a:lnTo>
                  <a:pt x="5039995" y="164515"/>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pic>
        <p:nvPicPr>
          <p:cNvPr id="428" name="bg object 95" descr=""/>
          <p:cNvPicPr/>
          <p:nvPr/>
        </p:nvPicPr>
        <p:blipFill>
          <a:blip r:embed="rId2"/>
          <a:stretch/>
        </p:blipFill>
        <p:spPr>
          <a:xfrm>
            <a:off x="216000" y="106200"/>
            <a:ext cx="720360" cy="1218960"/>
          </a:xfrm>
          <a:prstGeom prst="rect">
            <a:avLst/>
          </a:prstGeom>
          <a:ln w="9525">
            <a:noFill/>
          </a:ln>
        </p:spPr>
      </p:pic>
      <p:sp>
        <p:nvSpPr>
          <p:cNvPr id="429" name="PlaceHolder 1"/>
          <p:cNvSpPr>
            <a:spLocks noGrp="1"/>
          </p:cNvSpPr>
          <p:nvPr>
            <p:ph type="ftr" idx="13"/>
          </p:nvPr>
        </p:nvSpPr>
        <p:spPr>
          <a:xfrm>
            <a:off x="3429000" y="5273640"/>
            <a:ext cx="3225600" cy="283680"/>
          </a:xfrm>
          <a:prstGeom prst="rect">
            <a:avLst/>
          </a:prstGeom>
          <a:noFill/>
          <a:ln w="0">
            <a:noFill/>
          </a:ln>
        </p:spPr>
        <p:txBody>
          <a:bodyPr lIns="0" rIns="0" tIns="0" bIns="0" anchor="t">
            <a:noAutofit/>
          </a:bodyPr>
          <a:lstStyle>
            <a:lvl1pPr indent="0" algn="ctr">
              <a:buNone/>
              <a:defRPr b="0" lang="pt-BR" sz="1400" spc="-1" strike="noStrike">
                <a:solidFill>
                  <a:srgbClr val="000000"/>
                </a:solidFill>
                <a:latin typeface="Times New Roman"/>
              </a:defRPr>
            </a:lvl1pPr>
          </a:lstStyle>
          <a:p>
            <a:pPr indent="0" algn="ctr">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430" name="PlaceHolder 2"/>
          <p:cNvSpPr>
            <a:spLocks noGrp="1"/>
          </p:cNvSpPr>
          <p:nvPr>
            <p:ph type="dt" idx="14"/>
          </p:nvPr>
        </p:nvSpPr>
        <p:spPr>
          <a:xfrm>
            <a:off x="504720" y="5273640"/>
            <a:ext cx="2319120" cy="283680"/>
          </a:xfrm>
          <a:prstGeom prst="rect">
            <a:avLst/>
          </a:prstGeom>
          <a:noFill/>
          <a:ln w="0">
            <a:noFill/>
          </a:ln>
        </p:spPr>
        <p:txBody>
          <a:bodyPr lIns="0" rIns="0" tIns="0" bIns="0" anchor="t">
            <a:noAutofit/>
          </a:bodyPr>
          <a:lstStyle>
            <a:lvl1pPr indent="0">
              <a:lnSpc>
                <a:spcPct val="100000"/>
              </a:lnSpc>
              <a:buNone/>
              <a:defRPr b="0" lang="en-US" sz="1400" spc="-1" strike="noStrike">
                <a:solidFill>
                  <a:schemeClr val="dk1">
                    <a:tint val="75000"/>
                  </a:schemeClr>
                </a:solidFill>
                <a:latin typeface="Calibri"/>
              </a:defRPr>
            </a:lvl1pPr>
          </a:lstStyle>
          <a:p>
            <a:pPr indent="0">
              <a:lnSpc>
                <a:spcPct val="100000"/>
              </a:lnSpc>
              <a:buNone/>
            </a:pPr>
            <a:r>
              <a:rPr b="0" lang="en-US" sz="1400" spc="-1" strike="noStrike">
                <a:solidFill>
                  <a:schemeClr val="dk1">
                    <a:tint val="75000"/>
                  </a:schemeClr>
                </a:solidFill>
                <a:latin typeface="Calibri"/>
              </a:rPr>
              <a:t>&lt;data/hora&gt;</a:t>
            </a:r>
            <a:endParaRPr b="0" lang="pt-BR" sz="1400" spc="-1" strike="noStrike">
              <a:solidFill>
                <a:srgbClr val="000000"/>
              </a:solidFill>
              <a:latin typeface="Times New Roman"/>
            </a:endParaRPr>
          </a:p>
        </p:txBody>
      </p:sp>
      <p:sp>
        <p:nvSpPr>
          <p:cNvPr id="431" name="PlaceHolder 3"/>
          <p:cNvSpPr>
            <a:spLocks noGrp="1"/>
          </p:cNvSpPr>
          <p:nvPr>
            <p:ph type="sldNum" idx="15"/>
          </p:nvPr>
        </p:nvSpPr>
        <p:spPr>
          <a:xfrm>
            <a:off x="7259760" y="5273640"/>
            <a:ext cx="2319120" cy="283680"/>
          </a:xfrm>
          <a:prstGeom prst="rect">
            <a:avLst/>
          </a:prstGeom>
          <a:noFill/>
          <a:ln w="0">
            <a:noFill/>
          </a:ln>
        </p:spPr>
        <p:txBody>
          <a:bodyPr lIns="0" rIns="0" tIns="0" bIns="0" anchor="t">
            <a:noAutofit/>
          </a:bodyPr>
          <a:lstStyle>
            <a:lvl1pPr indent="0" algn="r">
              <a:lnSpc>
                <a:spcPct val="100000"/>
              </a:lnSpc>
              <a:buNone/>
              <a:defRPr b="0" lang="pt-BR" sz="1400" spc="-1" strike="noStrike">
                <a:solidFill>
                  <a:schemeClr val="dk1">
                    <a:tint val="75000"/>
                  </a:schemeClr>
                </a:solidFill>
                <a:latin typeface="Calibri"/>
              </a:defRPr>
            </a:lvl1pPr>
          </a:lstStyle>
          <a:p>
            <a:pPr indent="0" algn="r">
              <a:lnSpc>
                <a:spcPct val="100000"/>
              </a:lnSpc>
              <a:buNone/>
            </a:pPr>
            <a:fld id="{F8099819-49DE-4CC4-A08A-167607596C77}" type="slidenum">
              <a:rPr b="0" lang="pt-BR" sz="1400" spc="-1" strike="noStrike">
                <a:solidFill>
                  <a:schemeClr val="dk1">
                    <a:tint val="75000"/>
                  </a:schemeClr>
                </a:solidFill>
                <a:latin typeface="Calibri"/>
              </a:rPr>
              <a:t>&lt;número&gt;</a:t>
            </a:fld>
            <a:endParaRPr b="0" lang="pt-BR" sz="1400" spc="-1" strike="noStrike">
              <a:solidFill>
                <a:srgbClr val="000000"/>
              </a:solidFill>
              <a:latin typeface="Times New Roman"/>
            </a:endParaRPr>
          </a:p>
        </p:txBody>
      </p:sp>
      <p:sp>
        <p:nvSpPr>
          <p:cNvPr id="432" name="PlaceHolder 4"/>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r>
              <a:rPr b="0" lang="pt-BR" sz="4400" spc="-1" strike="noStrike">
                <a:solidFill>
                  <a:schemeClr val="dk1"/>
                </a:solidFill>
                <a:latin typeface="Arial"/>
              </a:rPr>
              <a:t>Clique para editar o formato do texto do título</a:t>
            </a:r>
            <a:endParaRPr b="0" lang="pt-BR" sz="4400" spc="-1" strike="noStrike">
              <a:solidFill>
                <a:schemeClr val="dk1"/>
              </a:solidFill>
              <a:latin typeface="Arial"/>
            </a:endParaRPr>
          </a:p>
        </p:txBody>
      </p:sp>
      <p:sp>
        <p:nvSpPr>
          <p:cNvPr id="433" name="PlaceHolder 5"/>
          <p:cNvSpPr>
            <a:spLocks noGrp="1"/>
          </p:cNvSpPr>
          <p:nvPr>
            <p:ph type="body"/>
          </p:nvPr>
        </p:nvSpPr>
        <p:spPr>
          <a:xfrm>
            <a:off x="504000" y="1326600"/>
            <a:ext cx="907488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Calibri"/>
              </a:rPr>
              <a:t>Clique para editar o formato de texto dos tópicos</a:t>
            </a:r>
            <a:endParaRPr b="0" lang="pt-B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Calibri"/>
              </a:rPr>
              <a:t>2.º nível de tópicos</a:t>
            </a:r>
            <a:endParaRPr b="0" lang="pt-BR"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Calibri"/>
              </a:rPr>
              <a:t>3.º nível de tópicos</a:t>
            </a:r>
            <a:endParaRPr b="0" lang="pt-BR"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Calibri"/>
              </a:rPr>
              <a:t>4.º nível de tópicos</a:t>
            </a:r>
            <a:endParaRPr b="0" lang="pt-BR"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Calibri"/>
              </a:rPr>
              <a:t>5.º nível de tópicos</a:t>
            </a:r>
            <a:endParaRPr b="0" lang="pt-BR"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Calibri"/>
              </a:rPr>
              <a:t>6.º nível de tópicos</a:t>
            </a:r>
            <a:endParaRPr b="0" lang="pt-BR"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Calibri"/>
              </a:rPr>
              <a:t>7.º nível de tópicos</a:t>
            </a:r>
            <a:endParaRPr b="0" lang="pt-BR"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6" name="bg object 16"/>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10080002" y="0"/>
                </a:moveTo>
                <a:lnTo>
                  <a:pt x="0" y="0"/>
                </a:lnTo>
                <a:lnTo>
                  <a:pt x="0" y="720001"/>
                </a:lnTo>
                <a:lnTo>
                  <a:pt x="5039995" y="720001"/>
                </a:lnTo>
                <a:lnTo>
                  <a:pt x="10080002" y="720001"/>
                </a:lnTo>
                <a:lnTo>
                  <a:pt x="10080002" y="0"/>
                </a:lnTo>
                <a:close/>
              </a:path>
            </a:pathLst>
          </a:custGeom>
          <a:solidFill>
            <a:srgbClr val="18186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37" name="bg object 17"/>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5039995" y="720001"/>
                </a:moveTo>
                <a:lnTo>
                  <a:pt x="0" y="720001"/>
                </a:lnTo>
                <a:lnTo>
                  <a:pt x="0" y="0"/>
                </a:lnTo>
                <a:lnTo>
                  <a:pt x="10080002" y="0"/>
                </a:lnTo>
                <a:lnTo>
                  <a:pt x="10080002" y="720001"/>
                </a:lnTo>
                <a:lnTo>
                  <a:pt x="5039995" y="720001"/>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38" name="bg object 18"/>
          <p:cNvSpPr/>
          <p:nvPr/>
        </p:nvSpPr>
        <p:spPr>
          <a:xfrm>
            <a:off x="0" y="1170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803"/>
                </a:lnTo>
                <a:lnTo>
                  <a:pt x="10080713" y="1803"/>
                </a:lnTo>
                <a:lnTo>
                  <a:pt x="10080713" y="0"/>
                </a:lnTo>
                <a:close/>
              </a:path>
            </a:pathLst>
          </a:custGeom>
          <a:solidFill>
            <a:srgbClr val="86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39" name="bg object 19"/>
          <p:cNvSpPr/>
          <p:nvPr/>
        </p:nvSpPr>
        <p:spPr>
          <a:xfrm>
            <a:off x="0" y="1168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7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0" name="bg object 20"/>
          <p:cNvSpPr/>
          <p:nvPr/>
        </p:nvSpPr>
        <p:spPr>
          <a:xfrm>
            <a:off x="0" y="1166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9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1" name="bg object 21"/>
          <p:cNvSpPr/>
          <p:nvPr/>
        </p:nvSpPr>
        <p:spPr>
          <a:xfrm>
            <a:off x="0" y="1163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a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2" name="bg object 22"/>
          <p:cNvSpPr/>
          <p:nvPr/>
        </p:nvSpPr>
        <p:spPr>
          <a:xfrm>
            <a:off x="0" y="1162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ccf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3" name="bg object 23"/>
          <p:cNvSpPr/>
          <p:nvPr/>
        </p:nvSpPr>
        <p:spPr>
          <a:xfrm>
            <a:off x="0" y="1158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d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4" name="bg object 24"/>
          <p:cNvSpPr/>
          <p:nvPr/>
        </p:nvSpPr>
        <p:spPr>
          <a:xfrm>
            <a:off x="0" y="1157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f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5" name="bg object 25"/>
          <p:cNvSpPr/>
          <p:nvPr/>
        </p:nvSpPr>
        <p:spPr>
          <a:xfrm>
            <a:off x="0" y="1155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1d1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6" name="bg object 26"/>
          <p:cNvSpPr/>
          <p:nvPr/>
        </p:nvSpPr>
        <p:spPr>
          <a:xfrm>
            <a:off x="0" y="11523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2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7" name="bg object 27"/>
          <p:cNvSpPr/>
          <p:nvPr/>
        </p:nvSpPr>
        <p:spPr>
          <a:xfrm>
            <a:off x="0" y="1150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4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8" name="bg object 28"/>
          <p:cNvSpPr/>
          <p:nvPr/>
        </p:nvSpPr>
        <p:spPr>
          <a:xfrm>
            <a:off x="0" y="1149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5d3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49" name="bg object 29"/>
          <p:cNvSpPr/>
          <p:nvPr/>
        </p:nvSpPr>
        <p:spPr>
          <a:xfrm>
            <a:off x="0" y="1146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97d4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0" name="bg object 30"/>
          <p:cNvSpPr/>
          <p:nvPr/>
        </p:nvSpPr>
        <p:spPr>
          <a:xfrm>
            <a:off x="0" y="11444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9d4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1" name="bg object 31"/>
          <p:cNvSpPr/>
          <p:nvPr/>
        </p:nvSpPr>
        <p:spPr>
          <a:xfrm>
            <a:off x="0" y="1143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ad5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2" name="bg object 32"/>
          <p:cNvSpPr/>
          <p:nvPr/>
        </p:nvSpPr>
        <p:spPr>
          <a:xfrm>
            <a:off x="0" y="1139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c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3" name="bg object 33"/>
          <p:cNvSpPr/>
          <p:nvPr/>
        </p:nvSpPr>
        <p:spPr>
          <a:xfrm>
            <a:off x="0" y="11383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d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4" name="bg object 34"/>
          <p:cNvSpPr/>
          <p:nvPr/>
        </p:nvSpPr>
        <p:spPr>
          <a:xfrm>
            <a:off x="0" y="1135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f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5" name="bg object 35"/>
          <p:cNvSpPr/>
          <p:nvPr/>
        </p:nvSpPr>
        <p:spPr>
          <a:xfrm>
            <a:off x="0" y="1133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0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6" name="bg object 36"/>
          <p:cNvSpPr/>
          <p:nvPr/>
        </p:nvSpPr>
        <p:spPr>
          <a:xfrm>
            <a:off x="0" y="11318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2d8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7" name="bg object 37"/>
          <p:cNvSpPr/>
          <p:nvPr/>
        </p:nvSpPr>
        <p:spPr>
          <a:xfrm>
            <a:off x="0" y="1128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4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8" name="bg object 38"/>
          <p:cNvSpPr/>
          <p:nvPr/>
        </p:nvSpPr>
        <p:spPr>
          <a:xfrm>
            <a:off x="0" y="1127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5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59" name="bg object 39"/>
          <p:cNvSpPr/>
          <p:nvPr/>
        </p:nvSpPr>
        <p:spPr>
          <a:xfrm>
            <a:off x="0" y="11253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7da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0" name="bg object 40"/>
          <p:cNvSpPr/>
          <p:nvPr/>
        </p:nvSpPr>
        <p:spPr>
          <a:xfrm>
            <a:off x="0" y="11224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8db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1" name="bg object 41"/>
          <p:cNvSpPr/>
          <p:nvPr/>
        </p:nvSpPr>
        <p:spPr>
          <a:xfrm>
            <a:off x="0" y="1120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adb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2" name="bg object 42"/>
          <p:cNvSpPr/>
          <p:nvPr/>
        </p:nvSpPr>
        <p:spPr>
          <a:xfrm>
            <a:off x="0" y="1119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abdc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3" name="bg object 43"/>
          <p:cNvSpPr/>
          <p:nvPr/>
        </p:nvSpPr>
        <p:spPr>
          <a:xfrm>
            <a:off x="0" y="1116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d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4" name="bg object 44"/>
          <p:cNvSpPr/>
          <p:nvPr/>
        </p:nvSpPr>
        <p:spPr>
          <a:xfrm>
            <a:off x="0" y="1114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f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5" name="bg object 45"/>
          <p:cNvSpPr/>
          <p:nvPr/>
        </p:nvSpPr>
        <p:spPr>
          <a:xfrm>
            <a:off x="0" y="1112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0de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6" name="bg object 46"/>
          <p:cNvSpPr/>
          <p:nvPr/>
        </p:nvSpPr>
        <p:spPr>
          <a:xfrm>
            <a:off x="0" y="1109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2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7" name="bg object 47"/>
          <p:cNvSpPr/>
          <p:nvPr/>
        </p:nvSpPr>
        <p:spPr>
          <a:xfrm>
            <a:off x="0" y="1108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3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8" name="bg object 48"/>
          <p:cNvSpPr/>
          <p:nvPr/>
        </p:nvSpPr>
        <p:spPr>
          <a:xfrm>
            <a:off x="0" y="1104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5e0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69" name="bg object 49"/>
          <p:cNvSpPr/>
          <p:nvPr/>
        </p:nvSpPr>
        <p:spPr>
          <a:xfrm>
            <a:off x="0" y="1103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6e0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0" name="bg object 50"/>
          <p:cNvSpPr/>
          <p:nvPr/>
        </p:nvSpPr>
        <p:spPr>
          <a:xfrm>
            <a:off x="0" y="1101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8e1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1" name="bg object 51"/>
          <p:cNvSpPr/>
          <p:nvPr/>
        </p:nvSpPr>
        <p:spPr>
          <a:xfrm>
            <a:off x="0" y="10987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a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2" name="bg object 52"/>
          <p:cNvSpPr/>
          <p:nvPr/>
        </p:nvSpPr>
        <p:spPr>
          <a:xfrm>
            <a:off x="0" y="1096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b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3" name="bg object 53"/>
          <p:cNvSpPr/>
          <p:nvPr/>
        </p:nvSpPr>
        <p:spPr>
          <a:xfrm>
            <a:off x="0" y="1095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de3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4" name="bg object 54"/>
          <p:cNvSpPr/>
          <p:nvPr/>
        </p:nvSpPr>
        <p:spPr>
          <a:xfrm>
            <a:off x="0" y="1092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be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5" name="bg object 55"/>
          <p:cNvSpPr/>
          <p:nvPr/>
        </p:nvSpPr>
        <p:spPr>
          <a:xfrm>
            <a:off x="0" y="10904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0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6" name="bg object 56"/>
          <p:cNvSpPr/>
          <p:nvPr/>
        </p:nvSpPr>
        <p:spPr>
          <a:xfrm>
            <a:off x="0" y="1089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790"/>
                </a:lnTo>
                <a:lnTo>
                  <a:pt x="10080713" y="1790"/>
                </a:lnTo>
                <a:lnTo>
                  <a:pt x="10080713" y="0"/>
                </a:lnTo>
                <a:close/>
              </a:path>
            </a:pathLst>
          </a:custGeom>
          <a:solidFill>
            <a:srgbClr val="c2e5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7" name="bg object 57"/>
          <p:cNvSpPr/>
          <p:nvPr/>
        </p:nvSpPr>
        <p:spPr>
          <a:xfrm>
            <a:off x="0" y="1085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3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8" name="bg object 58"/>
          <p:cNvSpPr/>
          <p:nvPr/>
        </p:nvSpPr>
        <p:spPr>
          <a:xfrm>
            <a:off x="0" y="1084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5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79" name="bg object 59"/>
          <p:cNvSpPr/>
          <p:nvPr/>
        </p:nvSpPr>
        <p:spPr>
          <a:xfrm>
            <a:off x="0" y="10825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c6e7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0" name="bg object 60"/>
          <p:cNvSpPr/>
          <p:nvPr/>
        </p:nvSpPr>
        <p:spPr>
          <a:xfrm>
            <a:off x="0" y="1079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8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1" name="bg object 61"/>
          <p:cNvSpPr/>
          <p:nvPr/>
        </p:nvSpPr>
        <p:spPr>
          <a:xfrm>
            <a:off x="0" y="1077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9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2" name="bg object 62"/>
          <p:cNvSpPr/>
          <p:nvPr/>
        </p:nvSpPr>
        <p:spPr>
          <a:xfrm>
            <a:off x="0" y="1076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ce9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3" name="bg object 63"/>
          <p:cNvSpPr/>
          <p:nvPr/>
        </p:nvSpPr>
        <p:spPr>
          <a:xfrm>
            <a:off x="0" y="1073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dea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4" name="bg object 64"/>
          <p:cNvSpPr/>
          <p:nvPr/>
        </p:nvSpPr>
        <p:spPr>
          <a:xfrm>
            <a:off x="0" y="1071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eea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5" name="bg object 65"/>
          <p:cNvSpPr/>
          <p:nvPr/>
        </p:nvSpPr>
        <p:spPr>
          <a:xfrm>
            <a:off x="0" y="1069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0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6" name="bg object 66"/>
          <p:cNvSpPr/>
          <p:nvPr/>
        </p:nvSpPr>
        <p:spPr>
          <a:xfrm>
            <a:off x="0" y="1066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1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7" name="bg object 67"/>
          <p:cNvSpPr/>
          <p:nvPr/>
        </p:nvSpPr>
        <p:spPr>
          <a:xfrm>
            <a:off x="0" y="1065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3ec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8" name="bg object 68"/>
          <p:cNvSpPr/>
          <p:nvPr/>
        </p:nvSpPr>
        <p:spPr>
          <a:xfrm>
            <a:off x="0" y="1062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4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89" name="bg object 69"/>
          <p:cNvSpPr/>
          <p:nvPr/>
        </p:nvSpPr>
        <p:spPr>
          <a:xfrm>
            <a:off x="0" y="10605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6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0" name="bg object 70"/>
          <p:cNvSpPr/>
          <p:nvPr/>
        </p:nvSpPr>
        <p:spPr>
          <a:xfrm>
            <a:off x="0" y="1058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8ee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1" name="bg object 71"/>
          <p:cNvSpPr/>
          <p:nvPr/>
        </p:nvSpPr>
        <p:spPr>
          <a:xfrm>
            <a:off x="0" y="1055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9ef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2" name="bg object 72"/>
          <p:cNvSpPr/>
          <p:nvPr/>
        </p:nvSpPr>
        <p:spPr>
          <a:xfrm>
            <a:off x="0" y="1054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dbef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3" name="bg object 73"/>
          <p:cNvSpPr/>
          <p:nvPr/>
        </p:nvSpPr>
        <p:spPr>
          <a:xfrm>
            <a:off x="0" y="10526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cf0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4" name="bg object 74"/>
          <p:cNvSpPr/>
          <p:nvPr/>
        </p:nvSpPr>
        <p:spPr>
          <a:xfrm>
            <a:off x="0" y="1049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ef1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5" name="bg object 75"/>
          <p:cNvSpPr/>
          <p:nvPr/>
        </p:nvSpPr>
        <p:spPr>
          <a:xfrm>
            <a:off x="0" y="1047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0f1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6" name="bg object 76"/>
          <p:cNvSpPr/>
          <p:nvPr/>
        </p:nvSpPr>
        <p:spPr>
          <a:xfrm>
            <a:off x="0" y="10461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1f2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7" name="bg object 77"/>
          <p:cNvSpPr/>
          <p:nvPr/>
        </p:nvSpPr>
        <p:spPr>
          <a:xfrm>
            <a:off x="0" y="1042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3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8" name="bg object 78"/>
          <p:cNvSpPr/>
          <p:nvPr/>
        </p:nvSpPr>
        <p:spPr>
          <a:xfrm>
            <a:off x="0" y="1041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4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499" name="bg object 79"/>
          <p:cNvSpPr/>
          <p:nvPr/>
        </p:nvSpPr>
        <p:spPr>
          <a:xfrm>
            <a:off x="0" y="1038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6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0" name="bg object 80"/>
          <p:cNvSpPr/>
          <p:nvPr/>
        </p:nvSpPr>
        <p:spPr>
          <a:xfrm>
            <a:off x="0" y="10368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7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1" name="bg object 81"/>
          <p:cNvSpPr/>
          <p:nvPr/>
        </p:nvSpPr>
        <p:spPr>
          <a:xfrm>
            <a:off x="0" y="1035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9f5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2" name="bg object 82"/>
          <p:cNvSpPr/>
          <p:nvPr/>
        </p:nvSpPr>
        <p:spPr>
          <a:xfrm>
            <a:off x="0" y="1031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bf6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3" name="bg object 83"/>
          <p:cNvSpPr/>
          <p:nvPr/>
        </p:nvSpPr>
        <p:spPr>
          <a:xfrm>
            <a:off x="0" y="1030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cf6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4" name="bg object 84"/>
          <p:cNvSpPr/>
          <p:nvPr/>
        </p:nvSpPr>
        <p:spPr>
          <a:xfrm>
            <a:off x="0" y="10288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eef7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5" name="bg object 85"/>
          <p:cNvSpPr/>
          <p:nvPr/>
        </p:nvSpPr>
        <p:spPr>
          <a:xfrm>
            <a:off x="0" y="1025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f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6" name="bg object 86"/>
          <p:cNvSpPr/>
          <p:nvPr/>
        </p:nvSpPr>
        <p:spPr>
          <a:xfrm>
            <a:off x="0" y="1023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1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7" name="bg object 87"/>
          <p:cNvSpPr/>
          <p:nvPr/>
        </p:nvSpPr>
        <p:spPr>
          <a:xfrm>
            <a:off x="0" y="1022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2f9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8" name="bg object 88"/>
          <p:cNvSpPr/>
          <p:nvPr/>
        </p:nvSpPr>
        <p:spPr>
          <a:xfrm>
            <a:off x="0" y="1019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4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09" name="bg object 89"/>
          <p:cNvSpPr/>
          <p:nvPr/>
        </p:nvSpPr>
        <p:spPr>
          <a:xfrm>
            <a:off x="0" y="1017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6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10" name="bg object 90"/>
          <p:cNvSpPr/>
          <p:nvPr/>
        </p:nvSpPr>
        <p:spPr>
          <a:xfrm>
            <a:off x="0" y="1015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7fb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11" name="bg object 91"/>
          <p:cNvSpPr/>
          <p:nvPr/>
        </p:nvSpPr>
        <p:spPr>
          <a:xfrm>
            <a:off x="0" y="1012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9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12" name="bg object 92"/>
          <p:cNvSpPr/>
          <p:nvPr/>
        </p:nvSpPr>
        <p:spPr>
          <a:xfrm>
            <a:off x="0" y="1011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a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13" name="bg object 93"/>
          <p:cNvSpPr/>
          <p:nvPr/>
        </p:nvSpPr>
        <p:spPr>
          <a:xfrm>
            <a:off x="0" y="1008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cfd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14" name="bg object 94"/>
          <p:cNvSpPr/>
          <p:nvPr/>
        </p:nvSpPr>
        <p:spPr>
          <a:xfrm>
            <a:off x="0" y="1008000"/>
            <a:ext cx="10080360" cy="164880"/>
          </a:xfrm>
          <a:custGeom>
            <a:avLst/>
            <a:gdLst>
              <a:gd name="textAreaLeft" fmla="*/ 0 w 10080360"/>
              <a:gd name="textAreaRight" fmla="*/ 10080720 w 10080360"/>
              <a:gd name="textAreaTop" fmla="*/ 0 h 164880"/>
              <a:gd name="textAreaBottom" fmla="*/ 165240 h 164880"/>
            </a:gdLst>
            <a:ahLst/>
            <a:rect l="textAreaLeft" t="textAreaTop" r="textAreaRight" b="textAreaBottom"/>
            <a:pathLst>
              <a:path w="10080625" h="165100">
                <a:moveTo>
                  <a:pt x="5039995" y="164515"/>
                </a:moveTo>
                <a:lnTo>
                  <a:pt x="0" y="164515"/>
                </a:lnTo>
                <a:lnTo>
                  <a:pt x="0" y="0"/>
                </a:lnTo>
                <a:lnTo>
                  <a:pt x="10080002" y="0"/>
                </a:lnTo>
                <a:lnTo>
                  <a:pt x="10080002" y="164515"/>
                </a:lnTo>
                <a:lnTo>
                  <a:pt x="5039995" y="164515"/>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pic>
        <p:nvPicPr>
          <p:cNvPr id="515" name="bg object 95" descr=""/>
          <p:cNvPicPr/>
          <p:nvPr/>
        </p:nvPicPr>
        <p:blipFill>
          <a:blip r:embed="rId2"/>
          <a:stretch/>
        </p:blipFill>
        <p:spPr>
          <a:xfrm>
            <a:off x="216000" y="106200"/>
            <a:ext cx="720360" cy="1218960"/>
          </a:xfrm>
          <a:prstGeom prst="rect">
            <a:avLst/>
          </a:prstGeom>
          <a:ln w="9525">
            <a:noFill/>
          </a:ln>
        </p:spPr>
      </p:pic>
      <p:sp>
        <p:nvSpPr>
          <p:cNvPr id="516" name="PlaceHolder 1"/>
          <p:cNvSpPr>
            <a:spLocks noGrp="1"/>
          </p:cNvSpPr>
          <p:nvPr>
            <p:ph type="sldNum" idx="16"/>
          </p:nvPr>
        </p:nvSpPr>
        <p:spPr>
          <a:xfrm>
            <a:off x="7259760" y="5273640"/>
            <a:ext cx="2319120" cy="283680"/>
          </a:xfrm>
          <a:prstGeom prst="rect">
            <a:avLst/>
          </a:prstGeom>
          <a:noFill/>
          <a:ln w="0">
            <a:noFill/>
          </a:ln>
        </p:spPr>
        <p:txBody>
          <a:bodyPr lIns="0" rIns="0" tIns="0" bIns="0" anchor="t">
            <a:noAutofit/>
          </a:bodyPr>
          <a:lstStyle>
            <a:lvl1pPr indent="0" algn="r">
              <a:lnSpc>
                <a:spcPct val="100000"/>
              </a:lnSpc>
              <a:buNone/>
              <a:defRPr b="0" lang="pt-BR" sz="1400" spc="-1" strike="noStrike">
                <a:solidFill>
                  <a:schemeClr val="dk1">
                    <a:tint val="75000"/>
                  </a:schemeClr>
                </a:solidFill>
                <a:latin typeface="Calibri"/>
              </a:defRPr>
            </a:lvl1pPr>
          </a:lstStyle>
          <a:p>
            <a:pPr indent="0" algn="r">
              <a:lnSpc>
                <a:spcPct val="100000"/>
              </a:lnSpc>
              <a:buNone/>
            </a:pPr>
            <a:fld id="{E2B46184-6595-438A-BCA9-C599659FD351}" type="slidenum">
              <a:rPr b="0" lang="pt-BR" sz="1400" spc="-1" strike="noStrike">
                <a:solidFill>
                  <a:schemeClr val="dk1">
                    <a:tint val="75000"/>
                  </a:schemeClr>
                </a:solidFill>
                <a:latin typeface="Calibri"/>
              </a:rPr>
              <a:t>&lt;número&gt;</a:t>
            </a:fld>
            <a:endParaRPr b="0" lang="pt-BR" sz="1400" spc="-1" strike="noStrike">
              <a:solidFill>
                <a:srgbClr val="000000"/>
              </a:solidFill>
              <a:latin typeface="Times New Roman"/>
            </a:endParaRPr>
          </a:p>
        </p:txBody>
      </p:sp>
      <p:sp>
        <p:nvSpPr>
          <p:cNvPr id="517" name="PlaceHolder 2"/>
          <p:cNvSpPr>
            <a:spLocks noGrp="1"/>
          </p:cNvSpPr>
          <p:nvPr>
            <p:ph type="title"/>
          </p:nvPr>
        </p:nvSpPr>
        <p:spPr>
          <a:xfrm>
            <a:off x="504000" y="226080"/>
            <a:ext cx="9074880" cy="946440"/>
          </a:xfrm>
          <a:prstGeom prst="rect">
            <a:avLst/>
          </a:prstGeom>
          <a:noFill/>
          <a:ln w="0">
            <a:noFill/>
          </a:ln>
        </p:spPr>
        <p:txBody>
          <a:bodyPr lIns="0" rIns="0" tIns="0" bIns="0" anchor="ctr">
            <a:noAutofit/>
          </a:bodyPr>
          <a:p>
            <a:pPr indent="0">
              <a:buNone/>
            </a:pPr>
            <a:r>
              <a:rPr b="0" lang="pt-BR" sz="4400" spc="-1" strike="noStrike">
                <a:solidFill>
                  <a:schemeClr val="dk1"/>
                </a:solidFill>
                <a:latin typeface="Arial"/>
              </a:rPr>
              <a:t>Clique para editar o formato do texto do título</a:t>
            </a:r>
            <a:endParaRPr b="0" lang="pt-BR" sz="4400" spc="-1" strike="noStrike">
              <a:solidFill>
                <a:schemeClr val="dk1"/>
              </a:solidFill>
              <a:latin typeface="Arial"/>
            </a:endParaRPr>
          </a:p>
        </p:txBody>
      </p:sp>
      <p:sp>
        <p:nvSpPr>
          <p:cNvPr id="518" name="PlaceHolder 3"/>
          <p:cNvSpPr>
            <a:spLocks noGrp="1"/>
          </p:cNvSpPr>
          <p:nvPr>
            <p:ph type="body"/>
          </p:nvPr>
        </p:nvSpPr>
        <p:spPr>
          <a:xfrm>
            <a:off x="504000" y="1326600"/>
            <a:ext cx="907488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Calibri"/>
              </a:rPr>
              <a:t>Clique para editar o formato de texto dos tópicos</a:t>
            </a:r>
            <a:endParaRPr b="0" lang="pt-B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Calibri"/>
              </a:rPr>
              <a:t>2.º nível de tópicos</a:t>
            </a:r>
            <a:endParaRPr b="0" lang="pt-BR"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Calibri"/>
              </a:rPr>
              <a:t>3.º nível de tópicos</a:t>
            </a:r>
            <a:endParaRPr b="0" lang="pt-BR"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Calibri"/>
              </a:rPr>
              <a:t>4.º nível de tópicos</a:t>
            </a:r>
            <a:endParaRPr b="0" lang="pt-BR"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Calibri"/>
              </a:rPr>
              <a:t>5.º nível de tópicos</a:t>
            </a:r>
            <a:endParaRPr b="0" lang="pt-BR"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Calibri"/>
              </a:rPr>
              <a:t>6.º nível de tópicos</a:t>
            </a:r>
            <a:endParaRPr b="0" lang="pt-BR"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Calibri"/>
              </a:rPr>
              <a:t>7.º nível de tópicos</a:t>
            </a:r>
            <a:endParaRPr b="0" lang="pt-BR"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9" name="bg object 16"/>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10080002" y="0"/>
                </a:moveTo>
                <a:lnTo>
                  <a:pt x="0" y="0"/>
                </a:lnTo>
                <a:lnTo>
                  <a:pt x="0" y="720001"/>
                </a:lnTo>
                <a:lnTo>
                  <a:pt x="5039995" y="720001"/>
                </a:lnTo>
                <a:lnTo>
                  <a:pt x="10080002" y="720001"/>
                </a:lnTo>
                <a:lnTo>
                  <a:pt x="10080002" y="0"/>
                </a:lnTo>
                <a:close/>
              </a:path>
            </a:pathLst>
          </a:custGeom>
          <a:solidFill>
            <a:srgbClr val="18186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0" name="bg object 17"/>
          <p:cNvSpPr/>
          <p:nvPr/>
        </p:nvSpPr>
        <p:spPr>
          <a:xfrm>
            <a:off x="0" y="287280"/>
            <a:ext cx="10080360" cy="720360"/>
          </a:xfrm>
          <a:custGeom>
            <a:avLst/>
            <a:gdLst>
              <a:gd name="textAreaLeft" fmla="*/ 0 w 10080360"/>
              <a:gd name="textAreaRight" fmla="*/ 10080720 w 10080360"/>
              <a:gd name="textAreaTop" fmla="*/ 0 h 720360"/>
              <a:gd name="textAreaBottom" fmla="*/ 720720 h 720360"/>
            </a:gdLst>
            <a:ahLst/>
            <a:rect l="textAreaLeft" t="textAreaTop" r="textAreaRight" b="textAreaBottom"/>
            <a:pathLst>
              <a:path w="10080625" h="720090">
                <a:moveTo>
                  <a:pt x="5039995" y="720001"/>
                </a:moveTo>
                <a:lnTo>
                  <a:pt x="0" y="720001"/>
                </a:lnTo>
                <a:lnTo>
                  <a:pt x="0" y="0"/>
                </a:lnTo>
                <a:lnTo>
                  <a:pt x="10080002" y="0"/>
                </a:lnTo>
                <a:lnTo>
                  <a:pt x="10080002" y="720001"/>
                </a:lnTo>
                <a:lnTo>
                  <a:pt x="5039995" y="720001"/>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1" name="bg object 18"/>
          <p:cNvSpPr/>
          <p:nvPr/>
        </p:nvSpPr>
        <p:spPr>
          <a:xfrm>
            <a:off x="0" y="1170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803"/>
                </a:lnTo>
                <a:lnTo>
                  <a:pt x="10080713" y="1803"/>
                </a:lnTo>
                <a:lnTo>
                  <a:pt x="10080713" y="0"/>
                </a:lnTo>
                <a:close/>
              </a:path>
            </a:pathLst>
          </a:custGeom>
          <a:solidFill>
            <a:srgbClr val="86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2" name="bg object 19"/>
          <p:cNvSpPr/>
          <p:nvPr/>
        </p:nvSpPr>
        <p:spPr>
          <a:xfrm>
            <a:off x="0" y="1168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7cd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3" name="bg object 20"/>
          <p:cNvSpPr/>
          <p:nvPr/>
        </p:nvSpPr>
        <p:spPr>
          <a:xfrm>
            <a:off x="0" y="1166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9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4" name="bg object 21"/>
          <p:cNvSpPr/>
          <p:nvPr/>
        </p:nvSpPr>
        <p:spPr>
          <a:xfrm>
            <a:off x="0" y="1163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acee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5" name="bg object 22"/>
          <p:cNvSpPr/>
          <p:nvPr/>
        </p:nvSpPr>
        <p:spPr>
          <a:xfrm>
            <a:off x="0" y="1162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ccf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6" name="bg object 23"/>
          <p:cNvSpPr/>
          <p:nvPr/>
        </p:nvSpPr>
        <p:spPr>
          <a:xfrm>
            <a:off x="0" y="1158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8d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7" name="bg object 24"/>
          <p:cNvSpPr/>
          <p:nvPr/>
        </p:nvSpPr>
        <p:spPr>
          <a:xfrm>
            <a:off x="0" y="1157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8fd0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8" name="bg object 25"/>
          <p:cNvSpPr/>
          <p:nvPr/>
        </p:nvSpPr>
        <p:spPr>
          <a:xfrm>
            <a:off x="0" y="1155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1d1e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29" name="bg object 26"/>
          <p:cNvSpPr/>
          <p:nvPr/>
        </p:nvSpPr>
        <p:spPr>
          <a:xfrm>
            <a:off x="0" y="11523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2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0" name="bg object 27"/>
          <p:cNvSpPr/>
          <p:nvPr/>
        </p:nvSpPr>
        <p:spPr>
          <a:xfrm>
            <a:off x="0" y="1150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4d2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1" name="bg object 28"/>
          <p:cNvSpPr/>
          <p:nvPr/>
        </p:nvSpPr>
        <p:spPr>
          <a:xfrm>
            <a:off x="0" y="1149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5d3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2" name="bg object 29"/>
          <p:cNvSpPr/>
          <p:nvPr/>
        </p:nvSpPr>
        <p:spPr>
          <a:xfrm>
            <a:off x="0" y="1146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97d4e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3" name="bg object 30"/>
          <p:cNvSpPr/>
          <p:nvPr/>
        </p:nvSpPr>
        <p:spPr>
          <a:xfrm>
            <a:off x="0" y="11444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9d4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4" name="bg object 31"/>
          <p:cNvSpPr/>
          <p:nvPr/>
        </p:nvSpPr>
        <p:spPr>
          <a:xfrm>
            <a:off x="0" y="1143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9ad5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5" name="bg object 32"/>
          <p:cNvSpPr/>
          <p:nvPr/>
        </p:nvSpPr>
        <p:spPr>
          <a:xfrm>
            <a:off x="0" y="1139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c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6" name="bg object 33"/>
          <p:cNvSpPr/>
          <p:nvPr/>
        </p:nvSpPr>
        <p:spPr>
          <a:xfrm>
            <a:off x="0" y="11383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dd6e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7" name="bg object 34"/>
          <p:cNvSpPr/>
          <p:nvPr/>
        </p:nvSpPr>
        <p:spPr>
          <a:xfrm>
            <a:off x="0" y="1135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9f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8" name="bg object 35"/>
          <p:cNvSpPr/>
          <p:nvPr/>
        </p:nvSpPr>
        <p:spPr>
          <a:xfrm>
            <a:off x="0" y="1133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0d7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39" name="bg object 36"/>
          <p:cNvSpPr/>
          <p:nvPr/>
        </p:nvSpPr>
        <p:spPr>
          <a:xfrm>
            <a:off x="0" y="11318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2d8ee"/>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0" name="bg object 37"/>
          <p:cNvSpPr/>
          <p:nvPr/>
        </p:nvSpPr>
        <p:spPr>
          <a:xfrm>
            <a:off x="0" y="1128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4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1" name="bg object 38"/>
          <p:cNvSpPr/>
          <p:nvPr/>
        </p:nvSpPr>
        <p:spPr>
          <a:xfrm>
            <a:off x="0" y="1127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5d9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2" name="bg object 39"/>
          <p:cNvSpPr/>
          <p:nvPr/>
        </p:nvSpPr>
        <p:spPr>
          <a:xfrm>
            <a:off x="0" y="11253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7da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3" name="bg object 40"/>
          <p:cNvSpPr/>
          <p:nvPr/>
        </p:nvSpPr>
        <p:spPr>
          <a:xfrm>
            <a:off x="0" y="11224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8dbef"/>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4" name="bg object 41"/>
          <p:cNvSpPr/>
          <p:nvPr/>
        </p:nvSpPr>
        <p:spPr>
          <a:xfrm>
            <a:off x="0" y="1120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adb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5" name="bg object 42"/>
          <p:cNvSpPr/>
          <p:nvPr/>
        </p:nvSpPr>
        <p:spPr>
          <a:xfrm>
            <a:off x="0" y="1119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abdc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6" name="bg object 43"/>
          <p:cNvSpPr/>
          <p:nvPr/>
        </p:nvSpPr>
        <p:spPr>
          <a:xfrm>
            <a:off x="0" y="1116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ad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7" name="bg object 44"/>
          <p:cNvSpPr/>
          <p:nvPr/>
        </p:nvSpPr>
        <p:spPr>
          <a:xfrm>
            <a:off x="0" y="11145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afddf0"/>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8" name="bg object 45"/>
          <p:cNvSpPr/>
          <p:nvPr/>
        </p:nvSpPr>
        <p:spPr>
          <a:xfrm>
            <a:off x="0" y="1112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0de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49" name="bg object 46"/>
          <p:cNvSpPr/>
          <p:nvPr/>
        </p:nvSpPr>
        <p:spPr>
          <a:xfrm>
            <a:off x="0" y="1109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2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0" name="bg object 47"/>
          <p:cNvSpPr/>
          <p:nvPr/>
        </p:nvSpPr>
        <p:spPr>
          <a:xfrm>
            <a:off x="0" y="11080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3df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1" name="bg object 48"/>
          <p:cNvSpPr/>
          <p:nvPr/>
        </p:nvSpPr>
        <p:spPr>
          <a:xfrm>
            <a:off x="0" y="1104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5e0f1"/>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2" name="bg object 49"/>
          <p:cNvSpPr/>
          <p:nvPr/>
        </p:nvSpPr>
        <p:spPr>
          <a:xfrm>
            <a:off x="0" y="1103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6e0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3" name="bg object 50"/>
          <p:cNvSpPr/>
          <p:nvPr/>
        </p:nvSpPr>
        <p:spPr>
          <a:xfrm>
            <a:off x="0" y="11016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8e1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4" name="bg object 51"/>
          <p:cNvSpPr/>
          <p:nvPr/>
        </p:nvSpPr>
        <p:spPr>
          <a:xfrm>
            <a:off x="0" y="10987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ba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5" name="bg object 52"/>
          <p:cNvSpPr/>
          <p:nvPr/>
        </p:nvSpPr>
        <p:spPr>
          <a:xfrm>
            <a:off x="0" y="1096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be2f2"/>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6" name="bg object 53"/>
          <p:cNvSpPr/>
          <p:nvPr/>
        </p:nvSpPr>
        <p:spPr>
          <a:xfrm>
            <a:off x="0" y="1095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bde3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7" name="bg object 54"/>
          <p:cNvSpPr/>
          <p:nvPr/>
        </p:nvSpPr>
        <p:spPr>
          <a:xfrm>
            <a:off x="0" y="1092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be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8" name="bg object 55"/>
          <p:cNvSpPr/>
          <p:nvPr/>
        </p:nvSpPr>
        <p:spPr>
          <a:xfrm>
            <a:off x="0" y="10904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0e4f3"/>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59" name="bg object 56"/>
          <p:cNvSpPr/>
          <p:nvPr/>
        </p:nvSpPr>
        <p:spPr>
          <a:xfrm>
            <a:off x="0" y="1089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1905">
                <a:moveTo>
                  <a:pt x="10080713" y="0"/>
                </a:moveTo>
                <a:lnTo>
                  <a:pt x="0" y="0"/>
                </a:lnTo>
                <a:lnTo>
                  <a:pt x="0" y="1790"/>
                </a:lnTo>
                <a:lnTo>
                  <a:pt x="10080713" y="1790"/>
                </a:lnTo>
                <a:lnTo>
                  <a:pt x="10080713" y="0"/>
                </a:lnTo>
                <a:close/>
              </a:path>
            </a:pathLst>
          </a:custGeom>
          <a:solidFill>
            <a:srgbClr val="c2e5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0" name="bg object 57"/>
          <p:cNvSpPr/>
          <p:nvPr/>
        </p:nvSpPr>
        <p:spPr>
          <a:xfrm>
            <a:off x="0" y="1085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3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1" name="bg object 58"/>
          <p:cNvSpPr/>
          <p:nvPr/>
        </p:nvSpPr>
        <p:spPr>
          <a:xfrm>
            <a:off x="0" y="1084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5e6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2" name="bg object 59"/>
          <p:cNvSpPr/>
          <p:nvPr/>
        </p:nvSpPr>
        <p:spPr>
          <a:xfrm>
            <a:off x="0" y="10825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c6e7f4"/>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3" name="bg object 60"/>
          <p:cNvSpPr/>
          <p:nvPr/>
        </p:nvSpPr>
        <p:spPr>
          <a:xfrm>
            <a:off x="0" y="1079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8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4" name="bg object 61"/>
          <p:cNvSpPr/>
          <p:nvPr/>
        </p:nvSpPr>
        <p:spPr>
          <a:xfrm>
            <a:off x="0" y="1077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9e8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5" name="bg object 62"/>
          <p:cNvSpPr/>
          <p:nvPr/>
        </p:nvSpPr>
        <p:spPr>
          <a:xfrm>
            <a:off x="0" y="1076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ce9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6" name="bg object 63"/>
          <p:cNvSpPr/>
          <p:nvPr/>
        </p:nvSpPr>
        <p:spPr>
          <a:xfrm>
            <a:off x="0" y="1073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cdeaf5"/>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7" name="bg object 64"/>
          <p:cNvSpPr/>
          <p:nvPr/>
        </p:nvSpPr>
        <p:spPr>
          <a:xfrm>
            <a:off x="0" y="1071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ceea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8" name="bg object 65"/>
          <p:cNvSpPr/>
          <p:nvPr/>
        </p:nvSpPr>
        <p:spPr>
          <a:xfrm>
            <a:off x="0" y="1069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0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69" name="bg object 66"/>
          <p:cNvSpPr/>
          <p:nvPr/>
        </p:nvSpPr>
        <p:spPr>
          <a:xfrm>
            <a:off x="0" y="1066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1eb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0" name="bg object 67"/>
          <p:cNvSpPr/>
          <p:nvPr/>
        </p:nvSpPr>
        <p:spPr>
          <a:xfrm>
            <a:off x="0" y="1065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3ecf6"/>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1" name="bg object 68"/>
          <p:cNvSpPr/>
          <p:nvPr/>
        </p:nvSpPr>
        <p:spPr>
          <a:xfrm>
            <a:off x="0" y="1062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4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2" name="bg object 69"/>
          <p:cNvSpPr/>
          <p:nvPr/>
        </p:nvSpPr>
        <p:spPr>
          <a:xfrm>
            <a:off x="0" y="10605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6ed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3" name="bg object 70"/>
          <p:cNvSpPr/>
          <p:nvPr/>
        </p:nvSpPr>
        <p:spPr>
          <a:xfrm>
            <a:off x="0" y="10587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8ee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4" name="bg object 71"/>
          <p:cNvSpPr/>
          <p:nvPr/>
        </p:nvSpPr>
        <p:spPr>
          <a:xfrm>
            <a:off x="0" y="10555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9eff7"/>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5" name="bg object 72"/>
          <p:cNvSpPr/>
          <p:nvPr/>
        </p:nvSpPr>
        <p:spPr>
          <a:xfrm>
            <a:off x="0" y="10540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dbef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6" name="bg object 73"/>
          <p:cNvSpPr/>
          <p:nvPr/>
        </p:nvSpPr>
        <p:spPr>
          <a:xfrm>
            <a:off x="0" y="10526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dcf0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7" name="bg object 74"/>
          <p:cNvSpPr/>
          <p:nvPr/>
        </p:nvSpPr>
        <p:spPr>
          <a:xfrm>
            <a:off x="0" y="10494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def1f8"/>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8" name="bg object 75"/>
          <p:cNvSpPr/>
          <p:nvPr/>
        </p:nvSpPr>
        <p:spPr>
          <a:xfrm>
            <a:off x="0" y="10476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0f1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79" name="bg object 76"/>
          <p:cNvSpPr/>
          <p:nvPr/>
        </p:nvSpPr>
        <p:spPr>
          <a:xfrm>
            <a:off x="0" y="104616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1f2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0" name="bg object 77"/>
          <p:cNvSpPr/>
          <p:nvPr/>
        </p:nvSpPr>
        <p:spPr>
          <a:xfrm>
            <a:off x="0" y="10429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3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1" name="bg object 78"/>
          <p:cNvSpPr/>
          <p:nvPr/>
        </p:nvSpPr>
        <p:spPr>
          <a:xfrm>
            <a:off x="0" y="10414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4f3f9"/>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2" name="bg object 79"/>
          <p:cNvSpPr/>
          <p:nvPr/>
        </p:nvSpPr>
        <p:spPr>
          <a:xfrm>
            <a:off x="0" y="10382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6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3" name="bg object 80"/>
          <p:cNvSpPr/>
          <p:nvPr/>
        </p:nvSpPr>
        <p:spPr>
          <a:xfrm>
            <a:off x="0" y="10368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7f4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4" name="bg object 81"/>
          <p:cNvSpPr/>
          <p:nvPr/>
        </p:nvSpPr>
        <p:spPr>
          <a:xfrm>
            <a:off x="0" y="10350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9f5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5" name="bg object 82"/>
          <p:cNvSpPr/>
          <p:nvPr/>
        </p:nvSpPr>
        <p:spPr>
          <a:xfrm>
            <a:off x="0" y="10317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ebf6fa"/>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6" name="bg object 83"/>
          <p:cNvSpPr/>
          <p:nvPr/>
        </p:nvSpPr>
        <p:spPr>
          <a:xfrm>
            <a:off x="0" y="103032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cf6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7" name="bg object 84"/>
          <p:cNvSpPr/>
          <p:nvPr/>
        </p:nvSpPr>
        <p:spPr>
          <a:xfrm>
            <a:off x="0" y="102888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71"/>
                </a:lnTo>
                <a:lnTo>
                  <a:pt x="10080713" y="2171"/>
                </a:lnTo>
                <a:lnTo>
                  <a:pt x="10080713" y="0"/>
                </a:lnTo>
                <a:close/>
              </a:path>
            </a:pathLst>
          </a:custGeom>
          <a:solidFill>
            <a:srgbClr val="eef7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8" name="bg object 85"/>
          <p:cNvSpPr/>
          <p:nvPr/>
        </p:nvSpPr>
        <p:spPr>
          <a:xfrm>
            <a:off x="0" y="10256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ef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89" name="bg object 86"/>
          <p:cNvSpPr/>
          <p:nvPr/>
        </p:nvSpPr>
        <p:spPr>
          <a:xfrm>
            <a:off x="0" y="102384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1f8fb"/>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0" name="bg object 87"/>
          <p:cNvSpPr/>
          <p:nvPr/>
        </p:nvSpPr>
        <p:spPr>
          <a:xfrm>
            <a:off x="0" y="102240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2f9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1" name="bg object 88"/>
          <p:cNvSpPr/>
          <p:nvPr/>
        </p:nvSpPr>
        <p:spPr>
          <a:xfrm>
            <a:off x="0" y="101916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4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2" name="bg object 89"/>
          <p:cNvSpPr/>
          <p:nvPr/>
        </p:nvSpPr>
        <p:spPr>
          <a:xfrm>
            <a:off x="0" y="10177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6fa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3" name="bg object 90"/>
          <p:cNvSpPr/>
          <p:nvPr/>
        </p:nvSpPr>
        <p:spPr>
          <a:xfrm>
            <a:off x="0" y="101592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7fbfc"/>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4" name="bg object 91"/>
          <p:cNvSpPr/>
          <p:nvPr/>
        </p:nvSpPr>
        <p:spPr>
          <a:xfrm>
            <a:off x="0" y="101268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9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5" name="bg object 92"/>
          <p:cNvSpPr/>
          <p:nvPr/>
        </p:nvSpPr>
        <p:spPr>
          <a:xfrm>
            <a:off x="0" y="1011240"/>
            <a:ext cx="10080360" cy="1080"/>
          </a:xfrm>
          <a:custGeom>
            <a:avLst/>
            <a:gdLst>
              <a:gd name="textAreaLeft" fmla="*/ 0 w 10080360"/>
              <a:gd name="textAreaRight" fmla="*/ 10080720 w 10080360"/>
              <a:gd name="textAreaTop" fmla="*/ 0 h 1080"/>
              <a:gd name="textAreaBottom" fmla="*/ 1440 h 1080"/>
            </a:gdLst>
            <a:ahLst/>
            <a:rect l="textAreaLeft" t="textAreaTop" r="textAreaRight" b="textAreaBottom"/>
            <a:pathLst>
              <a:path w="10081260" h="2540">
                <a:moveTo>
                  <a:pt x="10080713" y="0"/>
                </a:moveTo>
                <a:lnTo>
                  <a:pt x="0" y="0"/>
                </a:lnTo>
                <a:lnTo>
                  <a:pt x="0" y="2158"/>
                </a:lnTo>
                <a:lnTo>
                  <a:pt x="10080713" y="2158"/>
                </a:lnTo>
                <a:lnTo>
                  <a:pt x="10080713" y="0"/>
                </a:lnTo>
                <a:close/>
              </a:path>
            </a:pathLst>
          </a:custGeom>
          <a:solidFill>
            <a:srgbClr val="fafc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6" name="bg object 93"/>
          <p:cNvSpPr/>
          <p:nvPr/>
        </p:nvSpPr>
        <p:spPr>
          <a:xfrm>
            <a:off x="0" y="1008000"/>
            <a:ext cx="10080360" cy="2880"/>
          </a:xfrm>
          <a:custGeom>
            <a:avLst/>
            <a:gdLst>
              <a:gd name="textAreaLeft" fmla="*/ 0 w 10080360"/>
              <a:gd name="textAreaRight" fmla="*/ 10080720 w 10080360"/>
              <a:gd name="textAreaTop" fmla="*/ 0 h 2880"/>
              <a:gd name="textAreaBottom" fmla="*/ 3240 h 2880"/>
            </a:gdLst>
            <a:ahLst/>
            <a:rect l="textAreaLeft" t="textAreaTop" r="textAreaRight" b="textAreaBottom"/>
            <a:pathLst>
              <a:path w="10081260" h="2540">
                <a:moveTo>
                  <a:pt x="10080713" y="0"/>
                </a:moveTo>
                <a:lnTo>
                  <a:pt x="0" y="0"/>
                </a:lnTo>
                <a:lnTo>
                  <a:pt x="0" y="2159"/>
                </a:lnTo>
                <a:lnTo>
                  <a:pt x="10080713" y="2159"/>
                </a:lnTo>
                <a:lnTo>
                  <a:pt x="10080713" y="0"/>
                </a:lnTo>
                <a:close/>
              </a:path>
            </a:pathLst>
          </a:custGeom>
          <a:solidFill>
            <a:srgbClr val="fcfdfd"/>
          </a:solidFill>
          <a:ln w="0">
            <a:noFill/>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sp>
        <p:nvSpPr>
          <p:cNvPr id="597" name="bg object 94"/>
          <p:cNvSpPr/>
          <p:nvPr/>
        </p:nvSpPr>
        <p:spPr>
          <a:xfrm>
            <a:off x="0" y="1008000"/>
            <a:ext cx="10080360" cy="164880"/>
          </a:xfrm>
          <a:custGeom>
            <a:avLst/>
            <a:gdLst>
              <a:gd name="textAreaLeft" fmla="*/ 0 w 10080360"/>
              <a:gd name="textAreaRight" fmla="*/ 10080720 w 10080360"/>
              <a:gd name="textAreaTop" fmla="*/ 0 h 164880"/>
              <a:gd name="textAreaBottom" fmla="*/ 165240 h 164880"/>
            </a:gdLst>
            <a:ahLst/>
            <a:rect l="textAreaLeft" t="textAreaTop" r="textAreaRight" b="textAreaBottom"/>
            <a:pathLst>
              <a:path w="10080625" h="165100">
                <a:moveTo>
                  <a:pt x="5039995" y="164515"/>
                </a:moveTo>
                <a:lnTo>
                  <a:pt x="0" y="164515"/>
                </a:lnTo>
                <a:lnTo>
                  <a:pt x="0" y="0"/>
                </a:lnTo>
                <a:lnTo>
                  <a:pt x="10080002" y="0"/>
                </a:lnTo>
                <a:lnTo>
                  <a:pt x="10080002" y="164515"/>
                </a:lnTo>
                <a:lnTo>
                  <a:pt x="5039995" y="164515"/>
                </a:lnTo>
                <a:close/>
              </a:path>
            </a:pathLst>
          </a:custGeom>
          <a:noFill/>
          <a:ln w="3175">
            <a:solidFill>
              <a:srgbClr val="3364a3"/>
            </a:solidFill>
            <a:round/>
          </a:ln>
        </p:spPr>
        <p:style>
          <a:lnRef idx="0"/>
          <a:fillRef idx="0"/>
          <a:effectRef idx="0"/>
          <a:fontRef idx="minor"/>
        </p:style>
        <p:txBody>
          <a:bodyPr lIns="0" rIns="0" tIns="0" bIns="0" anchor="t">
            <a:noAutofit/>
          </a:bodyPr>
          <a:p>
            <a:pPr>
              <a:lnSpc>
                <a:spcPct val="100000"/>
              </a:lnSpc>
            </a:pPr>
            <a:endParaRPr b="0" lang="pt-BR" sz="1800" spc="-1" strike="noStrike">
              <a:solidFill>
                <a:schemeClr val="dk1"/>
              </a:solidFill>
              <a:latin typeface="Calibri"/>
            </a:endParaRPr>
          </a:p>
        </p:txBody>
      </p:sp>
      <p:pic>
        <p:nvPicPr>
          <p:cNvPr id="598" name="bg object 95" descr=""/>
          <p:cNvPicPr/>
          <p:nvPr/>
        </p:nvPicPr>
        <p:blipFill>
          <a:blip r:embed="rId2"/>
          <a:stretch/>
        </p:blipFill>
        <p:spPr>
          <a:xfrm>
            <a:off x="216000" y="106200"/>
            <a:ext cx="720360" cy="1218960"/>
          </a:xfrm>
          <a:prstGeom prst="rect">
            <a:avLst/>
          </a:prstGeom>
          <a:ln w="9525">
            <a:noFill/>
          </a:ln>
        </p:spPr>
      </p:pic>
      <p:sp>
        <p:nvSpPr>
          <p:cNvPr id="599" name="PlaceHolder 1"/>
          <p:cNvSpPr>
            <a:spLocks noGrp="1"/>
          </p:cNvSpPr>
          <p:nvPr>
            <p:ph type="title"/>
          </p:nvPr>
        </p:nvSpPr>
        <p:spPr>
          <a:xfrm>
            <a:off x="756360" y="1761480"/>
            <a:ext cx="8570880" cy="55368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dk2"/>
                </a:solidFill>
                <a:latin typeface="Calibri"/>
              </a:rPr>
              <a:t>Clique para editar o estilo do título mestre</a:t>
            </a:r>
            <a:endParaRPr b="0" lang="pt-BR" sz="4400" spc="-1" strike="noStrike">
              <a:solidFill>
                <a:schemeClr val="dk1"/>
              </a:solidFill>
              <a:latin typeface="Arial"/>
            </a:endParaRPr>
          </a:p>
        </p:txBody>
      </p:sp>
      <p:sp>
        <p:nvSpPr>
          <p:cNvPr id="600" name="PlaceHolder 2"/>
          <p:cNvSpPr>
            <a:spLocks noGrp="1"/>
          </p:cNvSpPr>
          <p:nvPr>
            <p:ph type="dt" idx="17"/>
          </p:nvPr>
        </p:nvSpPr>
        <p:spPr>
          <a:xfrm>
            <a:off x="504720" y="5273640"/>
            <a:ext cx="2319120" cy="283680"/>
          </a:xfrm>
          <a:prstGeom prst="rect">
            <a:avLst/>
          </a:prstGeom>
          <a:noFill/>
          <a:ln w="0">
            <a:noFill/>
          </a:ln>
        </p:spPr>
        <p:txBody>
          <a:bodyPr lIns="0" rIns="0" tIns="0" bIns="0" anchor="t">
            <a:noAutofit/>
          </a:bodyPr>
          <a:lstStyle>
            <a:lvl1pPr indent="0">
              <a:lnSpc>
                <a:spcPct val="100000"/>
              </a:lnSpc>
              <a:buNone/>
              <a:defRPr b="0" lang="pt-BR" sz="1400" spc="-1" strike="noStrike">
                <a:solidFill>
                  <a:schemeClr val="dk1">
                    <a:tint val="75000"/>
                  </a:schemeClr>
                </a:solidFill>
                <a:latin typeface="Calibri"/>
              </a:defRPr>
            </a:lvl1pPr>
          </a:lstStyle>
          <a:p>
            <a:pPr indent="0">
              <a:lnSpc>
                <a:spcPct val="100000"/>
              </a:lnSpc>
              <a:buNone/>
            </a:pPr>
            <a:r>
              <a:rPr b="0" lang="pt-BR" sz="1400" spc="-1" strike="noStrike">
                <a:solidFill>
                  <a:schemeClr val="dk1">
                    <a:tint val="75000"/>
                  </a:schemeClr>
                </a:solidFill>
                <a:latin typeface="Calibri"/>
              </a:rPr>
              <a:t>&lt;data/hora&gt;</a:t>
            </a:r>
            <a:endParaRPr b="0" lang="pt-BR" sz="1400" spc="-1" strike="noStrike">
              <a:solidFill>
                <a:srgbClr val="000000"/>
              </a:solidFill>
              <a:latin typeface="Times New Roman"/>
            </a:endParaRPr>
          </a:p>
        </p:txBody>
      </p:sp>
      <p:sp>
        <p:nvSpPr>
          <p:cNvPr id="601" name="PlaceHolder 3"/>
          <p:cNvSpPr>
            <a:spLocks noGrp="1"/>
          </p:cNvSpPr>
          <p:nvPr>
            <p:ph type="ftr" idx="18"/>
          </p:nvPr>
        </p:nvSpPr>
        <p:spPr>
          <a:xfrm>
            <a:off x="3429000" y="5273640"/>
            <a:ext cx="3225600" cy="283680"/>
          </a:xfrm>
          <a:prstGeom prst="rect">
            <a:avLst/>
          </a:prstGeom>
          <a:noFill/>
          <a:ln w="0">
            <a:noFill/>
          </a:ln>
        </p:spPr>
        <p:txBody>
          <a:bodyPr lIns="0" rIns="0" tIns="0" bIns="0" anchor="t">
            <a:noAutofit/>
          </a:bodyPr>
          <a:lstStyle>
            <a:lvl1pPr indent="0" algn="ctr">
              <a:buNone/>
              <a:defRPr b="0" lang="pt-BR" sz="1400" spc="-1" strike="noStrike">
                <a:solidFill>
                  <a:srgbClr val="000000"/>
                </a:solidFill>
                <a:latin typeface="Times New Roman"/>
              </a:defRPr>
            </a:lvl1pPr>
          </a:lstStyle>
          <a:p>
            <a:pPr indent="0" algn="ctr">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602" name="PlaceHolder 4"/>
          <p:cNvSpPr>
            <a:spLocks noGrp="1"/>
          </p:cNvSpPr>
          <p:nvPr>
            <p:ph type="sldNum" idx="19"/>
          </p:nvPr>
        </p:nvSpPr>
        <p:spPr>
          <a:xfrm>
            <a:off x="7259760" y="5273640"/>
            <a:ext cx="2319120" cy="283680"/>
          </a:xfrm>
          <a:prstGeom prst="rect">
            <a:avLst/>
          </a:prstGeom>
          <a:noFill/>
          <a:ln w="0">
            <a:noFill/>
          </a:ln>
        </p:spPr>
        <p:txBody>
          <a:bodyPr lIns="0" rIns="0" tIns="0" bIns="0" anchor="t">
            <a:noAutofit/>
          </a:bodyPr>
          <a:lstStyle>
            <a:lvl1pPr indent="0" algn="r">
              <a:lnSpc>
                <a:spcPct val="100000"/>
              </a:lnSpc>
              <a:buNone/>
              <a:defRPr b="0" lang="pt-BR" sz="1400" spc="-1" strike="noStrike">
                <a:solidFill>
                  <a:schemeClr val="dk1">
                    <a:tint val="75000"/>
                  </a:schemeClr>
                </a:solidFill>
                <a:latin typeface="Calibri"/>
              </a:defRPr>
            </a:lvl1pPr>
          </a:lstStyle>
          <a:p>
            <a:pPr indent="0" algn="r">
              <a:lnSpc>
                <a:spcPct val="100000"/>
              </a:lnSpc>
              <a:buNone/>
            </a:pPr>
            <a:fld id="{9CC41EAC-AF54-4935-AE11-F6CB43B1B134}" type="slidenum">
              <a:rPr b="0" lang="pt-BR" sz="1400" spc="-1" strike="noStrike">
                <a:solidFill>
                  <a:schemeClr val="dk1">
                    <a:tint val="75000"/>
                  </a:schemeClr>
                </a:solidFill>
                <a:latin typeface="Calibri"/>
              </a:rPr>
              <a:t>&lt;número&gt;</a:t>
            </a:fld>
            <a:endParaRPr b="0" lang="pt-BR" sz="1400" spc="-1" strike="noStrike">
              <a:solidFill>
                <a:srgbClr val="000000"/>
              </a:solidFill>
              <a:latin typeface="Times New Roman"/>
            </a:endParaRPr>
          </a:p>
        </p:txBody>
      </p:sp>
      <p:sp>
        <p:nvSpPr>
          <p:cNvPr id="603" name="PlaceHolder 5"/>
          <p:cNvSpPr>
            <a:spLocks noGrp="1"/>
          </p:cNvSpPr>
          <p:nvPr>
            <p:ph type="body"/>
          </p:nvPr>
        </p:nvSpPr>
        <p:spPr>
          <a:xfrm>
            <a:off x="504000" y="1326600"/>
            <a:ext cx="907488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chemeClr val="dk1"/>
                </a:solidFill>
                <a:latin typeface="Calibri"/>
              </a:rPr>
              <a:t>Clique para editar o formato de texto dos tópicos</a:t>
            </a:r>
            <a:endParaRPr b="0" lang="pt-BR"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pt-BR" sz="2400" spc="-1" strike="noStrike">
                <a:solidFill>
                  <a:schemeClr val="dk1"/>
                </a:solidFill>
                <a:latin typeface="Calibri"/>
              </a:rPr>
              <a:t>2.º nível de tópicos</a:t>
            </a:r>
            <a:endParaRPr b="0" lang="pt-BR"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pt-BR" sz="2000" spc="-1" strike="noStrike">
                <a:solidFill>
                  <a:schemeClr val="dk1"/>
                </a:solidFill>
                <a:latin typeface="Calibri"/>
              </a:rPr>
              <a:t>3.º nível de tópicos</a:t>
            </a:r>
            <a:endParaRPr b="0" lang="pt-BR"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pt-BR" sz="2000" spc="-1" strike="noStrike">
                <a:solidFill>
                  <a:schemeClr val="dk1"/>
                </a:solidFill>
                <a:latin typeface="Calibri"/>
              </a:rPr>
              <a:t>4.º nível de tópicos</a:t>
            </a:r>
            <a:endParaRPr b="0" lang="pt-BR"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pt-BR" sz="2000" spc="-1" strike="noStrike">
                <a:solidFill>
                  <a:schemeClr val="dk1"/>
                </a:solidFill>
                <a:latin typeface="Calibri"/>
              </a:rPr>
              <a:t>5.º nível de tópicos</a:t>
            </a:r>
            <a:endParaRPr b="0" lang="pt-BR"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pt-BR" sz="2000" spc="-1" strike="noStrike">
                <a:solidFill>
                  <a:schemeClr val="dk1"/>
                </a:solidFill>
                <a:latin typeface="Calibri"/>
              </a:rPr>
              <a:t>6.º nível de tópicos</a:t>
            </a:r>
            <a:endParaRPr b="0" lang="pt-BR"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pt-BR" sz="2000" spc="-1" strike="noStrike">
                <a:solidFill>
                  <a:schemeClr val="dk1"/>
                </a:solidFill>
                <a:latin typeface="Calibri"/>
              </a:rPr>
              <a:t>7.º nível de tópicos</a:t>
            </a:r>
            <a:endParaRPr b="0" lang="pt-BR"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slide" Target="slide3.xml"/><Relationship Id="rId7"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 Target="slide5.xml"/><Relationship Id="rId2" Type="http://schemas.openxmlformats.org/officeDocument/2006/relationships/slide" Target="slide1.xml"/><Relationship Id="rId3" Type="http://schemas.openxmlformats.org/officeDocument/2006/relationships/slide" Target="slide3.xml"/><Relationship Id="rId4" Type="http://schemas.openxmlformats.org/officeDocument/2006/relationships/slide" Target="slide46.xml"/><Relationship Id="rId5"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 Target="slide4.xml"/><Relationship Id="rId2" Type="http://schemas.openxmlformats.org/officeDocument/2006/relationships/slide" Target="slide48.xml"/><Relationship Id="rId3" Type="http://schemas.openxmlformats.org/officeDocument/2006/relationships/slide" Target="slide82.xml"/><Relationship Id="rId4" Type="http://schemas.openxmlformats.org/officeDocument/2006/relationships/slide" Target="slide82.xml"/><Relationship Id="rId5"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slide" Target="slide1.xml"/><Relationship Id="rId6" Type="http://schemas.openxmlformats.org/officeDocument/2006/relationships/slide" Target="slide3.xml"/><Relationship Id="rId7" Type="http://schemas.openxmlformats.org/officeDocument/2006/relationships/slideLayout" Target="../slideLayouts/slideLayout5.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6.xml"/>
</Relationships>
</file>

<file path=ppt/slides/_rels/slide48.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slide" Target="slide1.xml"/><Relationship Id="rId6" Type="http://schemas.openxmlformats.org/officeDocument/2006/relationships/slide" Target="slide3.xml"/><Relationship Id="rId7" Type="http://schemas.openxmlformats.org/officeDocument/2006/relationships/slideLayout" Target="../slideLayouts/slideLayout5.xml"/><Relationship Id="rId8"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png"/><Relationship Id="rId3"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jpeg"/><Relationship Id="rId3"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image" Target="../media/image31.jpeg"/><Relationship Id="rId3"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audio" Target="file:///F:/Apostila%20interativa%20(modelo%20ciaa)/videos/audio%20airton%20sena.m4a" TargetMode="External"/><Relationship Id="rId2" Type="http://schemas.microsoft.com/office/2007/relationships/media" Target="file:///F:/Apostila%20interativa%20(modelo%20ciaa)/videos/audio%20airton%20sena.m4a" TargetMode="External"/><Relationship Id="rId3" Type="http://schemas.openxmlformats.org/officeDocument/2006/relationships/image" Target="../media/image35.png"/><Relationship Id="rId4" Type="http://schemas.openxmlformats.org/officeDocument/2006/relationships/image" Target="../media/image7.jpe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slide" Target="slide46.xml"/><Relationship Id="rId9" Type="http://schemas.openxmlformats.org/officeDocument/2006/relationships/slide" Target="slide3.xml"/><Relationship Id="rId10" Type="http://schemas.openxmlformats.org/officeDocument/2006/relationships/slideLayout" Target="../slideLayouts/slideLayout5.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6.xml"/>
</Relationships>
</file>

<file path=ppt/slides/_rels/slide82.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slide" Target="slide1.xml"/><Relationship Id="rId6" Type="http://schemas.openxmlformats.org/officeDocument/2006/relationships/slide" Target="slide3.xml"/><Relationship Id="rId7" Type="http://schemas.openxmlformats.org/officeDocument/2006/relationships/slideLayout" Target="../slideLayouts/slideLayout5.xml"/><Relationship Id="rId8"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1.xml"/>
</Relationships>
</file>

<file path=ppt/slides/_rels/slide88.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89.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xml"/>
</Relationships>
</file>

<file path=ppt/slides/_rels/slide90.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91.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6.xml"/>
</Relationships>
</file>

<file path=ppt/slides/_rels/slide10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slide" Target="slide1.xml"/><Relationship Id="rId6" Type="http://schemas.openxmlformats.org/officeDocument/2006/relationships/slide" Target="slide3.xml"/><Relationship Id="rId7" Type="http://schemas.openxmlformats.org/officeDocument/2006/relationships/slideLayout" Target="../slideLayouts/slideLayout5.xml"/><Relationship Id="rId8"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7.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slideLayout" Target="../slideLayouts/slideLayout4.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9.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4.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2.xml.rels><?xml version="1.0" encoding="UTF-8"?>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4.xml"/>
</Relationships>
</file>

<file path=ppt/slides/_rels/slide113.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4.xml"/>
</Relationships>
</file>

<file path=ppt/slides/_rels/slide114.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4.xml"/>
</Relationships>
</file>

<file path=ppt/slides/_rels/slide115.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4.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6.xml"/>
</Relationships>
</file>

<file path=ppt/slides/_rels/slide126.xml.rels><?xml version="1.0" encoding="UTF-8"?>
<Relationships xmlns="http://schemas.openxmlformats.org/package/2006/relationships"><Relationship Id="rId1" Type="http://schemas.openxmlformats.org/officeDocument/2006/relationships/audio" Target="file:///F:/Apostila%20interativa%20(modelo%20ciaa)/videos/audio%20airton%20sena.m4a" TargetMode="External"/><Relationship Id="rId2" Type="http://schemas.microsoft.com/office/2007/relationships/media" Target="file:///F:/Apostila%20interativa%20(modelo%20ciaa)/videos/audio%20airton%20sena.m4a" TargetMode="External"/><Relationship Id="rId3" Type="http://schemas.openxmlformats.org/officeDocument/2006/relationships/image" Target="../media/image35.png"/><Relationship Id="rId4" Type="http://schemas.openxmlformats.org/officeDocument/2006/relationships/image" Target="../media/image7.jpe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slide" Target="slide46.xml"/><Relationship Id="rId9" Type="http://schemas.openxmlformats.org/officeDocument/2006/relationships/slide" Target="slide3.xml"/><Relationship Id="rId10" Type="http://schemas.openxmlformats.org/officeDocument/2006/relationships/slideLayout" Target="../slideLayouts/slideLayout5.xml"/>
</Relationships>
</file>

<file path=ppt/slides/_rels/slide127.xml.rels><?xml version="1.0" encoding="UTF-8"?>
<Relationships xmlns="http://schemas.openxmlformats.org/package/2006/relationships"><Relationship Id="rId1" Type="http://schemas.openxmlformats.org/officeDocument/2006/relationships/slide" Target=""/><Relationship Id="rId2" Type="http://schemas.openxmlformats.org/officeDocument/2006/relationships/slideLayout" Target="../slideLayouts/slideLayout6.xml"/><Relationship Id="rId3" Type="http://schemas.openxmlformats.org/officeDocument/2006/relationships/notesSlide" Target="../notesSlides/notesSlide1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12" name="object 2"/>
          <p:cNvGrpSpPr/>
          <p:nvPr/>
        </p:nvGrpSpPr>
        <p:grpSpPr>
          <a:xfrm>
            <a:off x="360" y="3240"/>
            <a:ext cx="10078560" cy="5666400"/>
            <a:chOff x="360" y="3240"/>
            <a:chExt cx="10078560" cy="5666400"/>
          </a:xfrm>
        </p:grpSpPr>
        <p:pic>
          <p:nvPicPr>
            <p:cNvPr id="613" name="object 3" descr=""/>
            <p:cNvPicPr/>
            <p:nvPr/>
          </p:nvPicPr>
          <p:blipFill>
            <a:blip r:embed="rId1"/>
            <a:stretch/>
          </p:blipFill>
          <p:spPr>
            <a:xfrm>
              <a:off x="360" y="3240"/>
              <a:ext cx="7415280" cy="5666400"/>
            </a:xfrm>
            <a:prstGeom prst="rect">
              <a:avLst/>
            </a:prstGeom>
            <a:ln w="9525">
              <a:noFill/>
            </a:ln>
          </p:spPr>
        </p:pic>
        <p:pic>
          <p:nvPicPr>
            <p:cNvPr id="614" name="object 4" descr=""/>
            <p:cNvPicPr/>
            <p:nvPr/>
          </p:nvPicPr>
          <p:blipFill>
            <a:blip r:embed="rId2"/>
            <a:stretch/>
          </p:blipFill>
          <p:spPr>
            <a:xfrm>
              <a:off x="3611880" y="3240"/>
              <a:ext cx="6467040" cy="5666400"/>
            </a:xfrm>
            <a:prstGeom prst="rect">
              <a:avLst/>
            </a:prstGeom>
            <a:ln w="9525">
              <a:noFill/>
            </a:ln>
          </p:spPr>
        </p:pic>
        <p:pic>
          <p:nvPicPr>
            <p:cNvPr id="615" name="object 5" descr=""/>
            <p:cNvPicPr/>
            <p:nvPr/>
          </p:nvPicPr>
          <p:blipFill>
            <a:blip r:embed="rId3"/>
            <a:stretch/>
          </p:blipFill>
          <p:spPr>
            <a:xfrm>
              <a:off x="6691680" y="1419480"/>
              <a:ext cx="3387240" cy="1191240"/>
            </a:xfrm>
            <a:prstGeom prst="rect">
              <a:avLst/>
            </a:prstGeom>
            <a:ln w="9525">
              <a:noFill/>
            </a:ln>
          </p:spPr>
        </p:pic>
        <p:pic>
          <p:nvPicPr>
            <p:cNvPr id="616" name="object 6" descr=""/>
            <p:cNvPicPr/>
            <p:nvPr/>
          </p:nvPicPr>
          <p:blipFill>
            <a:blip r:embed="rId4"/>
            <a:stretch/>
          </p:blipFill>
          <p:spPr>
            <a:xfrm>
              <a:off x="8280000" y="252000"/>
              <a:ext cx="643680" cy="1175400"/>
            </a:xfrm>
            <a:prstGeom prst="rect">
              <a:avLst/>
            </a:prstGeom>
            <a:ln w="9525">
              <a:noFill/>
            </a:ln>
          </p:spPr>
        </p:pic>
        <p:pic>
          <p:nvPicPr>
            <p:cNvPr id="617" name="object 7" descr=""/>
            <p:cNvPicPr/>
            <p:nvPr/>
          </p:nvPicPr>
          <p:blipFill>
            <a:blip r:embed="rId5"/>
            <a:stretch/>
          </p:blipFill>
          <p:spPr>
            <a:xfrm>
              <a:off x="8449920" y="4945680"/>
              <a:ext cx="473400" cy="672120"/>
            </a:xfrm>
            <a:prstGeom prst="rect">
              <a:avLst/>
            </a:prstGeom>
            <a:ln w="9525">
              <a:noFill/>
            </a:ln>
          </p:spPr>
        </p:pic>
      </p:grpSp>
      <p:sp>
        <p:nvSpPr>
          <p:cNvPr id="618" name="object 8"/>
          <p:cNvSpPr/>
          <p:nvPr/>
        </p:nvSpPr>
        <p:spPr>
          <a:xfrm>
            <a:off x="7097760" y="1703520"/>
            <a:ext cx="2881080" cy="54576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0" lang="pt-BR" sz="1200" spc="-7" strike="noStrike">
                <a:solidFill>
                  <a:srgbClr val="ffffff"/>
                </a:solidFill>
                <a:latin typeface="Arial MT"/>
              </a:rPr>
              <a:t>Centro</a:t>
            </a:r>
            <a:r>
              <a:rPr b="0" lang="pt-BR" sz="1200" spc="-1" strike="noStrike">
                <a:solidFill>
                  <a:srgbClr val="ffffff"/>
                </a:solidFill>
                <a:latin typeface="Arial MT"/>
              </a:rPr>
              <a:t> </a:t>
            </a:r>
            <a:r>
              <a:rPr b="0" lang="pt-BR" sz="1200" spc="4" strike="noStrike">
                <a:solidFill>
                  <a:srgbClr val="ffffff"/>
                </a:solidFill>
                <a:latin typeface="Arial MT"/>
              </a:rPr>
              <a:t>de</a:t>
            </a:r>
            <a:r>
              <a:rPr b="0" lang="pt-BR" sz="1200" spc="-1" strike="noStrike">
                <a:solidFill>
                  <a:srgbClr val="ffffff"/>
                </a:solidFill>
                <a:latin typeface="Arial MT"/>
              </a:rPr>
              <a:t> Instrução</a:t>
            </a:r>
            <a:r>
              <a:rPr b="0" lang="pt-BR" sz="1200" spc="-72" strike="noStrike">
                <a:solidFill>
                  <a:srgbClr val="ffffff"/>
                </a:solidFill>
                <a:latin typeface="Arial MT"/>
              </a:rPr>
              <a:t> </a:t>
            </a:r>
            <a:r>
              <a:rPr b="0" lang="pt-BR" sz="1200" spc="-7" strike="noStrike">
                <a:solidFill>
                  <a:srgbClr val="ffffff"/>
                </a:solidFill>
                <a:latin typeface="Arial MT"/>
              </a:rPr>
              <a:t>Almirante</a:t>
            </a:r>
            <a:r>
              <a:rPr b="0" lang="pt-BR" sz="1200" spc="-72" strike="noStrike">
                <a:solidFill>
                  <a:srgbClr val="ffffff"/>
                </a:solidFill>
                <a:latin typeface="Arial MT"/>
              </a:rPr>
              <a:t> </a:t>
            </a:r>
            <a:r>
              <a:rPr b="0" lang="pt-BR" sz="1200" spc="-7" strike="noStrike">
                <a:solidFill>
                  <a:srgbClr val="ffffff"/>
                </a:solidFill>
                <a:latin typeface="Arial MT"/>
              </a:rPr>
              <a:t>Alexandrino</a:t>
            </a:r>
            <a:endParaRPr b="0" lang="pt-BR" sz="1200" spc="-1" strike="noStrike">
              <a:solidFill>
                <a:srgbClr val="000000"/>
              </a:solidFill>
              <a:latin typeface="Arial"/>
            </a:endParaRPr>
          </a:p>
          <a:p>
            <a:pPr marL="3240" algn="ctr">
              <a:lnSpc>
                <a:spcPct val="100000"/>
              </a:lnSpc>
            </a:pPr>
            <a:r>
              <a:rPr b="0" lang="pt-BR" sz="1100" spc="-15" strike="noStrike">
                <a:solidFill>
                  <a:srgbClr val="ffffff"/>
                </a:solidFill>
                <a:latin typeface="Arial MT"/>
              </a:rPr>
              <a:t>Tudo</a:t>
            </a:r>
            <a:r>
              <a:rPr b="0" lang="pt-BR" sz="1100" spc="-7" strike="noStrike">
                <a:solidFill>
                  <a:srgbClr val="ffffff"/>
                </a:solidFill>
                <a:latin typeface="Arial MT"/>
              </a:rPr>
              <a:t> pela pátria,</a:t>
            </a:r>
            <a:r>
              <a:rPr b="0" lang="pt-BR" sz="1100" spc="-1" strike="noStrike">
                <a:solidFill>
                  <a:srgbClr val="ffffff"/>
                </a:solidFill>
                <a:latin typeface="Arial MT"/>
              </a:rPr>
              <a:t> rumo</a:t>
            </a:r>
            <a:r>
              <a:rPr b="0" lang="pt-BR" sz="1100" spc="4" strike="noStrike">
                <a:solidFill>
                  <a:srgbClr val="ffffff"/>
                </a:solidFill>
                <a:latin typeface="Arial MT"/>
              </a:rPr>
              <a:t> </a:t>
            </a:r>
            <a:r>
              <a:rPr b="0" lang="pt-BR" sz="1100" spc="-7" strike="noStrike">
                <a:solidFill>
                  <a:srgbClr val="ffffff"/>
                </a:solidFill>
                <a:latin typeface="Arial MT"/>
              </a:rPr>
              <a:t>ao </a:t>
            </a:r>
            <a:r>
              <a:rPr b="0" lang="pt-BR" sz="1100" spc="-15" strike="noStrike">
                <a:solidFill>
                  <a:srgbClr val="ffffff"/>
                </a:solidFill>
                <a:latin typeface="Arial MT"/>
              </a:rPr>
              <a:t>mar.</a:t>
            </a:r>
            <a:endParaRPr b="0" lang="pt-BR" sz="1100" spc="-1" strike="noStrike">
              <a:solidFill>
                <a:srgbClr val="000000"/>
              </a:solidFill>
              <a:latin typeface="Arial"/>
            </a:endParaRPr>
          </a:p>
        </p:txBody>
      </p:sp>
      <p:sp>
        <p:nvSpPr>
          <p:cNvPr id="619" name="object 9"/>
          <p:cNvSpPr/>
          <p:nvPr/>
        </p:nvSpPr>
        <p:spPr>
          <a:xfrm>
            <a:off x="7399440" y="2335320"/>
            <a:ext cx="2356920" cy="1434240"/>
          </a:xfrm>
          <a:prstGeom prst="rect">
            <a:avLst/>
          </a:prstGeom>
          <a:noFill/>
          <a:ln w="0">
            <a:noFill/>
          </a:ln>
        </p:spPr>
        <p:style>
          <a:lnRef idx="0"/>
          <a:fillRef idx="0"/>
          <a:effectRef idx="0"/>
          <a:fontRef idx="minor"/>
        </p:style>
        <p:txBody>
          <a:bodyPr lIns="0" rIns="0" tIns="12600" bIns="0" anchor="t">
            <a:spAutoFit/>
          </a:bodyPr>
          <a:p>
            <a:pPr marL="12600" indent="139680" algn="ctr">
              <a:lnSpc>
                <a:spcPct val="100000"/>
              </a:lnSpc>
              <a:spcBef>
                <a:spcPts val="99"/>
              </a:spcBef>
              <a:tabLst>
                <a:tab algn="l" pos="0"/>
              </a:tabLst>
            </a:pPr>
            <a:endParaRPr b="0" lang="pt-BR" sz="1800" spc="-1" strike="noStrike">
              <a:solidFill>
                <a:srgbClr val="000000"/>
              </a:solidFill>
              <a:latin typeface="Arial"/>
            </a:endParaRPr>
          </a:p>
          <a:p>
            <a:pPr marL="12600" indent="139680" algn="ctr">
              <a:lnSpc>
                <a:spcPct val="100000"/>
              </a:lnSpc>
              <a:spcBef>
                <a:spcPts val="99"/>
              </a:spcBef>
              <a:tabLst>
                <a:tab algn="l" pos="0"/>
              </a:tabLst>
            </a:pPr>
            <a:endParaRPr b="0" lang="pt-BR" sz="1800" spc="-1" strike="noStrike">
              <a:solidFill>
                <a:srgbClr val="000000"/>
              </a:solidFill>
              <a:latin typeface="Arial"/>
            </a:endParaRPr>
          </a:p>
          <a:p>
            <a:pPr marL="12600" indent="139680" algn="ctr">
              <a:lnSpc>
                <a:spcPct val="100000"/>
              </a:lnSpc>
              <a:spcBef>
                <a:spcPts val="99"/>
              </a:spcBef>
              <a:tabLst>
                <a:tab algn="l" pos="0"/>
              </a:tabLst>
            </a:pPr>
            <a:r>
              <a:rPr b="0" lang="pt-BR" sz="1800" spc="-1" strike="noStrike">
                <a:solidFill>
                  <a:srgbClr val="ffffff"/>
                </a:solidFill>
                <a:latin typeface="Calibri"/>
                <a:ea typeface="Arial MT"/>
              </a:rPr>
              <a:t>EE 2111-0308</a:t>
            </a:r>
            <a:endParaRPr b="0" lang="pt-BR" sz="1800" spc="-1" strike="noStrike">
              <a:solidFill>
                <a:srgbClr val="000000"/>
              </a:solidFill>
              <a:latin typeface="Arial"/>
            </a:endParaRPr>
          </a:p>
          <a:p>
            <a:pPr marL="12600" indent="139680" algn="ctr">
              <a:lnSpc>
                <a:spcPct val="100000"/>
              </a:lnSpc>
              <a:spcBef>
                <a:spcPts val="99"/>
              </a:spcBef>
              <a:tabLst>
                <a:tab algn="l" pos="0"/>
              </a:tabLst>
            </a:pPr>
            <a:endParaRPr b="0" lang="pt-BR" sz="1800" spc="-1" strike="noStrike">
              <a:solidFill>
                <a:srgbClr val="000000"/>
              </a:solidFill>
              <a:latin typeface="Arial"/>
            </a:endParaRPr>
          </a:p>
          <a:p>
            <a:pPr marL="12600" indent="139680" algn="ctr">
              <a:lnSpc>
                <a:spcPct val="100000"/>
              </a:lnSpc>
              <a:spcBef>
                <a:spcPts val="99"/>
              </a:spcBef>
              <a:tabLst>
                <a:tab algn="l" pos="0"/>
              </a:tabLst>
            </a:pPr>
            <a:r>
              <a:rPr b="0" lang="pt-BR" sz="1800" spc="-1" strike="noStrike">
                <a:solidFill>
                  <a:srgbClr val="ffffff"/>
                </a:solidFill>
                <a:latin typeface="Calibri"/>
                <a:ea typeface="Arial MT"/>
              </a:rPr>
              <a:t>ANEMÔMETROS  </a:t>
            </a:r>
            <a:endParaRPr b="0" lang="pt-BR" sz="1800" spc="-1" strike="noStrike">
              <a:solidFill>
                <a:srgbClr val="000000"/>
              </a:solidFill>
              <a:latin typeface="Arial"/>
            </a:endParaRPr>
          </a:p>
        </p:txBody>
      </p:sp>
      <p:sp>
        <p:nvSpPr>
          <p:cNvPr id="620" name="Botão de ação: Personalizar 21">
            <a:hlinkClick r:id="" action="ppaction://hlinkshowjump?jump=endshow"/>
          </p:cNvPr>
          <p:cNvSpPr/>
          <p:nvPr/>
        </p:nvSpPr>
        <p:spPr>
          <a:xfrm>
            <a:off x="8623440" y="4335480"/>
            <a:ext cx="862920" cy="5713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SAIR</a:t>
            </a:r>
            <a:endParaRPr b="0" lang="pt-BR" sz="1600" spc="-1" strike="noStrike">
              <a:solidFill>
                <a:srgbClr val="000000"/>
              </a:solidFill>
              <a:latin typeface="Arial"/>
            </a:endParaRPr>
          </a:p>
        </p:txBody>
      </p:sp>
      <p:sp>
        <p:nvSpPr>
          <p:cNvPr id="621" name="Botão de ação: Personalizar 22">
            <a:hlinkClick r:id="rId6" action="ppaction://hlinksldjump"/>
          </p:cNvPr>
          <p:cNvSpPr/>
          <p:nvPr/>
        </p:nvSpPr>
        <p:spPr>
          <a:xfrm>
            <a:off x="7251840" y="4335480"/>
            <a:ext cx="862920" cy="5713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ENTRAR</a:t>
            </a:r>
            <a:endParaRPr b="0" lang="pt-BR" sz="1600" spc="-1" strike="noStrike">
              <a:solidFill>
                <a:srgbClr val="000000"/>
              </a:solidFill>
              <a:latin typeface="Arial"/>
            </a:endParaRPr>
          </a:p>
        </p:txBody>
      </p:sp>
      <p:sp>
        <p:nvSpPr>
          <p:cNvPr id="622" name="PlaceHolder 1"/>
          <p:cNvSpPr>
            <a:spLocks noGrp="1"/>
          </p:cNvSpPr>
          <p:nvPr>
            <p:ph type="title"/>
          </p:nvPr>
        </p:nvSpPr>
        <p:spPr>
          <a:xfrm>
            <a:off x="9298080" y="0"/>
            <a:ext cx="785520" cy="164880"/>
          </a:xfrm>
          <a:prstGeom prst="rect">
            <a:avLst/>
          </a:prstGeom>
          <a:noFill/>
          <a:ln w="9360">
            <a:noFill/>
          </a:ln>
        </p:spPr>
        <p:txBody>
          <a:bodyPr numCol="1" spcCol="0" lIns="0" rIns="0" tIns="0" bIns="0" anchor="t">
            <a:noAutofit/>
          </a:bodyPr>
          <a:p>
            <a:pPr indent="0" algn="ctr">
              <a:lnSpc>
                <a:spcPct val="100000"/>
              </a:lnSpc>
              <a:buNone/>
            </a:pPr>
            <a:r>
              <a:rPr b="0" lang="pt-BR" sz="800" spc="-1" strike="noStrike">
                <a:solidFill>
                  <a:schemeClr val="dk2"/>
                </a:solidFill>
                <a:latin typeface="Calibri"/>
              </a:rPr>
              <a:t>EE 1001-0808</a:t>
            </a:r>
            <a:endParaRPr b="0" lang="pt-BR" sz="8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title"/>
          </p:nvPr>
        </p:nvSpPr>
        <p:spPr>
          <a:xfrm>
            <a:off x="704880" y="384120"/>
            <a:ext cx="8673840" cy="615240"/>
          </a:xfrm>
          <a:prstGeom prst="rect">
            <a:avLst/>
          </a:prstGeom>
          <a:noFill/>
          <a:ln w="9360">
            <a:noFill/>
          </a:ln>
        </p:spPr>
        <p:txBody>
          <a:bodyPr numCol="1" spcCol="0" lIns="0" rIns="0" tIns="0" bIns="0" anchor="t">
            <a:noAutofit/>
          </a:bodyPr>
          <a:p>
            <a:pPr indent="0" algn="ctr">
              <a:lnSpc>
                <a:spcPct val="100000"/>
              </a:lnSpc>
              <a:buNone/>
            </a:pPr>
            <a:r>
              <a:rPr b="0" lang="pt-BR" sz="4000" spc="-1" strike="noStrike">
                <a:solidFill>
                  <a:schemeClr val="lt1"/>
                </a:solidFill>
                <a:latin typeface="Calibri"/>
              </a:rPr>
              <a:t>APOIO</a:t>
            </a:r>
            <a:endParaRPr b="0" lang="pt-BR" sz="4000" spc="-1" strike="noStrike">
              <a:solidFill>
                <a:schemeClr val="dk1"/>
              </a:solidFill>
              <a:latin typeface="Arial"/>
            </a:endParaRPr>
          </a:p>
        </p:txBody>
      </p:sp>
      <p:sp>
        <p:nvSpPr>
          <p:cNvPr id="624" name="Botão de ação: Voltar ou Anterior 1">
            <a:hlinkClick r:id="" action="ppaction://hlinkshowjump?jump=previousslide"/>
          </p:cNvPr>
          <p:cNvSpPr/>
          <p:nvPr/>
        </p:nvSpPr>
        <p:spPr>
          <a:xfrm>
            <a:off x="3723120" y="2263680"/>
            <a:ext cx="719640" cy="539640"/>
          </a:xfrm>
          <a:prstGeom prst="actionButtonBackPrevious">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800" spc="-1" strike="noStrike">
              <a:solidFill>
                <a:schemeClr val="dk2">
                  <a:lumMod val="75000"/>
                </a:schemeClr>
              </a:solidFill>
              <a:latin typeface="Calibri"/>
            </a:endParaRPr>
          </a:p>
        </p:txBody>
      </p:sp>
      <p:sp>
        <p:nvSpPr>
          <p:cNvPr id="625" name="Botão de ação: Avançar ou Próximo 2"/>
          <p:cNvSpPr/>
          <p:nvPr/>
        </p:nvSpPr>
        <p:spPr>
          <a:xfrm>
            <a:off x="4668480" y="2263680"/>
            <a:ext cx="719640" cy="539640"/>
          </a:xfrm>
          <a:prstGeom prst="actionButtonForwardNext">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800" spc="-1" strike="noStrike">
              <a:solidFill>
                <a:schemeClr val="dk2">
                  <a:lumMod val="75000"/>
                </a:schemeClr>
              </a:solidFill>
              <a:latin typeface="Calibri"/>
            </a:endParaRPr>
          </a:p>
        </p:txBody>
      </p:sp>
      <p:sp>
        <p:nvSpPr>
          <p:cNvPr id="626" name="Botão de ação: Início 3">
            <a:hlinkClick r:id="rId1" action="ppaction://hlinksldjump"/>
          </p:cNvPr>
          <p:cNvSpPr/>
          <p:nvPr/>
        </p:nvSpPr>
        <p:spPr>
          <a:xfrm>
            <a:off x="2778120" y="2263680"/>
            <a:ext cx="719640" cy="539640"/>
          </a:xfrm>
          <a:prstGeom prst="actionButtonBeginning">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800" spc="-1" strike="noStrike">
              <a:solidFill>
                <a:schemeClr val="dk2">
                  <a:lumMod val="75000"/>
                </a:schemeClr>
              </a:solidFill>
              <a:latin typeface="Calibri"/>
            </a:endParaRPr>
          </a:p>
        </p:txBody>
      </p:sp>
      <p:sp>
        <p:nvSpPr>
          <p:cNvPr id="627" name="Botão de ação: Fim 4"/>
          <p:cNvSpPr/>
          <p:nvPr/>
        </p:nvSpPr>
        <p:spPr>
          <a:xfrm>
            <a:off x="5613480" y="2263680"/>
            <a:ext cx="719640" cy="539640"/>
          </a:xfrm>
          <a:prstGeom prst="actionButtonEnd">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800" spc="-1" strike="noStrike">
              <a:solidFill>
                <a:schemeClr val="dk2">
                  <a:lumMod val="75000"/>
                </a:schemeClr>
              </a:solidFill>
              <a:latin typeface="Calibri"/>
            </a:endParaRPr>
          </a:p>
        </p:txBody>
      </p:sp>
      <p:sp>
        <p:nvSpPr>
          <p:cNvPr id="628" name="Botão de ação: Personalizar 19">
            <a:hlinkClick r:id="rId2" action="ppaction://hlinksldjump"/>
          </p:cNvPr>
          <p:cNvSpPr/>
          <p:nvPr/>
        </p:nvSpPr>
        <p:spPr>
          <a:xfrm>
            <a:off x="1833120" y="226368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fontScale="87222"/>
          </a:bodyPr>
          <a:p>
            <a:pPr algn="ctr">
              <a:lnSpc>
                <a:spcPct val="100000"/>
              </a:lnSpc>
            </a:pPr>
            <a:r>
              <a:rPr b="0" lang="pt-BR" sz="1600" spc="-1" strike="noStrike">
                <a:solidFill>
                  <a:schemeClr val="dk2">
                    <a:lumMod val="75000"/>
                  </a:schemeClr>
                </a:solidFill>
                <a:latin typeface="Calibri"/>
              </a:rPr>
              <a:t>TELA </a:t>
            </a:r>
            <a:endParaRPr b="0" lang="pt-BR" sz="1600" spc="-1" strike="noStrike">
              <a:solidFill>
                <a:srgbClr val="000000"/>
              </a:solidFill>
              <a:latin typeface="Arial"/>
            </a:endParaRPr>
          </a:p>
          <a:p>
            <a:pPr algn="ctr">
              <a:lnSpc>
                <a:spcPct val="100000"/>
              </a:lnSpc>
            </a:pPr>
            <a:r>
              <a:rPr b="0" lang="pt-BR" sz="1600" spc="-1" strike="noStrike">
                <a:solidFill>
                  <a:schemeClr val="dk2">
                    <a:lumMod val="75000"/>
                  </a:schemeClr>
                </a:solidFill>
                <a:latin typeface="Calibri"/>
              </a:rPr>
              <a:t>INICIAL</a:t>
            </a:r>
            <a:endParaRPr b="0" lang="pt-BR" sz="1600" spc="-1" strike="noStrike">
              <a:solidFill>
                <a:srgbClr val="000000"/>
              </a:solidFill>
              <a:latin typeface="Arial"/>
            </a:endParaRPr>
          </a:p>
        </p:txBody>
      </p:sp>
      <p:sp>
        <p:nvSpPr>
          <p:cNvPr id="629" name="Botão de ação: Personalizar 20">
            <a:hlinkClick r:id="rId3" action="ppaction://hlinksldjump"/>
          </p:cNvPr>
          <p:cNvSpPr/>
          <p:nvPr/>
        </p:nvSpPr>
        <p:spPr>
          <a:xfrm>
            <a:off x="6583680" y="226368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MENU</a:t>
            </a:r>
            <a:endParaRPr b="0" lang="pt-BR" sz="1600" spc="-1" strike="noStrike">
              <a:solidFill>
                <a:srgbClr val="000000"/>
              </a:solidFill>
              <a:latin typeface="Arial"/>
            </a:endParaRPr>
          </a:p>
        </p:txBody>
      </p:sp>
      <p:sp>
        <p:nvSpPr>
          <p:cNvPr id="630" name="Botão de ação: Personalizar 20">
            <a:hlinkClick r:id="rId4" action="ppaction://hlinksldjump"/>
          </p:cNvPr>
          <p:cNvSpPr/>
          <p:nvPr/>
        </p:nvSpPr>
        <p:spPr>
          <a:xfrm>
            <a:off x="7405200" y="226368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fontScale="93333"/>
          </a:bodyPr>
          <a:p>
            <a:pPr algn="ctr">
              <a:lnSpc>
                <a:spcPct val="100000"/>
              </a:lnSpc>
            </a:pPr>
            <a:r>
              <a:rPr b="0" lang="pt-BR" sz="1600" spc="-1" strike="noStrike">
                <a:solidFill>
                  <a:schemeClr val="dk2">
                    <a:lumMod val="75000"/>
                  </a:schemeClr>
                </a:solidFill>
                <a:latin typeface="Calibri"/>
              </a:rPr>
              <a:t>INÍCIO</a:t>
            </a:r>
            <a:endParaRPr b="0" lang="pt-BR" sz="1600" spc="-1" strike="noStrike">
              <a:solidFill>
                <a:srgbClr val="000000"/>
              </a:solidFill>
              <a:latin typeface="Arial"/>
            </a:endParaRPr>
          </a:p>
          <a:p>
            <a:pPr algn="ctr">
              <a:lnSpc>
                <a:spcPct val="100000"/>
              </a:lnSpc>
            </a:pPr>
            <a:r>
              <a:rPr b="0" lang="pt-BR" sz="1600" spc="-1" strike="noStrike">
                <a:solidFill>
                  <a:schemeClr val="dk2">
                    <a:lumMod val="75000"/>
                  </a:schemeClr>
                </a:solidFill>
                <a:latin typeface="Calibri"/>
              </a:rPr>
              <a:t>QUIZ</a:t>
            </a:r>
            <a:endParaRPr b="0" lang="pt-BR" sz="1600" spc="-1" strike="noStrike">
              <a:solidFill>
                <a:srgbClr val="000000"/>
              </a:solidFill>
              <a:latin typeface="Arial"/>
            </a:endParaRPr>
          </a:p>
        </p:txBody>
      </p:sp>
      <p:sp>
        <p:nvSpPr>
          <p:cNvPr id="631" name="Botão de ação: Documento 9"/>
          <p:cNvSpPr/>
          <p:nvPr/>
        </p:nvSpPr>
        <p:spPr>
          <a:xfrm>
            <a:off x="2327400" y="3763800"/>
            <a:ext cx="595080" cy="595080"/>
          </a:xfrm>
          <a:prstGeom prst="actionButtonDocument">
            <a:avLst/>
          </a:prstGeom>
          <a:solidFill>
            <a:schemeClr val="accent6">
              <a:lumMod val="40000"/>
              <a:lumOff val="60000"/>
            </a:schemeClr>
          </a:solidFill>
          <a:ln w="9525">
            <a:solidFill>
              <a:srgbClr val="000000"/>
            </a:solidFill>
            <a:round/>
          </a:ln>
          <a:scene3d>
            <a:camera prst="orthographicFront"/>
            <a:lightRig dir="t" rig="threePt"/>
          </a:scene3d>
          <a:sp3d>
            <a:bevelT prst="angle"/>
          </a:sp3d>
        </p:spPr>
        <p:style>
          <a:lnRef idx="0"/>
          <a:fillRef idx="0"/>
          <a:effectRef idx="0"/>
          <a:fontRef idx="minor"/>
        </p:style>
        <p:txBody>
          <a:bodyPr lIns="90000" rIns="90000" tIns="45000" bIns="45000" anchor="t">
            <a:noAutofit/>
          </a:bodyPr>
          <a:p>
            <a:pPr>
              <a:lnSpc>
                <a:spcPct val="100000"/>
              </a:lnSpc>
            </a:pPr>
            <a:endParaRPr b="0" lang="pt-BR" sz="1490" spc="-1" strike="noStrike">
              <a:solidFill>
                <a:schemeClr val="dk1"/>
              </a:solidFill>
              <a:latin typeface="Calibri"/>
            </a:endParaRPr>
          </a:p>
        </p:txBody>
      </p:sp>
      <p:sp>
        <p:nvSpPr>
          <p:cNvPr id="632" name="CaixaDeTexto 11"/>
          <p:cNvSpPr/>
          <p:nvPr/>
        </p:nvSpPr>
        <p:spPr>
          <a:xfrm>
            <a:off x="3184560" y="3835440"/>
            <a:ext cx="2857320" cy="363960"/>
          </a:xfrm>
          <a:prstGeom prst="rect">
            <a:avLst/>
          </a:prstGeom>
          <a:solidFill>
            <a:srgbClr val="ffff00"/>
          </a:solidFill>
          <a:ln w="9525">
            <a:noFill/>
          </a:ln>
        </p:spPr>
        <p:style>
          <a:lnRef idx="0"/>
          <a:fillRef idx="0"/>
          <a:effectRef idx="0"/>
          <a:fontRef idx="minor"/>
        </p:style>
        <p:txBody>
          <a:bodyPr lIns="90000" rIns="90000" tIns="45000" bIns="45000" anchor="t">
            <a:spAutoFit/>
          </a:bodyPr>
          <a:p>
            <a:pPr>
              <a:lnSpc>
                <a:spcPct val="100000"/>
              </a:lnSpc>
            </a:pPr>
            <a:r>
              <a:rPr b="0" lang="pt-BR" sz="1800" spc="-1" strike="noStrike">
                <a:solidFill>
                  <a:schemeClr val="dk1"/>
                </a:solidFill>
                <a:latin typeface="Calibri"/>
              </a:rPr>
              <a:t>EXERCÍCIO DE APLICAÇÃO</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object 8"/>
          <p:cNvSpPr/>
          <p:nvPr/>
        </p:nvSpPr>
        <p:spPr>
          <a:xfrm>
            <a:off x="7097760" y="1703520"/>
            <a:ext cx="2881080" cy="545760"/>
          </a:xfrm>
          <a:prstGeom prst="rect">
            <a:avLst/>
          </a:prstGeom>
          <a:noFill/>
          <a:ln w="0">
            <a:noFill/>
          </a:ln>
        </p:spPr>
        <p:style>
          <a:lnRef idx="0"/>
          <a:fillRef idx="0"/>
          <a:effectRef idx="0"/>
          <a:fontRef idx="minor"/>
        </p:style>
        <p:txBody>
          <a:bodyPr lIns="0" rIns="0" tIns="12600" bIns="0" anchor="t">
            <a:spAutoFit/>
          </a:bodyPr>
          <a:p>
            <a:pPr algn="ctr">
              <a:lnSpc>
                <a:spcPct val="100000"/>
              </a:lnSpc>
              <a:spcBef>
                <a:spcPts val="99"/>
              </a:spcBef>
            </a:pPr>
            <a:r>
              <a:rPr b="0" lang="pt-BR" sz="1200" spc="-7" strike="noStrike">
                <a:solidFill>
                  <a:srgbClr val="ffffff"/>
                </a:solidFill>
                <a:latin typeface="Arial MT"/>
              </a:rPr>
              <a:t>Centro</a:t>
            </a:r>
            <a:r>
              <a:rPr b="0" lang="pt-BR" sz="1200" spc="-1" strike="noStrike">
                <a:solidFill>
                  <a:srgbClr val="ffffff"/>
                </a:solidFill>
                <a:latin typeface="Arial MT"/>
              </a:rPr>
              <a:t> </a:t>
            </a:r>
            <a:r>
              <a:rPr b="0" lang="pt-BR" sz="1200" spc="4" strike="noStrike">
                <a:solidFill>
                  <a:srgbClr val="ffffff"/>
                </a:solidFill>
                <a:latin typeface="Arial MT"/>
              </a:rPr>
              <a:t>de</a:t>
            </a:r>
            <a:r>
              <a:rPr b="0" lang="pt-BR" sz="1200" spc="-1" strike="noStrike">
                <a:solidFill>
                  <a:srgbClr val="ffffff"/>
                </a:solidFill>
                <a:latin typeface="Arial MT"/>
              </a:rPr>
              <a:t> Instrução</a:t>
            </a:r>
            <a:r>
              <a:rPr b="0" lang="pt-BR" sz="1200" spc="-72" strike="noStrike">
                <a:solidFill>
                  <a:srgbClr val="ffffff"/>
                </a:solidFill>
                <a:latin typeface="Arial MT"/>
              </a:rPr>
              <a:t> </a:t>
            </a:r>
            <a:r>
              <a:rPr b="0" lang="pt-BR" sz="1200" spc="-7" strike="noStrike">
                <a:solidFill>
                  <a:srgbClr val="ffffff"/>
                </a:solidFill>
                <a:latin typeface="Arial MT"/>
              </a:rPr>
              <a:t>Almirante</a:t>
            </a:r>
            <a:r>
              <a:rPr b="0" lang="pt-BR" sz="1200" spc="-72" strike="noStrike">
                <a:solidFill>
                  <a:srgbClr val="ffffff"/>
                </a:solidFill>
                <a:latin typeface="Arial MT"/>
              </a:rPr>
              <a:t> </a:t>
            </a:r>
            <a:r>
              <a:rPr b="0" lang="pt-BR" sz="1200" spc="-7" strike="noStrike">
                <a:solidFill>
                  <a:srgbClr val="ffffff"/>
                </a:solidFill>
                <a:latin typeface="Arial MT"/>
              </a:rPr>
              <a:t>Alexandrino</a:t>
            </a:r>
            <a:endParaRPr b="0" lang="pt-BR" sz="1200" spc="-1" strike="noStrike">
              <a:solidFill>
                <a:srgbClr val="000000"/>
              </a:solidFill>
              <a:latin typeface="Arial"/>
            </a:endParaRPr>
          </a:p>
          <a:p>
            <a:pPr marL="3240" algn="ctr">
              <a:lnSpc>
                <a:spcPct val="100000"/>
              </a:lnSpc>
            </a:pPr>
            <a:r>
              <a:rPr b="0" lang="pt-BR" sz="1100" spc="-15" strike="noStrike">
                <a:solidFill>
                  <a:srgbClr val="ffffff"/>
                </a:solidFill>
                <a:latin typeface="Arial MT"/>
              </a:rPr>
              <a:t>Tudo</a:t>
            </a:r>
            <a:r>
              <a:rPr b="0" lang="pt-BR" sz="1100" spc="-7" strike="noStrike">
                <a:solidFill>
                  <a:srgbClr val="ffffff"/>
                </a:solidFill>
                <a:latin typeface="Arial MT"/>
              </a:rPr>
              <a:t> pela pátria,</a:t>
            </a:r>
            <a:r>
              <a:rPr b="0" lang="pt-BR" sz="1100" spc="-1" strike="noStrike">
                <a:solidFill>
                  <a:srgbClr val="ffffff"/>
                </a:solidFill>
                <a:latin typeface="Arial MT"/>
              </a:rPr>
              <a:t> rumo</a:t>
            </a:r>
            <a:r>
              <a:rPr b="0" lang="pt-BR" sz="1100" spc="4" strike="noStrike">
                <a:solidFill>
                  <a:srgbClr val="ffffff"/>
                </a:solidFill>
                <a:latin typeface="Arial MT"/>
              </a:rPr>
              <a:t> </a:t>
            </a:r>
            <a:r>
              <a:rPr b="0" lang="pt-BR" sz="1100" spc="-7" strike="noStrike">
                <a:solidFill>
                  <a:srgbClr val="ffffff"/>
                </a:solidFill>
                <a:latin typeface="Arial MT"/>
              </a:rPr>
              <a:t>ao </a:t>
            </a:r>
            <a:r>
              <a:rPr b="0" lang="pt-BR" sz="1100" spc="-15" strike="noStrike">
                <a:solidFill>
                  <a:srgbClr val="ffffff"/>
                </a:solidFill>
                <a:latin typeface="Arial MT"/>
              </a:rPr>
              <a:t>mar.</a:t>
            </a:r>
            <a:endParaRPr b="0" lang="pt-BR" sz="1100" spc="-1" strike="noStrike">
              <a:solidFill>
                <a:srgbClr val="000000"/>
              </a:solidFill>
              <a:latin typeface="Arial"/>
            </a:endParaRPr>
          </a:p>
        </p:txBody>
      </p:sp>
      <p:sp>
        <p:nvSpPr>
          <p:cNvPr id="634" name="Botão de ação: Personalizar 21">
            <a:hlinkClick r:id="" action="ppaction://hlinkshowjump?jump=endshow"/>
          </p:cNvPr>
          <p:cNvSpPr/>
          <p:nvPr/>
        </p:nvSpPr>
        <p:spPr>
          <a:xfrm>
            <a:off x="8394840" y="4587840"/>
            <a:ext cx="862920" cy="62460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SAIR</a:t>
            </a:r>
            <a:endParaRPr b="0" lang="pt-BR" sz="1600" spc="-1" strike="noStrike">
              <a:solidFill>
                <a:srgbClr val="000000"/>
              </a:solidFill>
              <a:latin typeface="Arial"/>
            </a:endParaRPr>
          </a:p>
        </p:txBody>
      </p:sp>
      <p:sp>
        <p:nvSpPr>
          <p:cNvPr id="635" name="Botão de ação: Personalizar 12">
            <a:hlinkClick r:id="rId1" action="ppaction://hlinksldjump"/>
          </p:cNvPr>
          <p:cNvSpPr/>
          <p:nvPr/>
        </p:nvSpPr>
        <p:spPr>
          <a:xfrm>
            <a:off x="183960" y="1406520"/>
            <a:ext cx="719640" cy="35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CAP.1</a:t>
            </a:r>
            <a:endParaRPr b="0" lang="pt-BR" sz="1600" spc="-1" strike="noStrike">
              <a:solidFill>
                <a:srgbClr val="000000"/>
              </a:solidFill>
              <a:latin typeface="Arial"/>
            </a:endParaRPr>
          </a:p>
        </p:txBody>
      </p:sp>
      <p:sp>
        <p:nvSpPr>
          <p:cNvPr id="636" name="CaixaDeTexto 6"/>
          <p:cNvSpPr/>
          <p:nvPr/>
        </p:nvSpPr>
        <p:spPr>
          <a:xfrm>
            <a:off x="1041480" y="1406520"/>
            <a:ext cx="6357600" cy="10044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1" lang="pt-BR" sz="2000" spc="-1" strike="noStrike">
                <a:solidFill>
                  <a:schemeClr val="dk1"/>
                </a:solidFill>
                <a:latin typeface="Calibri"/>
              </a:rPr>
              <a:t>Sistema EVERSHED</a:t>
            </a:r>
            <a:endParaRPr b="0" lang="pt-BR" sz="2000" spc="-1" strike="noStrike">
              <a:solidFill>
                <a:srgbClr val="000000"/>
              </a:solidFill>
              <a:latin typeface="Arial"/>
            </a:endParaRPr>
          </a:p>
          <a:p>
            <a:pPr>
              <a:lnSpc>
                <a:spcPct val="100000"/>
              </a:lnSpc>
            </a:pPr>
            <a:endParaRPr b="0" lang="pt-BR" sz="2000" spc="-1" strike="noStrike">
              <a:solidFill>
                <a:srgbClr val="000000"/>
              </a:solidFill>
              <a:latin typeface="Arial"/>
            </a:endParaRPr>
          </a:p>
          <a:p>
            <a:pPr>
              <a:lnSpc>
                <a:spcPct val="100000"/>
              </a:lnSpc>
            </a:pPr>
            <a:endParaRPr b="0" lang="pt-BR" sz="2000" spc="-1" strike="noStrike">
              <a:solidFill>
                <a:srgbClr val="000000"/>
              </a:solidFill>
              <a:latin typeface="Arial"/>
            </a:endParaRPr>
          </a:p>
        </p:txBody>
      </p:sp>
      <p:sp>
        <p:nvSpPr>
          <p:cNvPr id="637" name="Botão de ação: Personalizar 8">
            <a:hlinkClick r:id="rId2" action="ppaction://hlinksldjump"/>
          </p:cNvPr>
          <p:cNvSpPr/>
          <p:nvPr/>
        </p:nvSpPr>
        <p:spPr>
          <a:xfrm>
            <a:off x="183960" y="2013840"/>
            <a:ext cx="719640" cy="35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CAP.2</a:t>
            </a:r>
            <a:endParaRPr b="0" lang="pt-BR" sz="1600" spc="-1" strike="noStrike">
              <a:solidFill>
                <a:srgbClr val="000000"/>
              </a:solidFill>
              <a:latin typeface="Arial"/>
            </a:endParaRPr>
          </a:p>
        </p:txBody>
      </p:sp>
      <p:sp>
        <p:nvSpPr>
          <p:cNvPr id="638" name="CaixaDeTexto 9"/>
          <p:cNvSpPr/>
          <p:nvPr/>
        </p:nvSpPr>
        <p:spPr>
          <a:xfrm>
            <a:off x="1041480" y="1978200"/>
            <a:ext cx="5714640" cy="3945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1" lang="pt-BR" sz="2000" spc="-1" strike="noStrike">
                <a:solidFill>
                  <a:schemeClr val="dk1"/>
                </a:solidFill>
                <a:latin typeface="Calibri"/>
              </a:rPr>
              <a:t>Sistema tipo B</a:t>
            </a:r>
            <a:endParaRPr b="0" lang="pt-BR" sz="2000" spc="-1" strike="noStrike">
              <a:solidFill>
                <a:srgbClr val="000000"/>
              </a:solidFill>
              <a:latin typeface="Arial"/>
            </a:endParaRPr>
          </a:p>
        </p:txBody>
      </p:sp>
      <p:sp>
        <p:nvSpPr>
          <p:cNvPr id="639" name="Botão de ação: Personalizar 10">
            <a:hlinkClick r:id="rId3" action="ppaction://hlinksldjump"/>
          </p:cNvPr>
          <p:cNvSpPr/>
          <p:nvPr/>
        </p:nvSpPr>
        <p:spPr>
          <a:xfrm>
            <a:off x="183960" y="2620800"/>
            <a:ext cx="719640" cy="35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CAP.3</a:t>
            </a:r>
            <a:endParaRPr b="0" lang="pt-BR" sz="1600" spc="-1" strike="noStrike">
              <a:solidFill>
                <a:srgbClr val="000000"/>
              </a:solidFill>
              <a:latin typeface="Arial"/>
            </a:endParaRPr>
          </a:p>
        </p:txBody>
      </p:sp>
      <p:sp>
        <p:nvSpPr>
          <p:cNvPr id="640" name="CaixaDeTexto 11"/>
          <p:cNvSpPr/>
          <p:nvPr/>
        </p:nvSpPr>
        <p:spPr>
          <a:xfrm>
            <a:off x="1041480" y="2620800"/>
            <a:ext cx="407160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b="0" lang="pt-BR" sz="1800" spc="-1" strike="noStrike">
              <a:solidFill>
                <a:schemeClr val="dk1"/>
              </a:solidFill>
              <a:latin typeface="Calibri"/>
            </a:endParaRPr>
          </a:p>
        </p:txBody>
      </p:sp>
      <p:sp>
        <p:nvSpPr>
          <p:cNvPr id="641" name="PlaceHolder 1"/>
          <p:cNvSpPr>
            <a:spLocks noGrp="1"/>
          </p:cNvSpPr>
          <p:nvPr>
            <p:ph type="title"/>
          </p:nvPr>
        </p:nvSpPr>
        <p:spPr>
          <a:xfrm>
            <a:off x="684360" y="404640"/>
            <a:ext cx="8673840" cy="572760"/>
          </a:xfrm>
          <a:prstGeom prst="rect">
            <a:avLst/>
          </a:prstGeom>
          <a:noFill/>
          <a:ln w="9360">
            <a:noFill/>
          </a:ln>
        </p:spPr>
        <p:txBody>
          <a:bodyPr numCol="1" spcCol="0" lIns="0" rIns="0" tIns="0" bIns="0" anchor="t">
            <a:noAutofit/>
          </a:bodyPr>
          <a:p>
            <a:pPr indent="0" algn="ctr">
              <a:lnSpc>
                <a:spcPct val="100000"/>
              </a:lnSpc>
              <a:buNone/>
            </a:pPr>
            <a:r>
              <a:rPr b="0" lang="pt-BR" sz="3600" spc="-1" strike="noStrike">
                <a:solidFill>
                  <a:schemeClr val="lt1"/>
                </a:solidFill>
                <a:latin typeface="Calibri"/>
              </a:rPr>
              <a:t>MENU</a:t>
            </a:r>
            <a:endParaRPr b="0" lang="pt-BR" sz="3600" spc="-1" strike="noStrike">
              <a:solidFill>
                <a:schemeClr val="dk1"/>
              </a:solidFill>
              <a:latin typeface="Arial"/>
            </a:endParaRPr>
          </a:p>
        </p:txBody>
      </p:sp>
      <p:sp>
        <p:nvSpPr>
          <p:cNvPr id="642" name="CaixaDeTexto 26"/>
          <p:cNvSpPr/>
          <p:nvPr/>
        </p:nvSpPr>
        <p:spPr>
          <a:xfrm>
            <a:off x="1041480" y="2620800"/>
            <a:ext cx="678636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2000" spc="-1" strike="noStrike">
                <a:solidFill>
                  <a:schemeClr val="dk1"/>
                </a:solidFill>
                <a:latin typeface="Calibri"/>
              </a:rPr>
              <a:t>Sistema Aerovane</a:t>
            </a:r>
            <a:endParaRPr b="0" lang="pt-BR" sz="2000" spc="-1" strike="noStrike">
              <a:solidFill>
                <a:srgbClr val="000000"/>
              </a:solidFill>
              <a:latin typeface="Arial"/>
            </a:endParaRPr>
          </a:p>
          <a:p>
            <a:pPr>
              <a:lnSpc>
                <a:spcPct val="100000"/>
              </a:lnSpc>
            </a:pPr>
            <a:r>
              <a:rPr b="1" lang="pt-BR" sz="2000" spc="-1" strike="noStrike">
                <a:solidFill>
                  <a:schemeClr val="dk1"/>
                </a:solidFill>
                <a:latin typeface="Calibri"/>
              </a:rPr>
              <a:t> </a:t>
            </a:r>
            <a:endParaRPr b="0" lang="pt-BR" sz="2000" spc="-1" strike="noStrike">
              <a:solidFill>
                <a:srgbClr val="000000"/>
              </a:solidFill>
              <a:latin typeface="Arial"/>
            </a:endParaRPr>
          </a:p>
        </p:txBody>
      </p:sp>
      <p:sp>
        <p:nvSpPr>
          <p:cNvPr id="643" name="AutoShape 2"/>
          <p:cNvSpPr/>
          <p:nvPr/>
        </p:nvSpPr>
        <p:spPr>
          <a:xfrm>
            <a:off x="155520" y="-144360"/>
            <a:ext cx="304560" cy="304560"/>
          </a:xfrm>
          <a:prstGeom prst="rect">
            <a:avLst/>
          </a:prstGeom>
          <a:noFill/>
          <a:ln w="0">
            <a:noFill/>
          </a:ln>
        </p:spPr>
        <p:style>
          <a:lnRef idx="0"/>
          <a:fillRef idx="0"/>
          <a:effectRef idx="0"/>
          <a:fontRef idx="minor"/>
        </p:style>
        <p:txBody>
          <a:bodyPr numCol="1" spcCol="0" anchor="t">
            <a:noAutofit/>
          </a:bodyPr>
          <a:p>
            <a:pPr>
              <a:lnSpc>
                <a:spcPct val="100000"/>
              </a:lnSpc>
            </a:pPr>
            <a:endParaRPr b="0" lang="pt-BR" sz="1800" spc="-1" strike="noStrike">
              <a:solidFill>
                <a:schemeClr val="dk1"/>
              </a:solidFill>
              <a:latin typeface="Arial"/>
            </a:endParaRPr>
          </a:p>
        </p:txBody>
      </p:sp>
      <p:sp>
        <p:nvSpPr>
          <p:cNvPr id="644" name="AutoShape 4"/>
          <p:cNvSpPr/>
          <p:nvPr/>
        </p:nvSpPr>
        <p:spPr>
          <a:xfrm>
            <a:off x="155520" y="-144360"/>
            <a:ext cx="304560" cy="304560"/>
          </a:xfrm>
          <a:prstGeom prst="rect">
            <a:avLst/>
          </a:prstGeom>
          <a:noFill/>
          <a:ln w="0">
            <a:noFill/>
          </a:ln>
        </p:spPr>
        <p:style>
          <a:lnRef idx="0"/>
          <a:fillRef idx="0"/>
          <a:effectRef idx="0"/>
          <a:fontRef idx="minor"/>
        </p:style>
        <p:txBody>
          <a:bodyPr numCol="1" spcCol="0" anchor="t">
            <a:noAutofit/>
          </a:bodyPr>
          <a:p>
            <a:pPr>
              <a:lnSpc>
                <a:spcPct val="100000"/>
              </a:lnSpc>
            </a:pPr>
            <a:endParaRPr b="0" lang="pt-BR" sz="1800" spc="-1" strike="noStrike">
              <a:solidFill>
                <a:schemeClr val="dk1"/>
              </a:solidFill>
              <a:latin typeface="Arial"/>
            </a:endParaRPr>
          </a:p>
        </p:txBody>
      </p:sp>
      <p:sp>
        <p:nvSpPr>
          <p:cNvPr id="645" name="Botão de ação: Personalizar 14">
            <a:hlinkClick r:id="rId4" action="ppaction://hlinksldjump"/>
          </p:cNvPr>
          <p:cNvSpPr/>
          <p:nvPr/>
        </p:nvSpPr>
        <p:spPr>
          <a:xfrm>
            <a:off x="183960" y="3335400"/>
            <a:ext cx="719640" cy="35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r>
              <a:rPr b="0" lang="pt-BR" sz="1600" spc="-1" strike="noStrike">
                <a:solidFill>
                  <a:schemeClr val="dk2">
                    <a:lumMod val="75000"/>
                  </a:schemeClr>
                </a:solidFill>
                <a:latin typeface="Calibri"/>
              </a:rPr>
              <a:t>CAP.4</a:t>
            </a:r>
            <a:endParaRPr b="0" lang="pt-BR" sz="1600" spc="-1" strike="noStrike">
              <a:solidFill>
                <a:srgbClr val="000000"/>
              </a:solidFill>
              <a:latin typeface="Arial"/>
            </a:endParaRPr>
          </a:p>
        </p:txBody>
      </p:sp>
      <p:sp>
        <p:nvSpPr>
          <p:cNvPr id="646" name="CaixaDeTexto 15"/>
          <p:cNvSpPr/>
          <p:nvPr/>
        </p:nvSpPr>
        <p:spPr>
          <a:xfrm>
            <a:off x="1041480" y="3335400"/>
            <a:ext cx="278568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800" spc="-1" strike="noStrike">
                <a:solidFill>
                  <a:schemeClr val="dk1"/>
                </a:solidFill>
                <a:latin typeface="Arial"/>
              </a:rPr>
              <a:t>Sistema tipo F</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47" name="object 2"/>
          <p:cNvGrpSpPr/>
          <p:nvPr/>
        </p:nvGrpSpPr>
        <p:grpSpPr>
          <a:xfrm>
            <a:off x="-37800" y="-22320"/>
            <a:ext cx="10119960" cy="5691960"/>
            <a:chOff x="-37800" y="-22320"/>
            <a:chExt cx="10119960" cy="5691960"/>
          </a:xfrm>
        </p:grpSpPr>
        <p:pic>
          <p:nvPicPr>
            <p:cNvPr id="648" name="object 3" descr=""/>
            <p:cNvPicPr/>
            <p:nvPr/>
          </p:nvPicPr>
          <p:blipFill>
            <a:blip r:embed="rId1"/>
            <a:stretch/>
          </p:blipFill>
          <p:spPr>
            <a:xfrm>
              <a:off x="-37800" y="-22320"/>
              <a:ext cx="7518960" cy="5691960"/>
            </a:xfrm>
            <a:prstGeom prst="rect">
              <a:avLst/>
            </a:prstGeom>
            <a:ln w="9525">
              <a:noFill/>
            </a:ln>
          </p:spPr>
        </p:pic>
        <p:pic>
          <p:nvPicPr>
            <p:cNvPr id="649" name="object 4" descr=""/>
            <p:cNvPicPr/>
            <p:nvPr/>
          </p:nvPicPr>
          <p:blipFill>
            <a:blip r:embed="rId2"/>
            <a:stretch/>
          </p:blipFill>
          <p:spPr>
            <a:xfrm>
              <a:off x="3121560" y="-19800"/>
              <a:ext cx="6960600" cy="5689440"/>
            </a:xfrm>
            <a:prstGeom prst="rect">
              <a:avLst/>
            </a:prstGeom>
            <a:ln w="9525">
              <a:noFill/>
            </a:ln>
          </p:spPr>
        </p:pic>
        <p:pic>
          <p:nvPicPr>
            <p:cNvPr id="650" name="object 5" descr=""/>
            <p:cNvPicPr/>
            <p:nvPr/>
          </p:nvPicPr>
          <p:blipFill>
            <a:blip r:embed="rId3"/>
            <a:stretch/>
          </p:blipFill>
          <p:spPr>
            <a:xfrm>
              <a:off x="5830560" y="3722040"/>
              <a:ext cx="4251600" cy="1515240"/>
            </a:xfrm>
            <a:prstGeom prst="rect">
              <a:avLst/>
            </a:prstGeom>
            <a:ln w="9525">
              <a:noFill/>
            </a:ln>
          </p:spPr>
        </p:pic>
      </p:grpSp>
      <p:pic>
        <p:nvPicPr>
          <p:cNvPr id="651" name="object 7" descr=""/>
          <p:cNvPicPr/>
          <p:nvPr/>
        </p:nvPicPr>
        <p:blipFill>
          <a:blip r:embed="rId4"/>
          <a:stretch/>
        </p:blipFill>
        <p:spPr>
          <a:xfrm>
            <a:off x="8931240" y="3621240"/>
            <a:ext cx="691920" cy="1176120"/>
          </a:xfrm>
          <a:prstGeom prst="rect">
            <a:avLst/>
          </a:prstGeom>
          <a:ln w="9525">
            <a:noFill/>
          </a:ln>
        </p:spPr>
      </p:pic>
      <p:sp>
        <p:nvSpPr>
          <p:cNvPr id="652" name="Botão de ação: Avançar ou Próximo 2">
            <a:hlinkClick r:id="" action="ppaction://hlinkshowjump?jump=nextslide"/>
          </p:cNvPr>
          <p:cNvSpPr/>
          <p:nvPr/>
        </p:nvSpPr>
        <p:spPr>
          <a:xfrm>
            <a:off x="8917560" y="1406520"/>
            <a:ext cx="719640" cy="539640"/>
          </a:xfrm>
          <a:prstGeom prst="actionButtonForwardNext">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endParaRPr b="0" lang="pt-BR" sz="1600" spc="-1" strike="noStrike">
              <a:solidFill>
                <a:schemeClr val="dk2">
                  <a:lumMod val="75000"/>
                </a:schemeClr>
              </a:solidFill>
              <a:latin typeface="Calibri"/>
            </a:endParaRPr>
          </a:p>
        </p:txBody>
      </p:sp>
      <p:sp>
        <p:nvSpPr>
          <p:cNvPr id="653" name="Botão de ação: Fim 4"/>
          <p:cNvSpPr/>
          <p:nvPr/>
        </p:nvSpPr>
        <p:spPr>
          <a:xfrm>
            <a:off x="8917560" y="2335320"/>
            <a:ext cx="719640" cy="539640"/>
          </a:xfrm>
          <a:prstGeom prst="actionButtonEnd">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100000"/>
              </a:lnSpc>
            </a:pPr>
            <a:endParaRPr b="0" lang="pt-BR" sz="1600" spc="-1" strike="noStrike">
              <a:solidFill>
                <a:schemeClr val="dk2">
                  <a:lumMod val="75000"/>
                </a:schemeClr>
              </a:solidFill>
              <a:latin typeface="Calibri"/>
            </a:endParaRPr>
          </a:p>
        </p:txBody>
      </p:sp>
      <p:sp>
        <p:nvSpPr>
          <p:cNvPr id="654" name="Botão de ação: Personalizar 19">
            <a:hlinkClick r:id="rId5" action="ppaction://hlinksldjump"/>
          </p:cNvPr>
          <p:cNvSpPr/>
          <p:nvPr/>
        </p:nvSpPr>
        <p:spPr>
          <a:xfrm>
            <a:off x="8917560" y="22356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fontScale="87222"/>
          </a:bodyPr>
          <a:p>
            <a:pPr algn="ctr">
              <a:lnSpc>
                <a:spcPct val="100000"/>
              </a:lnSpc>
            </a:pPr>
            <a:r>
              <a:rPr b="0" lang="pt-BR" sz="1600" spc="-1" strike="noStrike">
                <a:solidFill>
                  <a:schemeClr val="dk2">
                    <a:lumMod val="75000"/>
                  </a:schemeClr>
                </a:solidFill>
                <a:latin typeface="Calibri"/>
              </a:rPr>
              <a:t>TELA </a:t>
            </a:r>
            <a:endParaRPr b="0" lang="pt-BR" sz="1600" spc="-1" strike="noStrike">
              <a:solidFill>
                <a:srgbClr val="000000"/>
              </a:solidFill>
              <a:latin typeface="Arial"/>
            </a:endParaRPr>
          </a:p>
          <a:p>
            <a:pPr algn="ctr">
              <a:lnSpc>
                <a:spcPct val="100000"/>
              </a:lnSpc>
            </a:pPr>
            <a:r>
              <a:rPr b="0" lang="pt-BR" sz="1600" spc="-1" strike="noStrike">
                <a:solidFill>
                  <a:schemeClr val="dk2">
                    <a:lumMod val="75000"/>
                  </a:schemeClr>
                </a:solidFill>
                <a:latin typeface="Calibri"/>
              </a:rPr>
              <a:t>INICIAL</a:t>
            </a:r>
            <a:endParaRPr b="0" lang="pt-BR" sz="1600" spc="-1" strike="noStrike">
              <a:solidFill>
                <a:srgbClr val="000000"/>
              </a:solidFill>
              <a:latin typeface="Arial"/>
            </a:endParaRPr>
          </a:p>
        </p:txBody>
      </p:sp>
      <p:sp>
        <p:nvSpPr>
          <p:cNvPr id="655" name="Botão de ação: Personalizar 20">
            <a:hlinkClick r:id="rId6" action="ppaction://hlinksldjump"/>
          </p:cNvPr>
          <p:cNvSpPr/>
          <p:nvPr/>
        </p:nvSpPr>
        <p:spPr>
          <a:xfrm>
            <a:off x="8917560" y="490680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fontScale="98333" lnSpcReduction="10000"/>
          </a:bodyPr>
          <a:p>
            <a:pPr algn="ctr">
              <a:lnSpc>
                <a:spcPct val="100000"/>
              </a:lnSpc>
            </a:pPr>
            <a:endParaRPr b="0" lang="pt-BR" sz="1600" spc="-1" strike="noStrike">
              <a:solidFill>
                <a:srgbClr val="000000"/>
              </a:solidFill>
              <a:latin typeface="Arial"/>
            </a:endParaRPr>
          </a:p>
          <a:p>
            <a:pPr algn="ctr">
              <a:lnSpc>
                <a:spcPct val="100000"/>
              </a:lnSpc>
            </a:pPr>
            <a:r>
              <a:rPr b="0" lang="pt-BR" sz="1600" spc="-1" strike="noStrike">
                <a:solidFill>
                  <a:schemeClr val="dk2">
                    <a:lumMod val="75000"/>
                  </a:schemeClr>
                </a:solidFill>
                <a:latin typeface="Calibri"/>
              </a:rPr>
              <a:t>MENU</a:t>
            </a:r>
            <a:endParaRPr b="0" lang="pt-BR" sz="1600" spc="-1" strike="noStrike">
              <a:solidFill>
                <a:srgbClr val="000000"/>
              </a:solidFill>
              <a:latin typeface="Arial"/>
            </a:endParaRPr>
          </a:p>
        </p:txBody>
      </p:sp>
      <p:sp>
        <p:nvSpPr>
          <p:cNvPr id="656" name="PlaceHolder 1"/>
          <p:cNvSpPr>
            <a:spLocks noGrp="1"/>
          </p:cNvSpPr>
          <p:nvPr>
            <p:ph type="title"/>
          </p:nvPr>
        </p:nvSpPr>
        <p:spPr>
          <a:xfrm>
            <a:off x="6541920" y="4121280"/>
            <a:ext cx="2214360" cy="369000"/>
          </a:xfrm>
          <a:prstGeom prst="rect">
            <a:avLst/>
          </a:prstGeom>
          <a:noFill/>
          <a:ln w="9360">
            <a:noFill/>
          </a:ln>
        </p:spPr>
        <p:txBody>
          <a:bodyPr numCol="1" spcCol="0" lIns="0" rIns="0" tIns="0" bIns="0" anchor="t">
            <a:noAutofit/>
          </a:bodyPr>
          <a:p>
            <a:pPr indent="0" algn="ctr">
              <a:lnSpc>
                <a:spcPct val="100000"/>
              </a:lnSpc>
              <a:buNone/>
            </a:pPr>
            <a:r>
              <a:rPr b="0" lang="pt-BR" sz="2400" spc="-1" strike="noStrike">
                <a:solidFill>
                  <a:schemeClr val="lt1"/>
                </a:solidFill>
                <a:latin typeface="Arial"/>
              </a:rPr>
              <a:t>CAPÍTULO 01 </a:t>
            </a:r>
            <a:endParaRPr b="0" lang="pt-BR"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title"/>
          </p:nvPr>
        </p:nvSpPr>
        <p:spPr>
          <a:xfrm>
            <a:off x="771120" y="378360"/>
            <a:ext cx="8541360" cy="430560"/>
          </a:xfrm>
          <a:prstGeom prst="rect">
            <a:avLst/>
          </a:prstGeom>
          <a:noFill/>
          <a:ln w="9360">
            <a:noFill/>
          </a:ln>
        </p:spPr>
        <p:txBody>
          <a:bodyPr numCol="1" spcCol="0" lIns="0" rIns="0" tIns="0" bIns="0" anchor="t">
            <a:noAutofit/>
          </a:bodyPr>
          <a:p>
            <a:pPr indent="0" algn="ctr">
              <a:lnSpc>
                <a:spcPct val="100000"/>
              </a:lnSpc>
              <a:buNone/>
            </a:pPr>
            <a:r>
              <a:rPr b="1" lang="pt-BR" sz="2800" spc="-7" strike="noStrike">
                <a:solidFill>
                  <a:schemeClr val="lt1"/>
                </a:solidFill>
                <a:latin typeface="Calibri"/>
              </a:rPr>
              <a:t>1.0 – SISTEMA EVERSHED</a:t>
            </a:r>
            <a:endParaRPr b="0" lang="pt-BR" sz="2800" spc="-1" strike="noStrike">
              <a:solidFill>
                <a:schemeClr val="dk1"/>
              </a:solidFill>
              <a:latin typeface="Arial"/>
            </a:endParaRPr>
          </a:p>
        </p:txBody>
      </p:sp>
      <p:sp>
        <p:nvSpPr>
          <p:cNvPr id="658" name="PlaceHolder 2"/>
          <p:cNvSpPr>
            <a:spLocks noGrp="1"/>
          </p:cNvSpPr>
          <p:nvPr>
            <p:ph type="subTitle"/>
          </p:nvPr>
        </p:nvSpPr>
        <p:spPr>
          <a:xfrm>
            <a:off x="755640" y="1335240"/>
            <a:ext cx="7058160" cy="270360"/>
          </a:xfrm>
          <a:prstGeom prst="rect">
            <a:avLst/>
          </a:prstGeom>
          <a:noFill/>
          <a:ln w="9360">
            <a:noFill/>
          </a:ln>
        </p:spPr>
        <p:txBody>
          <a:bodyPr numCol="1" spcCol="0" lIns="0" rIns="0" tIns="0" bIns="0" anchor="t">
            <a:noAutofit/>
          </a:bodyPr>
          <a:p>
            <a:pPr indent="0">
              <a:lnSpc>
                <a:spcPct val="100000"/>
              </a:lnSpc>
              <a:spcBef>
                <a:spcPts val="159"/>
              </a:spcBef>
              <a:buNone/>
            </a:pPr>
            <a:r>
              <a:rPr b="0" lang="pt-BR" sz="800" spc="-1" strike="noStrike">
                <a:solidFill>
                  <a:schemeClr val="dk1"/>
                </a:solidFill>
                <a:latin typeface="Calibri"/>
              </a:rPr>
              <a:t>TOPICOS</a:t>
            </a:r>
            <a:endParaRPr b="0" lang="pt-BR" sz="800" spc="-1" strike="noStrike">
              <a:solidFill>
                <a:srgbClr val="000000"/>
              </a:solidFill>
              <a:latin typeface="Arial"/>
            </a:endParaRPr>
          </a:p>
        </p:txBody>
      </p:sp>
      <p:sp>
        <p:nvSpPr>
          <p:cNvPr id="659" name="CaixaDeTexto 3"/>
          <p:cNvSpPr/>
          <p:nvPr/>
        </p:nvSpPr>
        <p:spPr>
          <a:xfrm>
            <a:off x="612720" y="1763640"/>
            <a:ext cx="8429400" cy="3044880"/>
          </a:xfrm>
          <a:prstGeom prst="rect">
            <a:avLst/>
          </a:prstGeom>
          <a:noFill/>
          <a:ln w="0">
            <a:noFill/>
          </a:ln>
        </p:spPr>
        <p:style>
          <a:lnRef idx="0"/>
          <a:fillRef idx="0"/>
          <a:effectRef idx="0"/>
          <a:fontRef idx="minor"/>
        </p:style>
        <p:txBody>
          <a:bodyPr lIns="90000" rIns="90000" tIns="45000" bIns="45000" anchor="t">
            <a:spAutoFit/>
          </a:bodyPr>
          <a:p>
            <a:pPr marL="12600">
              <a:lnSpc>
                <a:spcPct val="100000"/>
              </a:lnSpc>
              <a:spcBef>
                <a:spcPts val="99"/>
              </a:spcBef>
            </a:pPr>
            <a:r>
              <a:rPr b="0" lang="pt-BR" sz="1200" spc="-1" strike="noStrike">
                <a:solidFill>
                  <a:schemeClr val="dk1"/>
                </a:solidFill>
                <a:latin typeface="Arial"/>
              </a:rPr>
              <a:t> </a:t>
            </a:r>
            <a:r>
              <a:rPr b="0" lang="pt-BR" sz="1200" spc="-1" strike="noStrike">
                <a:solidFill>
                  <a:schemeClr val="dk1"/>
                </a:solidFill>
                <a:latin typeface="Arial"/>
              </a:rPr>
              <a:t>1.1 - </a:t>
            </a:r>
            <a:r>
              <a:rPr b="0" lang="pt-PT" sz="1200" spc="-1" strike="noStrike">
                <a:solidFill>
                  <a:schemeClr val="dk1"/>
                </a:solidFill>
                <a:latin typeface="Arial"/>
              </a:rPr>
              <a:t>Descrição Geral</a:t>
            </a:r>
            <a:endParaRPr b="0" lang="pt-BR" sz="1200" spc="-1" strike="noStrike">
              <a:solidFill>
                <a:srgbClr val="000000"/>
              </a:solidFill>
              <a:latin typeface="Arial"/>
            </a:endParaRPr>
          </a:p>
          <a:p>
            <a:pPr marL="12600">
              <a:lnSpc>
                <a:spcPct val="100000"/>
              </a:lnSpc>
              <a:spcBef>
                <a:spcPts val="99"/>
              </a:spcBef>
            </a:pPr>
            <a:endParaRPr b="0" lang="pt-BR" sz="1200" spc="-1" strike="noStrike">
              <a:solidFill>
                <a:srgbClr val="000000"/>
              </a:solidFill>
              <a:latin typeface="Arial"/>
            </a:endParaRPr>
          </a:p>
          <a:p>
            <a:pPr marL="12600">
              <a:lnSpc>
                <a:spcPct val="100000"/>
              </a:lnSpc>
              <a:spcBef>
                <a:spcPts val="99"/>
              </a:spcBef>
            </a:pPr>
            <a:r>
              <a:rPr b="0" lang="pt-BR" sz="1200" spc="-1" strike="noStrike">
                <a:solidFill>
                  <a:schemeClr val="dk1"/>
                </a:solidFill>
                <a:latin typeface="Arial"/>
              </a:rPr>
              <a:t> </a:t>
            </a:r>
            <a:r>
              <a:rPr b="0" lang="pt-BR" sz="1200" spc="-1" strike="noStrike">
                <a:solidFill>
                  <a:schemeClr val="dk1"/>
                </a:solidFill>
                <a:latin typeface="Arial"/>
              </a:rPr>
              <a:t>1.2 - </a:t>
            </a:r>
            <a:r>
              <a:rPr b="0" lang="pt-PT" sz="1200" spc="-1" strike="noStrike">
                <a:solidFill>
                  <a:schemeClr val="dk1"/>
                </a:solidFill>
                <a:latin typeface="Arial"/>
              </a:rPr>
              <a:t>Definições de termos usados</a:t>
            </a:r>
            <a:endParaRPr b="0" lang="pt-BR" sz="1200" spc="-1" strike="noStrike">
              <a:solidFill>
                <a:srgbClr val="000000"/>
              </a:solidFill>
              <a:latin typeface="Arial"/>
            </a:endParaRPr>
          </a:p>
          <a:p>
            <a:pPr marL="12600">
              <a:lnSpc>
                <a:spcPct val="100000"/>
              </a:lnSpc>
              <a:spcBef>
                <a:spcPts val="99"/>
              </a:spcBef>
            </a:pPr>
            <a:endParaRPr b="0" lang="pt-BR" sz="1200" spc="-1" strike="noStrike">
              <a:solidFill>
                <a:srgbClr val="000000"/>
              </a:solidFill>
              <a:latin typeface="Arial"/>
            </a:endParaRPr>
          </a:p>
          <a:p>
            <a:pPr marL="12600">
              <a:lnSpc>
                <a:spcPct val="100000"/>
              </a:lnSpc>
              <a:spcBef>
                <a:spcPts val="99"/>
              </a:spcBef>
            </a:pPr>
            <a:r>
              <a:rPr b="0" lang="pt-BR" sz="1200" spc="-1" strike="noStrike">
                <a:solidFill>
                  <a:schemeClr val="dk1"/>
                </a:solidFill>
                <a:latin typeface="Arial"/>
              </a:rPr>
              <a:t> </a:t>
            </a:r>
            <a:r>
              <a:rPr b="0" lang="pt-BR" sz="1200" spc="-1" strike="noStrike">
                <a:solidFill>
                  <a:schemeClr val="dk1"/>
                </a:solidFill>
                <a:latin typeface="Arial"/>
              </a:rPr>
              <a:t>1.3 - </a:t>
            </a:r>
            <a:r>
              <a:rPr b="0" lang="pt-PT" sz="1200" spc="-1" strike="noStrike">
                <a:solidFill>
                  <a:schemeClr val="dk1"/>
                </a:solidFill>
                <a:latin typeface="Arial"/>
              </a:rPr>
              <a:t>Breve descrição do sistema de uso geral</a:t>
            </a:r>
            <a:endParaRPr b="0" lang="pt-BR" sz="1200" spc="-1" strike="noStrike">
              <a:solidFill>
                <a:srgbClr val="000000"/>
              </a:solidFill>
              <a:latin typeface="Arial"/>
            </a:endParaRPr>
          </a:p>
          <a:p>
            <a:pPr marL="12600">
              <a:lnSpc>
                <a:spcPct val="100000"/>
              </a:lnSpc>
              <a:spcBef>
                <a:spcPts val="99"/>
              </a:spcBef>
            </a:pPr>
            <a:endParaRPr b="0" lang="pt-BR" sz="1200" spc="-1" strike="noStrike">
              <a:solidFill>
                <a:srgbClr val="000000"/>
              </a:solidFill>
              <a:latin typeface="Arial"/>
            </a:endParaRPr>
          </a:p>
          <a:p>
            <a:pPr marL="12600">
              <a:lnSpc>
                <a:spcPct val="100000"/>
              </a:lnSpc>
            </a:pPr>
            <a:r>
              <a:rPr b="0" lang="pt-BR" sz="1200" spc="-1" strike="noStrike">
                <a:solidFill>
                  <a:schemeClr val="dk1"/>
                </a:solidFill>
                <a:latin typeface="Arial"/>
              </a:rPr>
              <a:t> </a:t>
            </a:r>
            <a:r>
              <a:rPr b="0" lang="pt-BR" sz="1200" spc="-1" strike="noStrike">
                <a:solidFill>
                  <a:schemeClr val="dk1"/>
                </a:solidFill>
                <a:latin typeface="Arial"/>
              </a:rPr>
              <a:t>1.4 - </a:t>
            </a:r>
            <a:r>
              <a:rPr b="0" lang="pt-PT" sz="1200" spc="-1" strike="noStrike">
                <a:solidFill>
                  <a:schemeClr val="dk1"/>
                </a:solidFill>
                <a:latin typeface="Arial"/>
              </a:rPr>
              <a:t>Unidade de retransmissão de direção e velocidade do </a:t>
            </a:r>
            <a:endParaRPr b="0" lang="pt-BR" sz="1200" spc="-1" strike="noStrike">
              <a:solidFill>
                <a:srgbClr val="000000"/>
              </a:solidFill>
              <a:latin typeface="Arial"/>
            </a:endParaRPr>
          </a:p>
          <a:p>
            <a:pPr marL="12600">
              <a:lnSpc>
                <a:spcPct val="100000"/>
              </a:lnSpc>
            </a:pPr>
            <a:r>
              <a:rPr b="0" lang="pt-PT" sz="1200" spc="-1" strike="noStrike">
                <a:solidFill>
                  <a:schemeClr val="dk1"/>
                </a:solidFill>
                <a:latin typeface="Arial"/>
              </a:rPr>
              <a:t>vento (RTU)</a:t>
            </a:r>
            <a:endParaRPr b="0" lang="pt-BR" sz="1200" spc="-1" strike="noStrike">
              <a:solidFill>
                <a:srgbClr val="000000"/>
              </a:solidFill>
              <a:latin typeface="Arial"/>
            </a:endParaRPr>
          </a:p>
          <a:p>
            <a:pPr marL="12600">
              <a:lnSpc>
                <a:spcPct val="100000"/>
              </a:lnSpc>
              <a:spcBef>
                <a:spcPts val="99"/>
              </a:spcBef>
            </a:pPr>
            <a:endParaRPr b="0" lang="pt-BR" sz="1200" spc="-1" strike="noStrike">
              <a:solidFill>
                <a:srgbClr val="000000"/>
              </a:solidFill>
              <a:latin typeface="Arial"/>
            </a:endParaRPr>
          </a:p>
          <a:p>
            <a:pPr marL="12600">
              <a:lnSpc>
                <a:spcPct val="100000"/>
              </a:lnSpc>
              <a:spcBef>
                <a:spcPts val="99"/>
              </a:spcBef>
            </a:pPr>
            <a:r>
              <a:rPr b="0" lang="pt-BR" sz="1200" spc="-1" strike="noStrike">
                <a:solidFill>
                  <a:schemeClr val="dk1"/>
                </a:solidFill>
                <a:latin typeface="Arial"/>
              </a:rPr>
              <a:t> </a:t>
            </a:r>
            <a:r>
              <a:rPr b="0" lang="pt-BR" sz="1200" spc="-1" strike="noStrike">
                <a:solidFill>
                  <a:schemeClr val="dk1"/>
                </a:solidFill>
                <a:latin typeface="Arial"/>
              </a:rPr>
              <a:t>1.5 - </a:t>
            </a:r>
            <a:r>
              <a:rPr b="0" lang="pt-PT" sz="1200" spc="-1" strike="noStrike">
                <a:solidFill>
                  <a:schemeClr val="dk1"/>
                </a:solidFill>
                <a:latin typeface="Arial"/>
              </a:rPr>
              <a:t>Servo de Velocidade (Funcionamento)</a:t>
            </a:r>
            <a:endParaRPr b="0" lang="pt-BR" sz="1200" spc="-1" strike="noStrike">
              <a:solidFill>
                <a:srgbClr val="000000"/>
              </a:solidFill>
              <a:latin typeface="Arial"/>
            </a:endParaRPr>
          </a:p>
          <a:p>
            <a:pPr marL="12600">
              <a:lnSpc>
                <a:spcPct val="100000"/>
              </a:lnSpc>
              <a:spcBef>
                <a:spcPts val="99"/>
              </a:spcBef>
            </a:pPr>
            <a:endParaRPr b="0" lang="pt-BR" sz="1200" spc="-1" strike="noStrike">
              <a:solidFill>
                <a:srgbClr val="000000"/>
              </a:solidFill>
              <a:latin typeface="Arial"/>
            </a:endParaRPr>
          </a:p>
          <a:p>
            <a:pPr marL="12600">
              <a:lnSpc>
                <a:spcPct val="100000"/>
              </a:lnSpc>
              <a:spcBef>
                <a:spcPts val="99"/>
              </a:spcBef>
            </a:pPr>
            <a:r>
              <a:rPr b="0" lang="pt-BR" sz="1200" spc="-1" strike="noStrike">
                <a:solidFill>
                  <a:schemeClr val="dk1"/>
                </a:solidFill>
                <a:latin typeface="Arial"/>
              </a:rPr>
              <a:t> </a:t>
            </a:r>
            <a:r>
              <a:rPr b="0" lang="pt-BR" sz="1200" spc="-1" strike="noStrike">
                <a:solidFill>
                  <a:schemeClr val="dk1"/>
                </a:solidFill>
                <a:latin typeface="Arial"/>
              </a:rPr>
              <a:t>1.6 - </a:t>
            </a:r>
            <a:r>
              <a:rPr b="0" lang="pt-PT" sz="1200" spc="-1" strike="noStrike">
                <a:solidFill>
                  <a:schemeClr val="dk1"/>
                </a:solidFill>
                <a:latin typeface="Arial"/>
              </a:rPr>
              <a:t>Servo de distância (Funcionamento)</a:t>
            </a:r>
            <a:endParaRPr b="0" lang="pt-BR" sz="1200" spc="-1" strike="noStrike">
              <a:solidFill>
                <a:srgbClr val="000000"/>
              </a:solidFill>
              <a:latin typeface="Arial"/>
            </a:endParaRPr>
          </a:p>
          <a:p>
            <a:pPr marL="12600">
              <a:lnSpc>
                <a:spcPct val="100000"/>
              </a:lnSpc>
              <a:spcBef>
                <a:spcPts val="99"/>
              </a:spcBef>
            </a:pPr>
            <a:endParaRPr b="0" lang="pt-BR" sz="1200" spc="-1" strike="noStrike">
              <a:solidFill>
                <a:srgbClr val="000000"/>
              </a:solidFill>
              <a:latin typeface="Arial"/>
            </a:endParaRPr>
          </a:p>
          <a:p>
            <a:pPr marL="12600">
              <a:lnSpc>
                <a:spcPct val="100000"/>
              </a:lnSpc>
              <a:spcBef>
                <a:spcPts val="99"/>
              </a:spcBef>
            </a:pPr>
            <a:r>
              <a:rPr b="0" lang="pt-BR" sz="1200" spc="-1" strike="noStrike">
                <a:solidFill>
                  <a:schemeClr val="dk1"/>
                </a:solidFill>
                <a:latin typeface="Arial"/>
              </a:rPr>
              <a:t> </a:t>
            </a:r>
            <a:r>
              <a:rPr b="0" lang="pt-BR" sz="1200" spc="-1" strike="noStrike">
                <a:solidFill>
                  <a:schemeClr val="dk1"/>
                </a:solidFill>
                <a:latin typeface="Arial"/>
              </a:rPr>
              <a:t>1.7 - </a:t>
            </a:r>
            <a:r>
              <a:rPr b="0" lang="pt-PT" sz="1200" spc="-1" strike="noStrike">
                <a:solidFill>
                  <a:schemeClr val="dk1"/>
                </a:solidFill>
                <a:latin typeface="Arial"/>
              </a:rPr>
              <a:t>Amplificador PA-112</a:t>
            </a:r>
            <a:endParaRPr b="0" lang="pt-BR" sz="1200" spc="-1" strike="noStrike">
              <a:solidFill>
                <a:srgbClr val="000000"/>
              </a:solidFill>
              <a:latin typeface="Arial"/>
            </a:endParaRPr>
          </a:p>
          <a:p>
            <a:pPr marL="12600">
              <a:lnSpc>
                <a:spcPct val="100000"/>
              </a:lnSpc>
              <a:spcBef>
                <a:spcPts val="99"/>
              </a:spcBef>
            </a:pPr>
            <a:endParaRPr b="0" lang="pt-BR" sz="1600" spc="-1" strike="noStrike">
              <a:solidFill>
                <a:srgbClr val="000000"/>
              </a:solidFill>
              <a:latin typeface="Arial"/>
            </a:endParaRPr>
          </a:p>
        </p:txBody>
      </p:sp>
      <p:sp>
        <p:nvSpPr>
          <p:cNvPr id="660" name="Retângulo de cantos arredondados 11"/>
          <p:cNvSpPr/>
          <p:nvPr/>
        </p:nvSpPr>
        <p:spPr>
          <a:xfrm>
            <a:off x="684360" y="1335240"/>
            <a:ext cx="1785600" cy="35676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2400" spc="-1" strike="noStrike">
                <a:solidFill>
                  <a:schemeClr val="lt1"/>
                </a:solidFill>
                <a:latin typeface="Calibri"/>
              </a:rPr>
              <a:t>TÓPICOS:</a:t>
            </a:r>
            <a:endParaRPr b="0" lang="pt-BR"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1.1 – DESCRIÇÃO GERAL</a:t>
            </a:r>
            <a:endParaRPr b="0" lang="pt-BR" sz="1600" spc="-1" strike="noStrike">
              <a:solidFill>
                <a:schemeClr val="dk1"/>
              </a:solidFill>
              <a:latin typeface="Arial"/>
            </a:endParaRPr>
          </a:p>
        </p:txBody>
      </p:sp>
      <p:sp>
        <p:nvSpPr>
          <p:cNvPr id="662"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63" name="CaixaDeTexto 18"/>
          <p:cNvSpPr/>
          <p:nvPr/>
        </p:nvSpPr>
        <p:spPr>
          <a:xfrm>
            <a:off x="255600" y="1906560"/>
            <a:ext cx="9500760" cy="2284200"/>
          </a:xfrm>
          <a:prstGeom prst="rect">
            <a:avLst/>
          </a:prstGeom>
          <a:noFill/>
          <a:ln w="0">
            <a:noFill/>
          </a:ln>
        </p:spPr>
        <p:style>
          <a:lnRef idx="0"/>
          <a:fillRef idx="0"/>
          <a:effectRef idx="0"/>
          <a:fontRef idx="minor"/>
        </p:style>
        <p:txBody>
          <a:bodyPr lIns="90000" rIns="90000" tIns="45000" bIns="45000" anchor="t">
            <a:spAutoFit/>
          </a:bodyPr>
          <a:p>
            <a:pPr marL="228600" indent="-228600" algn="just">
              <a:lnSpc>
                <a:spcPct val="100000"/>
              </a:lnSpc>
              <a:buClr>
                <a:srgbClr val="000000"/>
              </a:buClr>
              <a:buFont typeface="OpenSymbol"/>
              <a:buAutoNum type="alphaLcParenR"/>
            </a:pPr>
            <a:r>
              <a:rPr b="0" lang="pt-PT" sz="1200" spc="-1" strike="noStrike">
                <a:solidFill>
                  <a:schemeClr val="dk1"/>
                </a:solidFill>
                <a:latin typeface="Arial"/>
              </a:rPr>
              <a:t>O sistema usado nas fragatas MK 10 é chamado anemômetro leve, porque o catavento é de apenas 10 lbs (4.5 kg).</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b) Existem dois tipos de sistema de anemômetro leve, um para uso geral e outros para operações de voo. Trataremos do tipo para uso geral que é o utilizado nas fragatas MK10.</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Os componentes do sistema do uso geral são: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marL="285840" indent="-285840" algn="just">
              <a:lnSpc>
                <a:spcPct val="100000"/>
              </a:lnSpc>
              <a:buClr>
                <a:srgbClr val="000000"/>
              </a:buClr>
              <a:buFont typeface="OpenSymbol"/>
              <a:buAutoNum type="romanUcParenR"/>
            </a:pPr>
            <a:r>
              <a:rPr b="0" lang="pt-PT" sz="1200" spc="-1" strike="noStrike">
                <a:solidFill>
                  <a:schemeClr val="dk1"/>
                </a:solidFill>
                <a:latin typeface="Arial"/>
              </a:rPr>
              <a:t>Um conjunto anemômetro e catavento com uma unidade de base, que é normalmente adaptada a um mastro.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II) Uma unidade de retransmissão de velocidade e direção do vento.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III) Um determinado número de receptores combinados para direção e velocidade do vento.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1.2 – DEFINIÇÕES DE TERMOS USADOS NESTA PUBLICAÇÃO</a:t>
            </a:r>
            <a:endParaRPr b="0" lang="pt-BR" sz="1600" spc="-1" strike="noStrike">
              <a:solidFill>
                <a:schemeClr val="dk1"/>
              </a:solidFill>
              <a:latin typeface="Arial"/>
            </a:endParaRPr>
          </a:p>
        </p:txBody>
      </p:sp>
      <p:sp>
        <p:nvSpPr>
          <p:cNvPr id="665"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66" name="CaixaDeTexto 18"/>
          <p:cNvSpPr/>
          <p:nvPr/>
        </p:nvSpPr>
        <p:spPr>
          <a:xfrm>
            <a:off x="255600" y="1906560"/>
            <a:ext cx="9500760" cy="17355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 Velocidade do vento - Significando o vento que você sente, ou a velocidade do vento em relação ao navio.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b) Direção do vento - Significando a direção do vento em relação a linha proa, popa.</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c) Ângulo do vento - Um termo alternativo para direção do vento.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d) Velocidade bruta do vento e ângulo bruto do vento - São os valores de velocidade e ângulo do vento, sem correções isto é, com um erro devido a deflexões do vento etc. As leituras do anemômetro, geralmente estão com um erro.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1.2 – DEFINIÇÕES DE TERMOS USADOS NESTA PUBLICAÇÃO</a:t>
            </a:r>
            <a:endParaRPr b="0" lang="pt-BR" sz="1600" spc="-1" strike="noStrike">
              <a:solidFill>
                <a:schemeClr val="dk1"/>
              </a:solidFill>
              <a:latin typeface="Arial"/>
            </a:endParaRPr>
          </a:p>
        </p:txBody>
      </p:sp>
      <p:sp>
        <p:nvSpPr>
          <p:cNvPr id="668"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69" name="CaixaDeTexto 18"/>
          <p:cNvSpPr/>
          <p:nvPr/>
        </p:nvSpPr>
        <p:spPr>
          <a:xfrm>
            <a:off x="255600" y="1906560"/>
            <a:ext cx="950076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r>
              <a:rPr b="0" lang="pt-PT" sz="1200" spc="-1" strike="noStrike">
                <a:solidFill>
                  <a:schemeClr val="dk1"/>
                </a:solidFill>
                <a:latin typeface="Arial"/>
              </a:rPr>
              <a:t>e) Ângulo do vento corrigido - É o ângulo bruto do vento corrigido conforme necessário. É portanto, o ângulo que o anemômetro indicaria se não estivesse sujeito a deflexões do vento.</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r>
              <a:rPr b="0" lang="pt-PT" sz="1200" spc="-1" strike="noStrike">
                <a:solidFill>
                  <a:schemeClr val="dk1"/>
                </a:solidFill>
                <a:latin typeface="Arial"/>
              </a:rPr>
              <a:t>f) Velocidade do vento de lançamento - É a velocidade média do vento, 50 pés a 200 pés a vante do navio.</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g) Velocidade do vento de recolhimento - É a velocidade do vento a ré do navio.</a:t>
            </a:r>
            <a:endParaRPr b="0" lang="pt-BR" sz="1200" spc="-1" strike="noStrike">
              <a:solidFill>
                <a:srgbClr val="000000"/>
              </a:solidFill>
              <a:latin typeface="Arial"/>
            </a:endParaRPr>
          </a:p>
          <a:p>
            <a:pPr marL="228600" indent="-228600">
              <a:lnSpc>
                <a:spcPct val="100000"/>
              </a:lnSpc>
              <a:tabLst>
                <a:tab algn="l" pos="0"/>
              </a:tabLst>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1.3 – BREVE DESCRIÇÃO DO SISTEMA DE USO GERAL</a:t>
            </a:r>
            <a:endParaRPr b="0" lang="pt-BR" sz="1600" spc="-1" strike="noStrike">
              <a:solidFill>
                <a:schemeClr val="dk1"/>
              </a:solidFill>
              <a:latin typeface="Arial"/>
            </a:endParaRPr>
          </a:p>
        </p:txBody>
      </p:sp>
      <p:sp>
        <p:nvSpPr>
          <p:cNvPr id="671"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72" name="CaixaDeTexto 18"/>
          <p:cNvSpPr/>
          <p:nvPr/>
        </p:nvSpPr>
        <p:spPr>
          <a:xfrm>
            <a:off x="255600" y="1906560"/>
            <a:ext cx="9500760" cy="1918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O conjunto anemômetro e cata-vento instalado no mastro produzem um sinal de saída elétrico proporcional à velocidade do fluxo de ar passando pelo anemômetro e um sinal de saída elétrico proporcional à posição angular do cata-vento em relação ao rasgo da chaveta, no qual se aloja um ressalto existente na base. Quando a unidade está corretamente alinhada em relação à proa do navio os sinais elétricos serão, então, proporcionais a velocidade bruta do vento e ao ângulo bruto do vento. Estes sinais elétricos controlam servos na unidade de retransmissão (R TU); os sinais de saída dos servo-transmissores controlam servo-receptores localizados em vários pontos do navio, de acordo com as necessidades.</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1.3 – BREVE DESCRIÇÃO DO SISTEMA DE USO GERAL</a:t>
            </a:r>
            <a:endParaRPr b="0" lang="pt-BR" sz="1600" spc="-1" strike="noStrike">
              <a:solidFill>
                <a:schemeClr val="dk1"/>
              </a:solidFill>
              <a:latin typeface="Arial"/>
            </a:endParaRPr>
          </a:p>
        </p:txBody>
      </p:sp>
      <p:sp>
        <p:nvSpPr>
          <p:cNvPr id="674"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75" name="CaixaDeTexto 18"/>
          <p:cNvSpPr/>
          <p:nvPr/>
        </p:nvSpPr>
        <p:spPr>
          <a:xfrm>
            <a:off x="255600" y="1692360"/>
            <a:ext cx="7000560" cy="3198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PT" sz="1200" spc="-1" strike="noStrike">
                <a:solidFill>
                  <a:schemeClr val="dk1"/>
                </a:solidFill>
                <a:latin typeface="Arial"/>
              </a:rPr>
              <a:t>1.3.1 - Conjunto de Anemômetro e Cata-Vento (Fig. 1.1)</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Este item, com cerca de 30 (76 cm) de altura e 10lbs (4,5 KG) de peso, possui duas seções montadas uma sobre a outra e unidos entre si por uma porca de segurança. A seção inferior sustenta o catavento. A seção superior carrega o gerador de velocidade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seção inferior possui, na extremidade de baixo, um macho que se ajusta à unidade da base; além disso, a seção inferior é presa a unidade de base por uma porca cativa. O tubo de montagem tem um rasgo de chaveta que veste uma chaveta existente no orifício da unidade de base, possibilitando desta forma que o anemômetro seja montado guardando uma posição angular fixa em relação à unidade de base.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No interior do tubo de montagem aloja-se um transmissor de controle síncrono (26V/400Hz) que mede a direção do vento bruto (ângulo bruto do vento).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676" name="Picture 2" descr=""/>
          <p:cNvPicPr/>
          <p:nvPr/>
        </p:nvPicPr>
        <p:blipFill>
          <a:blip r:embed="rId1"/>
          <a:stretch/>
        </p:blipFill>
        <p:spPr>
          <a:xfrm>
            <a:off x="7399440" y="1835280"/>
            <a:ext cx="1562040" cy="2778120"/>
          </a:xfrm>
          <a:prstGeom prst="rect">
            <a:avLst/>
          </a:prstGeom>
          <a:ln w="9525">
            <a:solidFill>
              <a:srgbClr val="1f497d">
                <a:lumMod val="60000"/>
                <a:lumOff val="40000"/>
              </a:srgbClr>
            </a:solidFill>
            <a:miter/>
          </a:ln>
          <a:effectLst>
            <a:outerShdw algn="tl" blurRad="50760" dir="2700000" dist="37674" rotWithShape="0">
              <a:srgbClr val="000000">
                <a:alpha val="40000"/>
              </a:srgbClr>
            </a:outerShdw>
          </a:effectLst>
        </p:spPr>
      </p:pic>
      <p:sp>
        <p:nvSpPr>
          <p:cNvPr id="677" name="CaixaDeTexto 7"/>
          <p:cNvSpPr/>
          <p:nvPr/>
        </p:nvSpPr>
        <p:spPr>
          <a:xfrm>
            <a:off x="9042480" y="4335480"/>
            <a:ext cx="74484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200" spc="-1" strike="noStrike">
                <a:solidFill>
                  <a:schemeClr val="dk1"/>
                </a:solidFill>
                <a:latin typeface="Arial"/>
              </a:rPr>
              <a:t>Fig.1.1</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1.3 – BREVE DESCRIÇÃO DO SISTEMA DE USO GERAL</a:t>
            </a:r>
            <a:endParaRPr b="0" lang="pt-BR" sz="1600" spc="-1" strike="noStrike">
              <a:solidFill>
                <a:schemeClr val="dk1"/>
              </a:solidFill>
              <a:latin typeface="Arial"/>
            </a:endParaRPr>
          </a:p>
        </p:txBody>
      </p:sp>
      <p:sp>
        <p:nvSpPr>
          <p:cNvPr id="679"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80"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681" name="Retângulo 6"/>
          <p:cNvSpPr/>
          <p:nvPr/>
        </p:nvSpPr>
        <p:spPr>
          <a:xfrm>
            <a:off x="326880" y="1620720"/>
            <a:ext cx="935784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tubo se prolonga para cima formando um tubo menor, pelo interior do qual passam os fios do gerador de indução acionado pelos copos do anemômetro. Envolvendo este tubo menor existe um tubo externo, ao qual está preso o catavento. A conexão entre o tubo externo e o rotor do transmissor de controle acima citado, é feita através de um acoplamento magnético constituído por uma barra magnética fixada diametralmente ao eixo do rotor e por um anel magnético polarizado que é preso no tubo externo e portanto, ao catavento. A inexistência de contatos físicos entre as duas partes permite um fechamento estanque à água na parte superior do tubo inferior.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seção superior é composta basicamente por um tubo oco sustentando na parte superior três copos que acionam um ímã permanente através de um eixo que se projeta para baixo, no interior do tubo. O ímã funciona como um rotor bipolar num enrolamento estator que o envolve. Uma voltagem CA proporcional à velocidade dos copos é gerada no enrolamento do estator.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1.3 – BREVE DESCRIÇÃO DO SISTEMA DE USO GERAL</a:t>
            </a:r>
            <a:endParaRPr b="0" lang="pt-BR" sz="1600" spc="-1" strike="noStrike">
              <a:solidFill>
                <a:schemeClr val="dk1"/>
              </a:solidFill>
              <a:latin typeface="Arial"/>
            </a:endParaRPr>
          </a:p>
        </p:txBody>
      </p:sp>
      <p:sp>
        <p:nvSpPr>
          <p:cNvPr id="683"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84"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685" name="Retângulo 6"/>
          <p:cNvSpPr/>
          <p:nvPr/>
        </p:nvSpPr>
        <p:spPr>
          <a:xfrm>
            <a:off x="326880" y="1620720"/>
            <a:ext cx="9357840" cy="246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instrumento tem possibilidade de duas ajustagens. Uma delas compreende um orifício na parte inferior do tubo do cata vento normalmente estanque à água por uma braçadeira de borracha que o reveste, levantando-se esta braçadeira de modo a aparecer o orifício, insere-se um pino de alinhamento para prender o cata-vento à parte fixo do anemômetro, e portanto, ao estator do transmissor síncrono de direção de vento. A seguir, libera-se e gira-se os anéis magnéticos, arrastando-se conseqüentemente o rotor síncrono magnético em relação ao estator, até que o rotor esteja no zero elétrico. Posteriormente, quando o anemômetro é encaixado na unidade de base e o rabo do cata vento está apontando para 180°, o transmissor síncrono está no zero elétrico.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outra ajustagem, que é conectada pelo fabricante e não deve ser alterada a bordo, é uma resistência localizada na base “da seção de velocidade de vento. O objetivo é calibrar a voltagem de saída em relação à velocidade dos copos, assegurando uma padronização e facilitando a substituição do anemômetro por um sobressalente”.</a:t>
            </a:r>
            <a:endParaRPr b="0" lang="pt-BR" sz="1200" spc="-1" strike="noStrike">
              <a:solidFill>
                <a:srgbClr val="000000"/>
              </a:solidFill>
              <a:latin typeface="Arial"/>
            </a:endParaRPr>
          </a:p>
          <a:p>
            <a:pPr algn="just">
              <a:lnSpc>
                <a:spcPct val="100000"/>
              </a:lnSpc>
            </a:pPr>
            <a:br>
              <a:rPr sz="1200"/>
            </a:b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1.3 – BREVE DESCRIÇÃO DO SISTEMA DE USO GERAL</a:t>
            </a:r>
            <a:br>
              <a:rPr sz="1600"/>
            </a:br>
            <a:endParaRPr b="0" lang="pt-BR" sz="1600" spc="-1" strike="noStrike">
              <a:solidFill>
                <a:schemeClr val="dk1"/>
              </a:solidFill>
              <a:latin typeface="Arial"/>
            </a:endParaRPr>
          </a:p>
        </p:txBody>
      </p:sp>
      <p:sp>
        <p:nvSpPr>
          <p:cNvPr id="687"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88"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689" name="Retângulo 6"/>
          <p:cNvSpPr/>
          <p:nvPr/>
        </p:nvSpPr>
        <p:spPr>
          <a:xfrm>
            <a:off x="326880" y="1549440"/>
            <a:ext cx="6429240" cy="3564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PT" sz="1200" spc="-1" strike="noStrike">
                <a:solidFill>
                  <a:schemeClr val="dk1"/>
                </a:solidFill>
                <a:latin typeface="Arial"/>
              </a:rPr>
              <a:t>1.3.2 – Unidade de base (figura ao lado)</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unidade de base pesando 10 lbs, e no interior da qual é encaixado o conjunto anemômetro e catavento, é basicamente um invólucro à prova d'água para as fiações elétricas entre o anemômetro e o navio. Possui um soquete livre, que se ajusta num plugue "PLESSEY" existente na base do anemômetro. O cabo flexível que liga o soquete aos terminais existentes no interior da unidade de base, é suficientemente longe para permitir a colocação e retirada do anemômetro da unidade de base. Na base do anemômetro existe um rasgo de chaveta onde se encaixa uma chaveta existente na unidade de base. Com a unidade de base aparafusada ao navio, fica assegurada que o anemômetro, quando encaixado na unidade de base, está corretamente orientado. Como a chaveta é uma posição de referência, os furos por onde passam os parafusos são alongados para permitir um alinhamento da unidade de base e, portanto, do rabo do cata- vento em relação à linha proa-popa . Amarrada por uma corrente à unidade de base existe uma tampa rosqueada que deve ser removida para permitir a inserção do anemômetro na unidade de base. Esta tampa deve ser recolocada toda vez que se remover o anemômetro.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pic>
        <p:nvPicPr>
          <p:cNvPr id="690" name="Imagem 5" descr=""/>
          <p:cNvPicPr/>
          <p:nvPr/>
        </p:nvPicPr>
        <p:blipFill>
          <a:blip r:embed="rId1"/>
          <a:stretch/>
        </p:blipFill>
        <p:spPr>
          <a:xfrm>
            <a:off x="6970680" y="2192400"/>
            <a:ext cx="2714400" cy="2214360"/>
          </a:xfrm>
          <a:prstGeom prst="rect">
            <a:avLst/>
          </a:prstGeom>
          <a:ln cap="sq" w="9360">
            <a:solidFill>
              <a:srgbClr val="1f497d">
                <a:lumMod val="60000"/>
                <a:lumOff val="40000"/>
              </a:srgbClr>
            </a:solidFill>
            <a:miter/>
          </a:ln>
          <a:effectLst>
            <a:outerShdw algn="bl" blurRad="50760" dir="18900000" dist="37674"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1.4 – UNIDADE DE RETRANSMISSÃO DE DIREÇÃO E VELOCIDADE DO VENTO (RTU) </a:t>
            </a:r>
            <a:br>
              <a:rPr sz="1600"/>
            </a:br>
            <a:br>
              <a:rPr sz="1600"/>
            </a:br>
            <a:endParaRPr b="0" lang="pt-BR" sz="1600" spc="-1" strike="noStrike">
              <a:solidFill>
                <a:schemeClr val="dk1"/>
              </a:solidFill>
              <a:latin typeface="Arial"/>
            </a:endParaRPr>
          </a:p>
        </p:txBody>
      </p:sp>
      <p:sp>
        <p:nvSpPr>
          <p:cNvPr id="692"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93"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694" name="Retângulo 6"/>
          <p:cNvSpPr/>
          <p:nvPr/>
        </p:nvSpPr>
        <p:spPr>
          <a:xfrm>
            <a:off x="326880" y="1620720"/>
            <a:ext cx="4857480" cy="3015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PT" sz="1200" spc="-1" strike="noStrike">
                <a:solidFill>
                  <a:schemeClr val="dk1"/>
                </a:solidFill>
                <a:latin typeface="Arial"/>
              </a:rPr>
              <a:t>1.4.1 - Descrição geral</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propósito desta unidade(figura ao lado) é converter os fracos sinais de velocidade de direção do vento provenientes do anemômetro, tornando-se adequados para posicionar os receptores de direção e velocidade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Estes sinais controlam servo-motores que irão posicionar transmissores síncronos produzindo os sinais de saída de velocidade e direção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Esta unidade também amortece as violentas oscilações que ocorre tanto nas transmissões de velocidade como nas de direção durante as lufadas (ventos fortes), causando oscilações de menor extensão nos receptores, do que se eles fossem diretamente ligados ao anemômetro. </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pic>
        <p:nvPicPr>
          <p:cNvPr id="695" name="Picture 2" descr=""/>
          <p:cNvPicPr/>
          <p:nvPr/>
        </p:nvPicPr>
        <p:blipFill>
          <a:blip r:embed="rId1"/>
          <a:stretch/>
        </p:blipFill>
        <p:spPr>
          <a:xfrm>
            <a:off x="5431320" y="1692360"/>
            <a:ext cx="4396320" cy="2999880"/>
          </a:xfrm>
          <a:prstGeom prst="rect">
            <a:avLst/>
          </a:prstGeom>
          <a:ln w="9525">
            <a:solidFill>
              <a:srgbClr val="1f497d">
                <a:lumMod val="60000"/>
                <a:lumOff val="40000"/>
              </a:srgbClr>
            </a:solidFill>
            <a:miter/>
          </a:ln>
          <a:effectLst>
            <a:outerShdw algn="bl" blurRad="50760" dir="18900000" dist="37674"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1.4 – UNIDADE DE RETRANSMISSÃO DE DIREÇÃO E VELOCIDADE DO VENTO (RTU) </a:t>
            </a:r>
            <a:br>
              <a:rPr sz="1600"/>
            </a:br>
            <a:br>
              <a:rPr sz="1600"/>
            </a:br>
            <a:endParaRPr b="0" lang="pt-BR" sz="1600" spc="-1" strike="noStrike">
              <a:solidFill>
                <a:schemeClr val="dk1"/>
              </a:solidFill>
              <a:latin typeface="Arial"/>
            </a:endParaRPr>
          </a:p>
        </p:txBody>
      </p:sp>
      <p:sp>
        <p:nvSpPr>
          <p:cNvPr id="697"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698"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699" name="Retângulo 6"/>
          <p:cNvSpPr/>
          <p:nvPr/>
        </p:nvSpPr>
        <p:spPr>
          <a:xfrm>
            <a:off x="326880" y="1620720"/>
            <a:ext cx="48574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PT" sz="1200" spc="-1" strike="noStrike">
                <a:solidFill>
                  <a:schemeClr val="dk1"/>
                </a:solidFill>
                <a:latin typeface="Arial"/>
              </a:rPr>
              <a:t> </a:t>
            </a:r>
            <a:r>
              <a:rPr b="0" lang="pt-PT" sz="1200" spc="-1" strike="noStrike">
                <a:solidFill>
                  <a:schemeClr val="dk1"/>
                </a:solidFill>
                <a:latin typeface="Arial"/>
              </a:rPr>
              <a:t>Ao lado temos uma visão da parte inferior da RTU com seus barramentos</a:t>
            </a:r>
            <a:endParaRPr b="0" lang="pt-BR" sz="1200" spc="-1" strike="noStrike">
              <a:solidFill>
                <a:srgbClr val="000000"/>
              </a:solidFill>
              <a:latin typeface="Arial"/>
            </a:endParaRPr>
          </a:p>
        </p:txBody>
      </p:sp>
      <p:pic>
        <p:nvPicPr>
          <p:cNvPr id="700" name="object 5" descr=""/>
          <p:cNvPicPr/>
          <p:nvPr/>
        </p:nvPicPr>
        <p:blipFill>
          <a:blip r:embed="rId1"/>
          <a:stretch/>
        </p:blipFill>
        <p:spPr>
          <a:xfrm>
            <a:off x="4827600" y="1763640"/>
            <a:ext cx="4453200" cy="29286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title"/>
          </p:nvPr>
        </p:nvSpPr>
        <p:spPr>
          <a:xfrm>
            <a:off x="255600" y="1335240"/>
            <a:ext cx="9643680" cy="97524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1.4 – UNIDADE DE RETRANSMISSÃO DE DIREÇÃO E VELOCIDADE DO VENTO (RTU) </a:t>
            </a:r>
            <a:br>
              <a:rPr sz="1600"/>
            </a:br>
            <a:br>
              <a:rPr sz="1600"/>
            </a:br>
            <a:br>
              <a:rPr sz="1600"/>
            </a:br>
            <a:endParaRPr b="0" lang="pt-BR" sz="1600" spc="-1" strike="noStrike">
              <a:solidFill>
                <a:schemeClr val="dk1"/>
              </a:solidFill>
              <a:latin typeface="Arial"/>
            </a:endParaRPr>
          </a:p>
        </p:txBody>
      </p:sp>
      <p:sp>
        <p:nvSpPr>
          <p:cNvPr id="702"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03"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704" name="Retângulo 6"/>
          <p:cNvSpPr/>
          <p:nvPr/>
        </p:nvSpPr>
        <p:spPr>
          <a:xfrm>
            <a:off x="326880" y="1620720"/>
            <a:ext cx="9500760" cy="246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amortecimento é produzido por uma engrenagem redutora (2000/1) localizada entre o motor acionador e o reajustador (Reseter-um linear no servo de velocidade do vento e um transformador de controle no servo de .direção do vento ). A velocidade do motor, cerca de 2000 rpm, faz com que o "RESETTER" gire a uma velocidade reduzida, suficiente apenas para segurar um acompanhamento satisfatório durante as condições normais do vento. Nas variações rápidas do vento, em que o cata-vento oscila para um lado e para outro, em tomo de uma média o motor tentando acompanhar o grande movimento, gira os transmissores de saída de uma quantidade menor para ambos os lados do valor médio. Apenas este movimento é transmitido aos receptores. O mesmo acontece para a velocidade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unidade consta de uma caixa de antepara de 24" x 24" x 10" de profundidade. Tem dois compartimentos, a seção superior contendo o conjunto eletro-mecânico, a que se tem acesso pela completa remoção da tampa, e a seção inferior contendo as unidades eletrônicas, cuja manutenção é feita removendo-se os parafusos que fixam a tampa permitindo desta forma que ela fique pendurada para baixo.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Dispositivos indicadores estão montados nos servos de velocidade e direção do vento e são visíveis através de janelas existentes na tampa. </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title"/>
          </p:nvPr>
        </p:nvSpPr>
        <p:spPr>
          <a:xfrm>
            <a:off x="255600" y="1335240"/>
            <a:ext cx="9643680" cy="97524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1.4 – UNIDADE DE RETRANSMISSÃO DE DIREÇÃO E VELOCIDADE DO VENTO (RTU) </a:t>
            </a:r>
            <a:br>
              <a:rPr sz="1600"/>
            </a:br>
            <a:br>
              <a:rPr sz="1600"/>
            </a:br>
            <a:br>
              <a:rPr sz="1600"/>
            </a:br>
            <a:endParaRPr b="0" lang="pt-BR" sz="1600" spc="-1" strike="noStrike">
              <a:solidFill>
                <a:schemeClr val="dk1"/>
              </a:solidFill>
              <a:latin typeface="Arial"/>
            </a:endParaRPr>
          </a:p>
        </p:txBody>
      </p:sp>
      <p:sp>
        <p:nvSpPr>
          <p:cNvPr id="706"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07"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708" name="Retângulo 6"/>
          <p:cNvSpPr/>
          <p:nvPr/>
        </p:nvSpPr>
        <p:spPr>
          <a:xfrm>
            <a:off x="326880" y="1620720"/>
            <a:ext cx="9500760" cy="2101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indicador de velocidade do vento é graduado de 0 a 65 nós em intervalos de 1 nó. A indicação de direção de vento é feita de maneira convencional através dois setores graduados de 0° a 180°, um vermelho e outro verde, dando indicação de dois em dois graus.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As unidades eletrônicas são transistorizadas e deve-se tomar cuidado para assegurar que as voltagens relativamente ahas associadas com os síncronos não sejam comunicadas com o enrolamento eletrônico de baixa voltagem. Um amplificador sobressalente é armazenado na carcaça superior junto com uma chave de ajustagem para alinhamento dos síncronos. As chaves de alimentação on-off e os fusíveis estão localizados sob umas tampas lateral separadas, presas por quatro parafusos de operação manual no lado direito na unidade eletrônica. A remoção de uma tampa idêntica, situada ao lado esquerdo, revela as chaves de testeI funcionamento para verificação e calibragem dos indicadores de velocidade e direção de vento. Os dois servos, um da velocidade e outro de direção do vento são descritos abaixo: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title"/>
          </p:nvPr>
        </p:nvSpPr>
        <p:spPr>
          <a:xfrm>
            <a:off x="255600" y="1335240"/>
            <a:ext cx="9643680" cy="97524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1.5 – SERVO DE VELOCIDADE DO VENTO </a:t>
            </a:r>
            <a:br>
              <a:rPr sz="1600"/>
            </a:br>
            <a:br>
              <a:rPr sz="1600"/>
            </a:br>
            <a:br>
              <a:rPr sz="1600"/>
            </a:br>
            <a:endParaRPr b="0" lang="pt-BR" sz="1600" spc="-1" strike="noStrike">
              <a:solidFill>
                <a:schemeClr val="dk1"/>
              </a:solidFill>
              <a:latin typeface="Arial"/>
            </a:endParaRPr>
          </a:p>
        </p:txBody>
      </p:sp>
      <p:sp>
        <p:nvSpPr>
          <p:cNvPr id="710"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11"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712" name="Retângulo 6"/>
          <p:cNvSpPr/>
          <p:nvPr/>
        </p:nvSpPr>
        <p:spPr>
          <a:xfrm>
            <a:off x="326880" y="1620720"/>
            <a:ext cx="478584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PT" sz="1200" spc="-1" strike="noStrike">
                <a:solidFill>
                  <a:schemeClr val="dk1"/>
                </a:solidFill>
                <a:latin typeface="Arial"/>
              </a:rPr>
              <a:t>1.5.1 - Funcionamento </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Uma voltagem CA proporcional à velocidade do vento, é desenvolvida no gerador de indução acionada pelos copos do anemômetro.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Esta voltagem, retificada pelo diodo D2, gera uma corrente CC através do resistor R11 e conseqüentemente uma tensão CC entre o emissor e o coletor do transistor VT2. À corrente CC através de R11 é adicionada outra corrente CC, originada pela tensão CA desenvolvida em RV5 e retificada pelo diodo D3. Inicialmente, considera-se zero a segunda corrente CC, pelo posicionamento adequado de RV5.</a:t>
            </a: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NOTA:</a:t>
            </a:r>
            <a:r>
              <a:rPr b="0" lang="pt-PT" sz="1200" spc="-1" strike="noStrike">
                <a:solidFill>
                  <a:schemeClr val="dk1"/>
                </a:solidFill>
                <a:latin typeface="Arial"/>
              </a:rPr>
              <a:t> Na imagem ao lado temos a bombordo o servo de direção e a boreste o servo de velocidade.</a:t>
            </a:r>
            <a:endParaRPr b="0" lang="pt-BR" sz="1200" spc="-1" strike="noStrike">
              <a:solidFill>
                <a:srgbClr val="000000"/>
              </a:solidFill>
              <a:latin typeface="Arial"/>
            </a:endParaRPr>
          </a:p>
        </p:txBody>
      </p:sp>
      <p:pic>
        <p:nvPicPr>
          <p:cNvPr id="713" name="Picture 2" descr=""/>
          <p:cNvPicPr/>
          <p:nvPr/>
        </p:nvPicPr>
        <p:blipFill>
          <a:blip r:embed="rId1"/>
          <a:stretch/>
        </p:blipFill>
        <p:spPr>
          <a:xfrm>
            <a:off x="5613480" y="1835280"/>
            <a:ext cx="3928680" cy="288540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title"/>
          </p:nvPr>
        </p:nvSpPr>
        <p:spPr>
          <a:xfrm>
            <a:off x="255600" y="1335240"/>
            <a:ext cx="9643680" cy="97524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1.5 – SERVO DE VELOCIDADE DO VENTO </a:t>
            </a:r>
            <a:br>
              <a:rPr sz="1600"/>
            </a:br>
            <a:br>
              <a:rPr sz="1600"/>
            </a:br>
            <a:br>
              <a:rPr sz="1600"/>
            </a:br>
            <a:endParaRPr b="0" lang="pt-BR" sz="1600" spc="-1" strike="noStrike">
              <a:solidFill>
                <a:schemeClr val="dk1"/>
              </a:solidFill>
              <a:latin typeface="Arial"/>
            </a:endParaRPr>
          </a:p>
        </p:txBody>
      </p:sp>
      <p:sp>
        <p:nvSpPr>
          <p:cNvPr id="715"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16"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717" name="Retângulo 6"/>
          <p:cNvSpPr/>
          <p:nvPr/>
        </p:nvSpPr>
        <p:spPr>
          <a:xfrm>
            <a:off x="326880" y="1620720"/>
            <a:ext cx="95007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
        <p:nvSpPr>
          <p:cNvPr id="718" name="Retângulo 5"/>
          <p:cNvSpPr/>
          <p:nvPr/>
        </p:nvSpPr>
        <p:spPr>
          <a:xfrm>
            <a:off x="326880" y="1692360"/>
            <a:ext cx="9572400" cy="3198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 voltagem desenvolvida ao longo de R11, após amplificação aciona o servo, e conseqüentemente um elemento linear cujo sinal de saída, retificado pelos diodos D4, se apresenta como uma voltagem CC em RV4. O linear é uma espécie de rampa magnética possuindo estator monofásico e enrolamento de rotor; o estator é alimentado pelo transformador T2 com 60V/400Hz. O sinal de saída do Rotor varia linearmente de 0 a 40 VCA enquanto o eixo gira de 0° a 80°.</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Com o sinal de saída do gerador de indução igual a zero, a voltagem aplicada ao transistor VT2 é zero. Esta voltagem, amplificada pelo amplificador principal, produz um sinal de saída nulo para o campo do rotor, fazendo-o parar.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Um sinal de saída do gerador de indução produz uma voltagem em VT2 tal que o ponto A seja positivo em relação a B. Esta voltagem irá carregar o capacitor C9, como veremos a seguir.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Vindo do transformador TI, uma corrente alternada de 10V/400Hz é retificada em meia onda pelo diodo D1, fazendo a base do transistor VT2 negativa durante meio ciclo e nula durante a outra metade do ciclo. Tão logo a base fique negativa, a impedância de VT2 varia de zero para infinito, fazendo a voltagem entre BC variar de zero para o sinal de voltagem entre AB. Tão logo o sinal da base volte a ser zero, a impedância do transistor varia de infinito para zero, fazendo a voltagem ao longo de BC cair a zero. Desta maneira, o ponto C varia de zero até o sinal de voltagem e retoma a zero, 400 vezes por segundo, fazendo com que C9 carregue 400 vezes por segundo. Em decorrência disto, o fluxo de elétrons é tal que a voltagem na junção de R6 e R7, isto é, na base de VTl, oscila em fase com a alimentação de 400 Hz. Os sinais CA aplicados à base de VTI são convencionalmente amplificados, o sinal de saída sendo aplicado, via C8 e RV3, aos pinos B e C do amplificador.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1.5 – SERVO DE VELOCIDADE DO VENTO</a:t>
            </a:r>
            <a:endParaRPr b="0" lang="pt-BR" sz="1600" spc="-1" strike="noStrike">
              <a:solidFill>
                <a:schemeClr val="dk1"/>
              </a:solidFill>
              <a:latin typeface="Arial"/>
            </a:endParaRPr>
          </a:p>
        </p:txBody>
      </p:sp>
      <p:sp>
        <p:nvSpPr>
          <p:cNvPr id="720"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21" name="CaixaDeTexto 18"/>
          <p:cNvSpPr/>
          <p:nvPr/>
        </p:nvSpPr>
        <p:spPr>
          <a:xfrm>
            <a:off x="255600" y="1692360"/>
            <a:ext cx="9643680" cy="26499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voltagem adicionada via RV3 está em oposição ao sinal que vem de VTI e seu efeito é de reduzir as ultrapassagens (overshoots) que tendem a ocorrer quando o servo está correndo em linha . RV3 é ajustado de maneira a evitar que o servo corre em linha com um "overshoot" apenas. Como RV3 amortece as ultrapassagens, ele é chamado "amortecedor" (DUMPING).</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sinal de entrada para o amplificador dá origem a um sinal de saída que faz o motor corre. Ao correr, o motor aciona o linvar de maneira que a voltagem desenvolvida em RV4 reduz a voltagem original em AB, fazendo o motor parar quando as voltagens entre R11 e RV4 forem iguais e opostas.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Subsequentemente, se a velocidade do vento cai, a voltagem desenvolvida em R11 cai abaixo daquela que está sendo desenvolvida em RV 4 de tal maneira que o ponto A fica negativo em relação a B. O fluxo eletrônico resultante para o capacitor C9 é tal que a base de VT oscila em fase oposta com a alimentação de 400 Hz, fazendo o motor girar na direção decrescente de velocidade de vento. À medida em que o motor corre, o sinal de saída do linear é reduzido, fazendo o motor parar quando a voltagem desenvolvida em RV 4 cai para o valor de voltagem que está sendo desenvolvida ao longo de R11.</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Conclui-se do acima exposta que a distância percorrida pelo motor para reajustar um aumento da velocidade do vento de zero para, digamos, 50 nós depende da ajustagem de RV4. RV4, portanto, calibre o mostrador de velocidade e é chamado "CALIBRAGEM“.</a:t>
            </a:r>
            <a:endParaRPr b="0" lang="pt-BR" sz="1200" spc="-1" strike="noStrike">
              <a:solidFill>
                <a:srgbClr val="000000"/>
              </a:solidFill>
              <a:latin typeface="Arial"/>
            </a:endParaRPr>
          </a:p>
        </p:txBody>
      </p:sp>
      <p:sp>
        <p:nvSpPr>
          <p:cNvPr id="722" name="Retângulo 6"/>
          <p:cNvSpPr/>
          <p:nvPr/>
        </p:nvSpPr>
        <p:spPr>
          <a:xfrm>
            <a:off x="326880" y="1620720"/>
            <a:ext cx="9500760" cy="6382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1.5 – SERVO DE VELOCIDADE DO VENTO</a:t>
            </a:r>
            <a:endParaRPr b="0" lang="pt-BR" sz="1600" spc="-1" strike="noStrike">
              <a:solidFill>
                <a:schemeClr val="dk1"/>
              </a:solidFill>
              <a:latin typeface="Arial"/>
            </a:endParaRPr>
          </a:p>
        </p:txBody>
      </p:sp>
      <p:sp>
        <p:nvSpPr>
          <p:cNvPr id="724"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25"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sp>
        <p:nvSpPr>
          <p:cNvPr id="726" name="CaixaDeTexto 5"/>
          <p:cNvSpPr/>
          <p:nvPr/>
        </p:nvSpPr>
        <p:spPr>
          <a:xfrm>
            <a:off x="183960" y="1977840"/>
            <a:ext cx="9715320" cy="28328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Foi explicado que, quando o sinal de saída de RV4 excede o de R11, o motor gira para diminuir a indicação da velocidade do vento. Assim, se houver uma ultrapassagem do servo quando correndo em linha no zero, o sinal de saída resultante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transiente de RV4 excede o sinal de saída zero de R11, fazendo o motor correr ainda mais no sentido de reduzir a velocidade. O servo rapidamente dispara, só parando quando o linvar girar até 90 o para produzir um sinal de saída nulo de RV4. Quando o servo pára o mostrador de velocidade indica cerca de 55 nós. Para evitar que o servo dispare, uma polarização de fixação ("STICH OFF BIAS") é adicionado no circuito via RV5 causando uma queda de voltagem determinado em R11. Para compreender a função de RV5, imagine inicialmente que o servo é construído sem RV5 e é então modificado incluído RV5.</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Sem RV5 e com o sinal de saída nulo do anemômetro, o servo corre em linha quando o sinal de saída do linear é zero e o mostrador mecânico está em zero. Com RV5 no circuito, o servo corre em linha quando há um sinal de saída do linvar para contrariar a voltagem de RV5, no ponto em que o mostrador indica, digamos, 2 nós. Se o servo ultrapassa quando correndo em linha, o mostrador se move para, digamos, 1 nó com o sinal de saída para o linvar correspondentemente reduzido. A queda de voltagem em R11 agora excede aquela de RV4, fazendo o servo correr de 1 nó para 2 nós. Se o servo ultrapassar para, digamos, 2 nós, o sinal de saída de RV4 excede o de R11 e o servo retoma para 2 nós.</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title"/>
          </p:nvPr>
        </p:nvSpPr>
        <p:spPr>
          <a:xfrm>
            <a:off x="255600" y="1335240"/>
            <a:ext cx="9643680" cy="121896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1.5 – SERVO DE VELOCIDADE DO VENTO </a:t>
            </a:r>
            <a:br>
              <a:rPr sz="1600"/>
            </a:br>
            <a:br>
              <a:rPr sz="1600"/>
            </a:br>
            <a:br>
              <a:rPr sz="1600"/>
            </a:br>
            <a:br>
              <a:rPr sz="1600"/>
            </a:br>
            <a:endParaRPr b="0" lang="pt-BR" sz="1600" spc="-1" strike="noStrike">
              <a:solidFill>
                <a:schemeClr val="dk1"/>
              </a:solidFill>
              <a:latin typeface="Arial"/>
            </a:endParaRPr>
          </a:p>
        </p:txBody>
      </p:sp>
      <p:sp>
        <p:nvSpPr>
          <p:cNvPr id="728"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29" name="CaixaDeTexto 18"/>
          <p:cNvSpPr/>
          <p:nvPr/>
        </p:nvSpPr>
        <p:spPr>
          <a:xfrm>
            <a:off x="255600" y="1692360"/>
            <a:ext cx="96436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
        <p:nvSpPr>
          <p:cNvPr id="730" name="CaixaDeTexto 4"/>
          <p:cNvSpPr/>
          <p:nvPr/>
        </p:nvSpPr>
        <p:spPr>
          <a:xfrm>
            <a:off x="398520" y="1835280"/>
            <a:ext cx="9357840" cy="22842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Desta forma, um sinal de saída nulo do anemômetro faz com que o mostrador e os transmissores do sinal de saída indiquem, digamos 2 nós. Isto é corrigindo, movendo- se o mostrador e os transmissores de sinal de saída de 2 nós, de tal maneira que eles fiquem repousados no zero. Neste porto o sinal de saída do linvar é equivalente a 2 nós. O zero ou posição de repouso do linvar é obtido girando o motor até que o mostrador indique 2 nós abaixo de zero. Este ponto do mostrador é indicado por uma linha vermelha.</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Quando a unidade de retransmissão (RTU) é fornecida, vêm com ela dois conjuntos de engrenagens para o servo de velocidade do vento. Um dos conjuntos, de razão 1 para 1 aciona os três últimos transmissores de velocidade do vento como indicado na figura 1.3, formando um setor de 75 nós. O outro, de razão 2.4 para 1, é um sobressalente montado na face posterior da RTU e, por suas características, o navio necessitar de receptores de 180 nós, basta fazer a troca entre os dois conjuntos de engrenagem.</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Quando a unidade de retransmissão (RTU) é fornecida, vêm com ela dois conjuntos de engrenagens para o servo de velocidade do vento. Um dos conjuntos, de razão 1 para 1 aciona os três últimos transmissores de velocidade do vento como indicado na figura 1.3, formando um setor de 75 nós. O outro, de razão 2.4 para 1, é um sobressalente montado na face posterior da RTU e, por suas características, o navio necessitar de receptores de 180 nós, basta fazer a troca entre os dois conjuntos de engrenagem.</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title"/>
          </p:nvPr>
        </p:nvSpPr>
        <p:spPr>
          <a:xfrm>
            <a:off x="255600" y="1335240"/>
            <a:ext cx="9643680" cy="121896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1.5 – SERVO DE VELOCIDADE DO VENTO </a:t>
            </a:r>
            <a:br>
              <a:rPr sz="1600"/>
            </a:br>
            <a:br>
              <a:rPr sz="1600"/>
            </a:br>
            <a:br>
              <a:rPr sz="1600"/>
            </a:br>
            <a:br>
              <a:rPr sz="1600"/>
            </a:br>
            <a:endParaRPr b="0" lang="pt-BR" sz="1600" spc="-1" strike="noStrike">
              <a:solidFill>
                <a:schemeClr val="dk1"/>
              </a:solidFill>
              <a:latin typeface="Arial"/>
            </a:endParaRPr>
          </a:p>
        </p:txBody>
      </p:sp>
      <p:sp>
        <p:nvSpPr>
          <p:cNvPr id="732"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33" name="CaixaDeTexto 18"/>
          <p:cNvSpPr/>
          <p:nvPr/>
        </p:nvSpPr>
        <p:spPr>
          <a:xfrm>
            <a:off x="255600" y="1692360"/>
            <a:ext cx="96436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
        <p:nvSpPr>
          <p:cNvPr id="734" name="CaixaDeTexto 4"/>
          <p:cNvSpPr/>
          <p:nvPr/>
        </p:nvSpPr>
        <p:spPr>
          <a:xfrm>
            <a:off x="398520" y="1835280"/>
            <a:ext cx="9357840" cy="246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Quando a unidade de retransmissão (RTU) é fornecida, vêm com ela dois conjuntos de engrenagens para o servo de velocidade do vento. Um dos conjuntos, de razão 1 para 1 aciona os três últimos transmissores de velocidade do vento como indicado na figura 1.3, formando um setor de 75 nós. O outro, de razão 2.4 para 1, é um sobressalente montado na face posterior da RTU e, por suas características, o navio necessitar de receptores de 180 nós, basta fazer a troca entre os dois conjuntos de engrenagem.</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servo é testado acionando a chave S2, montada no painel inferior da RTU, do RUN para uma das três posições marcadas" TEST ". Em cada posição, uma determinada voltagem CA é aplicada, representando um sinal normal de entrada vindo do anemômetro. As três voltagens são iguais às voltagens geradas pelo anemômetro quando a velocidade do vento é de 15, 30 e 45 nós respectivamente. Assim o servo deverá funcionar normalmente para indicar as velocidades de 15, 30</a:t>
            </a:r>
            <a:r>
              <a:rPr b="0" i="1" lang="pt-PT" sz="1200" spc="-1" strike="noStrike">
                <a:solidFill>
                  <a:schemeClr val="dk1"/>
                </a:solidFill>
                <a:latin typeface="Arial"/>
              </a:rPr>
              <a:t> </a:t>
            </a:r>
            <a:r>
              <a:rPr b="0" lang="pt-PT" sz="1200" spc="-1" strike="noStrike">
                <a:solidFill>
                  <a:schemeClr val="dk1"/>
                </a:solidFill>
                <a:latin typeface="Arial"/>
              </a:rPr>
              <a:t>e 45 nós respectivamente.</a:t>
            </a:r>
            <a:endParaRPr b="0" lang="pt-BR" sz="1200" spc="-1" strike="noStrike">
              <a:solidFill>
                <a:srgbClr val="000000"/>
              </a:solidFill>
              <a:latin typeface="Arial"/>
            </a:endParaRPr>
          </a:p>
          <a:p>
            <a:pPr algn="just">
              <a:lnSpc>
                <a:spcPct val="100000"/>
              </a:lnSpc>
            </a:pPr>
            <a:br>
              <a:rPr sz="1200"/>
            </a:b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1.6 – SERVO DE DIREÇÃO DO VENTO (Funcionamento) (Fig.1.4)</a:t>
            </a:r>
            <a:endParaRPr b="0" lang="pt-BR" sz="1600" spc="-1" strike="noStrike">
              <a:solidFill>
                <a:schemeClr val="dk1"/>
              </a:solidFill>
              <a:latin typeface="Arial"/>
            </a:endParaRPr>
          </a:p>
        </p:txBody>
      </p:sp>
      <p:sp>
        <p:nvSpPr>
          <p:cNvPr id="736"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37"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
        <p:nvSpPr>
          <p:cNvPr id="738" name="CaixaDeTexto 4"/>
          <p:cNvSpPr/>
          <p:nvPr/>
        </p:nvSpPr>
        <p:spPr>
          <a:xfrm>
            <a:off x="255600" y="1906560"/>
            <a:ext cx="9572400" cy="1918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É um mero servo de posição controlada por um sincro, montado de maneira a posicionar o mostrador de direção vento em zero quando o cata-vento está alinhado no sentido proa-popa. O acionamento do mostrador é arranjado de tal maneira que marcações vermelha e verde indicam vento de bombordo e boreste respectivamente.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sinais de entrada são aplicados ao amplificador via RV1 e RV2 . RVl ajusta a sensibilidade, RV2, cuja voltagem de saída se opõe ao sinal de voltagem para fornecer uma alimentação (FEEDBACK) de velocidade, amortece a velocidade, do servo, reduzindo desta forma a ultrapassagem (OVERSHOOT), quando correndo em linha.</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servo é testado acionando-se a chave S1, montada no painel inferior da RTU, de "RUN' para uma das três posições marcadas "TEST". Na posição 2, são aplicados 10 volts CA entre os terminai S2 e S1/S3 do transformador de controle B1. Sendo esta condição para o zero elétrico, o servo, se funcionando corretamente, corre para 0°. Na posição 3, são aplicados 10 volts CA entre S3 e S1/S2 fazendo o servo correr para 120° verde. Na posição 4 a voltagem CA é aplicada entre S1 e S2 / S3</a:t>
            </a:r>
            <a:r>
              <a:rPr b="0" i="1" lang="pt-PT" sz="1200" spc="-1" strike="noStrike">
                <a:solidFill>
                  <a:schemeClr val="dk1"/>
                </a:solidFill>
                <a:latin typeface="Arial"/>
              </a:rPr>
              <a:t>, </a:t>
            </a:r>
            <a:r>
              <a:rPr b="0" lang="pt-PT" sz="1200" spc="-1" strike="noStrike">
                <a:solidFill>
                  <a:schemeClr val="dk1"/>
                </a:solidFill>
                <a:latin typeface="Arial"/>
              </a:rPr>
              <a:t>fazendo o servo correr para 120° vermelho.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1.6 – AMPLIFICADOR P.A. 112 </a:t>
            </a:r>
            <a:endParaRPr b="0" lang="pt-BR" sz="1600" spc="-1" strike="noStrike">
              <a:solidFill>
                <a:schemeClr val="dk1"/>
              </a:solidFill>
              <a:latin typeface="Arial"/>
            </a:endParaRPr>
          </a:p>
        </p:txBody>
      </p:sp>
      <p:sp>
        <p:nvSpPr>
          <p:cNvPr id="740"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41"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
        <p:nvSpPr>
          <p:cNvPr id="742" name="CaixaDeTexto 4"/>
          <p:cNvSpPr/>
          <p:nvPr/>
        </p:nvSpPr>
        <p:spPr>
          <a:xfrm>
            <a:off x="255600" y="1906560"/>
            <a:ext cx="9572400" cy="6382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Este amplificador está incluído em cada um dos dois servos na RTU. É completamente transistorizado o encapsulado em borracha macia. Os dois amplificadores no RTD são alimentados com CA proveniente de um transformador comum.</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Fig. 1.2 – Unidade de Retransmissão de Direção e Velocidade do Vento (RTU).</a:t>
            </a:r>
            <a:endParaRPr b="0" lang="pt-BR" sz="1600" spc="-1" strike="noStrike">
              <a:solidFill>
                <a:schemeClr val="dk1"/>
              </a:solidFill>
              <a:latin typeface="Arial"/>
            </a:endParaRPr>
          </a:p>
        </p:txBody>
      </p:sp>
      <p:sp>
        <p:nvSpPr>
          <p:cNvPr id="744"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45"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46" name="Picture 2" descr=""/>
          <p:cNvPicPr/>
          <p:nvPr/>
        </p:nvPicPr>
        <p:blipFill>
          <a:blip r:embed="rId1"/>
          <a:stretch/>
        </p:blipFill>
        <p:spPr>
          <a:xfrm>
            <a:off x="3398760" y="1763640"/>
            <a:ext cx="4220280" cy="288000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Fig. 1.2b – Servo de Direção e Velocidade do Vento (RTU).</a:t>
            </a:r>
            <a:endParaRPr b="0" lang="pt-BR" sz="1600" spc="-1" strike="noStrike">
              <a:solidFill>
                <a:schemeClr val="dk1"/>
              </a:solidFill>
              <a:latin typeface="Arial"/>
            </a:endParaRPr>
          </a:p>
        </p:txBody>
      </p:sp>
      <p:sp>
        <p:nvSpPr>
          <p:cNvPr id="748"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49"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50" name="Picture 2" descr=""/>
          <p:cNvPicPr/>
          <p:nvPr/>
        </p:nvPicPr>
        <p:blipFill>
          <a:blip r:embed="rId1"/>
          <a:stretch/>
        </p:blipFill>
        <p:spPr>
          <a:xfrm>
            <a:off x="3184560" y="1692360"/>
            <a:ext cx="3915360" cy="292860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Vista interna da Unidade de Retransmissão.</a:t>
            </a:r>
            <a:endParaRPr b="0" lang="pt-BR" sz="1600" spc="-1" strike="noStrike">
              <a:solidFill>
                <a:schemeClr val="dk1"/>
              </a:solidFill>
              <a:latin typeface="Arial"/>
            </a:endParaRPr>
          </a:p>
        </p:txBody>
      </p:sp>
      <p:sp>
        <p:nvSpPr>
          <p:cNvPr id="752"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53"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54" name="Picture 2" descr=""/>
          <p:cNvPicPr/>
          <p:nvPr/>
        </p:nvPicPr>
        <p:blipFill>
          <a:blip r:embed="rId1"/>
          <a:stretch/>
        </p:blipFill>
        <p:spPr>
          <a:xfrm>
            <a:off x="6041880" y="1977840"/>
            <a:ext cx="2857320" cy="2118240"/>
          </a:xfrm>
          <a:prstGeom prst="rect">
            <a:avLst/>
          </a:prstGeom>
          <a:ln w="9525">
            <a:noFill/>
          </a:ln>
          <a:effectLst>
            <a:outerShdw algn="l" blurRad="50760" dist="38160" rotWithShape="0">
              <a:srgbClr val="000000">
                <a:alpha val="40000"/>
              </a:srgbClr>
            </a:outerShdw>
          </a:effectLst>
        </p:spPr>
      </p:pic>
      <p:pic>
        <p:nvPicPr>
          <p:cNvPr id="755" name="Picture 3" descr=""/>
          <p:cNvPicPr/>
          <p:nvPr/>
        </p:nvPicPr>
        <p:blipFill>
          <a:blip r:embed="rId2"/>
          <a:stretch/>
        </p:blipFill>
        <p:spPr>
          <a:xfrm>
            <a:off x="1398600" y="2049480"/>
            <a:ext cx="2809080" cy="210672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
        <p:nvSpPr>
          <p:cNvPr id="756" name="CaixaDeTexto 7"/>
          <p:cNvSpPr/>
          <p:nvPr/>
        </p:nvSpPr>
        <p:spPr>
          <a:xfrm>
            <a:off x="5970600" y="4121280"/>
            <a:ext cx="30715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BR" sz="1200" spc="-1" strike="noStrike">
                <a:solidFill>
                  <a:schemeClr val="dk1"/>
                </a:solidFill>
                <a:latin typeface="Arial"/>
              </a:rPr>
              <a:t>Ao centro temos o reservatório de óleo</a:t>
            </a:r>
            <a:endParaRPr b="0" lang="pt-BR" sz="1200" spc="-1" strike="noStrike">
              <a:solidFill>
                <a:srgbClr val="000000"/>
              </a:solidFill>
              <a:latin typeface="Arial"/>
            </a:endParaRPr>
          </a:p>
        </p:txBody>
      </p:sp>
      <p:cxnSp>
        <p:nvCxnSpPr>
          <p:cNvPr id="757" name="Conector de seta reta 9"/>
          <p:cNvCxnSpPr/>
          <p:nvPr/>
        </p:nvCxnSpPr>
        <p:spPr>
          <a:xfrm flipV="1">
            <a:off x="6113160" y="2835000"/>
            <a:ext cx="1429200" cy="1500480"/>
          </a:xfrm>
          <a:prstGeom prst="straightConnector1">
            <a:avLst/>
          </a:prstGeom>
          <a:ln>
            <a:solidFill>
              <a:srgbClr val="ff0000"/>
            </a:solidFill>
            <a:round/>
            <a:tailEnd len="med" type="arrow" w="med"/>
          </a:ln>
        </p:spPr>
      </p:cxn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Fig. 1.3 – Servo de Velocidade do Vento.</a:t>
            </a:r>
            <a:endParaRPr b="0" lang="pt-BR" sz="1600" spc="-1" strike="noStrike">
              <a:solidFill>
                <a:schemeClr val="dk1"/>
              </a:solidFill>
              <a:latin typeface="Arial"/>
            </a:endParaRPr>
          </a:p>
        </p:txBody>
      </p:sp>
      <p:sp>
        <p:nvSpPr>
          <p:cNvPr id="759"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60"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61" name="Picture 2" descr=""/>
          <p:cNvPicPr/>
          <p:nvPr/>
        </p:nvPicPr>
        <p:blipFill>
          <a:blip r:embed="rId1"/>
          <a:stretch/>
        </p:blipFill>
        <p:spPr>
          <a:xfrm>
            <a:off x="2184480" y="1763640"/>
            <a:ext cx="5857560" cy="271476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Fig. 1.3a – Diagrama em bloco do Servo de velocidade do Vento.</a:t>
            </a:r>
            <a:endParaRPr b="0" lang="pt-BR" sz="1600" spc="-1" strike="noStrike">
              <a:solidFill>
                <a:schemeClr val="dk1"/>
              </a:solidFill>
              <a:latin typeface="Arial"/>
            </a:endParaRPr>
          </a:p>
        </p:txBody>
      </p:sp>
      <p:sp>
        <p:nvSpPr>
          <p:cNvPr id="763"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64"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65" name="Picture 2" descr=""/>
          <p:cNvPicPr/>
          <p:nvPr/>
        </p:nvPicPr>
        <p:blipFill>
          <a:blip r:embed="rId1"/>
          <a:stretch/>
        </p:blipFill>
        <p:spPr>
          <a:xfrm>
            <a:off x="2112840" y="1692360"/>
            <a:ext cx="5928840" cy="3033000"/>
          </a:xfrm>
          <a:prstGeom prst="rect">
            <a:avLst/>
          </a:prstGeom>
          <a:ln w="9525">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 name="PlaceHolder 1"/>
          <p:cNvSpPr>
            <a:spLocks noGrp="1"/>
          </p:cNvSpPr>
          <p:nvPr>
            <p:ph type="title"/>
          </p:nvPr>
        </p:nvSpPr>
        <p:spPr>
          <a:xfrm>
            <a:off x="255600" y="1335240"/>
            <a:ext cx="9643680" cy="97524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Fig. 1.4 – Servo de Direção do Vento.</a:t>
            </a:r>
            <a:br>
              <a:rPr sz="1600"/>
            </a:br>
            <a:br>
              <a:rPr sz="1600"/>
            </a:br>
            <a:br>
              <a:rPr sz="1600"/>
            </a:br>
            <a:endParaRPr b="0" lang="pt-BR" sz="1600" spc="-1" strike="noStrike">
              <a:solidFill>
                <a:schemeClr val="dk1"/>
              </a:solidFill>
              <a:latin typeface="Arial"/>
            </a:endParaRPr>
          </a:p>
        </p:txBody>
      </p:sp>
      <p:sp>
        <p:nvSpPr>
          <p:cNvPr id="767"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68"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69" name="Picture 2" descr=""/>
          <p:cNvPicPr/>
          <p:nvPr/>
        </p:nvPicPr>
        <p:blipFill>
          <a:blip r:embed="rId1"/>
          <a:stretch/>
        </p:blipFill>
        <p:spPr>
          <a:xfrm>
            <a:off x="2112840" y="1692360"/>
            <a:ext cx="6000480" cy="309672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Fig. 1.4a Diagrama em bloco do Servo de direção do vento.</a:t>
            </a:r>
            <a:br>
              <a:rPr sz="1600"/>
            </a:br>
            <a:endParaRPr b="0" lang="pt-BR" sz="1600" spc="-1" strike="noStrike">
              <a:solidFill>
                <a:schemeClr val="dk1"/>
              </a:solidFill>
              <a:latin typeface="Arial"/>
            </a:endParaRPr>
          </a:p>
        </p:txBody>
      </p:sp>
      <p:sp>
        <p:nvSpPr>
          <p:cNvPr id="771"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72"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73" name="Picture 2" descr=""/>
          <p:cNvPicPr/>
          <p:nvPr/>
        </p:nvPicPr>
        <p:blipFill>
          <a:blip r:embed="rId1"/>
          <a:stretch/>
        </p:blipFill>
        <p:spPr>
          <a:xfrm>
            <a:off x="2219400" y="1692360"/>
            <a:ext cx="5751000" cy="292860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title"/>
          </p:nvPr>
        </p:nvSpPr>
        <p:spPr>
          <a:xfrm>
            <a:off x="255600" y="1335240"/>
            <a:ext cx="9643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PT" sz="1600" spc="-1" strike="noStrike">
                <a:solidFill>
                  <a:schemeClr val="dk1"/>
                </a:solidFill>
                <a:latin typeface="Arial"/>
              </a:rPr>
              <a:t>Fig. 1.5 – Diagrama em bloco da RTU.</a:t>
            </a:r>
            <a:endParaRPr b="0" lang="pt-BR" sz="1600" spc="-1" strike="noStrike">
              <a:solidFill>
                <a:schemeClr val="dk1"/>
              </a:solidFill>
              <a:latin typeface="Arial"/>
            </a:endParaRPr>
          </a:p>
        </p:txBody>
      </p:sp>
      <p:sp>
        <p:nvSpPr>
          <p:cNvPr id="775"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1.0 – SISTEMA EVERSHED</a:t>
            </a:r>
            <a:endParaRPr b="0" lang="pt-BR" sz="2800" spc="-1" strike="noStrike">
              <a:solidFill>
                <a:srgbClr val="000000"/>
              </a:solidFill>
              <a:latin typeface="Arial"/>
            </a:endParaRPr>
          </a:p>
        </p:txBody>
      </p:sp>
      <p:sp>
        <p:nvSpPr>
          <p:cNvPr id="776" name="CaixaDeTexto 18"/>
          <p:cNvSpPr/>
          <p:nvPr/>
        </p:nvSpPr>
        <p:spPr>
          <a:xfrm>
            <a:off x="255600" y="1692360"/>
            <a:ext cx="964368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p:txBody>
      </p:sp>
      <p:pic>
        <p:nvPicPr>
          <p:cNvPr id="777" name="Picture 2" descr=""/>
          <p:cNvPicPr/>
          <p:nvPr/>
        </p:nvPicPr>
        <p:blipFill>
          <a:blip r:embed="rId1"/>
          <a:stretch/>
        </p:blipFill>
        <p:spPr>
          <a:xfrm rot="5400000">
            <a:off x="3633120" y="1069200"/>
            <a:ext cx="2928600" cy="417456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type="title"/>
          </p:nvPr>
        </p:nvSpPr>
        <p:spPr>
          <a:xfrm>
            <a:off x="541440" y="477720"/>
            <a:ext cx="8570880" cy="64260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01</a:t>
            </a:r>
            <a:br>
              <a:rPr sz="4400"/>
            </a:br>
            <a:endParaRPr b="0" lang="pt-BR" sz="2800" spc="-1" strike="noStrike">
              <a:solidFill>
                <a:schemeClr val="dk1"/>
              </a:solidFill>
              <a:latin typeface="Arial"/>
            </a:endParaRPr>
          </a:p>
        </p:txBody>
      </p:sp>
      <p:sp>
        <p:nvSpPr>
          <p:cNvPr id="779" name="PlaceHolder 2"/>
          <p:cNvSpPr>
            <a:spLocks noGrp="1"/>
          </p:cNvSpPr>
          <p:nvPr>
            <p:ph type="subTitle"/>
          </p:nvPr>
        </p:nvSpPr>
        <p:spPr>
          <a:xfrm>
            <a:off x="1398600" y="1263600"/>
            <a:ext cx="7058160" cy="24588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O termo velocidade de recolhimento é a velocidade do vento:</a:t>
            </a:r>
            <a:endParaRPr b="0" lang="pt-BR" sz="1600" spc="-1" strike="noStrike">
              <a:solidFill>
                <a:srgbClr val="000000"/>
              </a:solidFill>
              <a:latin typeface="Arial"/>
            </a:endParaRPr>
          </a:p>
        </p:txBody>
      </p:sp>
      <p:sp>
        <p:nvSpPr>
          <p:cNvPr id="780"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781"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 ré do navio.</a:t>
            </a:r>
            <a:endParaRPr b="0" lang="pt-BR" sz="1800" spc="-1" strike="noStrike">
              <a:solidFill>
                <a:srgbClr val="000000"/>
              </a:solidFill>
              <a:latin typeface="Arial"/>
            </a:endParaRPr>
          </a:p>
        </p:txBody>
      </p:sp>
      <p:sp>
        <p:nvSpPr>
          <p:cNvPr id="782"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783"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784"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785"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Avante do navio. </a:t>
            </a:r>
            <a:endParaRPr b="0" lang="pt-BR" sz="1800" spc="-1" strike="noStrike">
              <a:solidFill>
                <a:srgbClr val="000000"/>
              </a:solidFill>
              <a:latin typeface="Arial"/>
            </a:endParaRPr>
          </a:p>
        </p:txBody>
      </p:sp>
      <p:sp>
        <p:nvSpPr>
          <p:cNvPr id="786"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787"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788"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789"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 bombordo </a:t>
            </a:r>
            <a:endParaRPr b="0" lang="pt-BR" sz="1800" spc="-1" strike="noStrike">
              <a:solidFill>
                <a:srgbClr val="000000"/>
              </a:solidFill>
              <a:latin typeface="Arial"/>
            </a:endParaRPr>
          </a:p>
        </p:txBody>
      </p:sp>
      <p:sp>
        <p:nvSpPr>
          <p:cNvPr id="790"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791"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792"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793"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 boreste</a:t>
            </a:r>
            <a:endParaRPr b="0" lang="pt-BR" sz="1800" spc="-1" strike="noStrike">
              <a:solidFill>
                <a:srgbClr val="000000"/>
              </a:solidFill>
              <a:latin typeface="Arial"/>
            </a:endParaRPr>
          </a:p>
        </p:txBody>
      </p:sp>
      <p:sp>
        <p:nvSpPr>
          <p:cNvPr id="794"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795"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withEffect" fill="hold" presetClass="entr" presetID="10">
                                  <p:stCondLst>
                                    <p:cond delay="0"/>
                                  </p:stCondLst>
                                  <p:childTnLst>
                                    <p:set>
                                      <p:cBhvr>
                                        <p:cTn id="6" dur="1" fill="hold">
                                          <p:stCondLst>
                                            <p:cond delay="0"/>
                                          </p:stCondLst>
                                        </p:cTn>
                                        <p:tgtEl>
                                          <p:spTgt spid="781"/>
                                        </p:tgtEl>
                                        <p:attrNameLst>
                                          <p:attrName>style.visibility</p:attrName>
                                        </p:attrNameLst>
                                      </p:cBhvr>
                                      <p:to>
                                        <p:strVal val="visible"/>
                                      </p:to>
                                    </p:set>
                                    <p:animEffect filter="fade" transition="in">
                                      <p:cBhvr additive="repl">
                                        <p:cTn id="7" dur="500"/>
                                        <p:tgtEl>
                                          <p:spTgt spid="781"/>
                                        </p:tgtEl>
                                      </p:cBhvr>
                                    </p:animEffect>
                                  </p:childTnLst>
                                </p:cTn>
                              </p:par>
                              <p:par>
                                <p:cTn id="8" nodeType="withEffect" fill="hold" presetClass="entr" presetID="10">
                                  <p:stCondLst>
                                    <p:cond delay="0"/>
                                  </p:stCondLst>
                                  <p:childTnLst>
                                    <p:set>
                                      <p:cBhvr>
                                        <p:cTn id="9" dur="1" fill="hold">
                                          <p:stCondLst>
                                            <p:cond delay="0"/>
                                          </p:stCondLst>
                                        </p:cTn>
                                        <p:tgtEl>
                                          <p:spTgt spid="780"/>
                                        </p:tgtEl>
                                        <p:attrNameLst>
                                          <p:attrName>style.visibility</p:attrName>
                                        </p:attrNameLst>
                                      </p:cBhvr>
                                      <p:to>
                                        <p:strVal val="visible"/>
                                      </p:to>
                                    </p:set>
                                    <p:animEffect filter="fade" transition="in">
                                      <p:cBhvr additive="repl">
                                        <p:cTn id="10" dur="500"/>
                                        <p:tgtEl>
                                          <p:spTgt spid="780"/>
                                        </p:tgtEl>
                                      </p:cBhvr>
                                    </p:animEffect>
                                  </p:childTnLst>
                                </p:cTn>
                              </p:par>
                              <p:par>
                                <p:cTn id="11" nodeType="withEffect" fill="hold" presetClass="entr" presetID="10">
                                  <p:stCondLst>
                                    <p:cond delay="0"/>
                                  </p:stCondLst>
                                  <p:childTnLst>
                                    <p:set>
                                      <p:cBhvr>
                                        <p:cTn id="12" dur="1" fill="hold">
                                          <p:stCondLst>
                                            <p:cond delay="0"/>
                                          </p:stCondLst>
                                        </p:cTn>
                                        <p:tgtEl>
                                          <p:spTgt spid="784"/>
                                        </p:tgtEl>
                                        <p:attrNameLst>
                                          <p:attrName>style.visibility</p:attrName>
                                        </p:attrNameLst>
                                      </p:cBhvr>
                                      <p:to>
                                        <p:strVal val="visible"/>
                                      </p:to>
                                    </p:set>
                                    <p:animEffect filter="fade" transition="in">
                                      <p:cBhvr additive="repl">
                                        <p:cTn id="13" dur="500"/>
                                        <p:tgtEl>
                                          <p:spTgt spid="784"/>
                                        </p:tgtEl>
                                      </p:cBhvr>
                                    </p:animEffect>
                                  </p:childTnLst>
                                </p:cTn>
                              </p:par>
                              <p:par>
                                <p:cTn id="14" nodeType="withEffect" fill="hold" presetClass="entr" presetID="10">
                                  <p:stCondLst>
                                    <p:cond delay="0"/>
                                  </p:stCondLst>
                                  <p:childTnLst>
                                    <p:set>
                                      <p:cBhvr>
                                        <p:cTn id="15" dur="1" fill="hold">
                                          <p:stCondLst>
                                            <p:cond delay="0"/>
                                          </p:stCondLst>
                                        </p:cTn>
                                        <p:tgtEl>
                                          <p:spTgt spid="785"/>
                                        </p:tgtEl>
                                        <p:attrNameLst>
                                          <p:attrName>style.visibility</p:attrName>
                                        </p:attrNameLst>
                                      </p:cBhvr>
                                      <p:to>
                                        <p:strVal val="visible"/>
                                      </p:to>
                                    </p:set>
                                    <p:animEffect filter="fade" transition="in">
                                      <p:cBhvr additive="repl">
                                        <p:cTn id="16" dur="500"/>
                                        <p:tgtEl>
                                          <p:spTgt spid="785"/>
                                        </p:tgtEl>
                                      </p:cBhvr>
                                    </p:animEffect>
                                  </p:childTnLst>
                                </p:cTn>
                              </p:par>
                              <p:par>
                                <p:cTn id="17" nodeType="withEffect" fill="hold" presetClass="entr" presetID="10">
                                  <p:stCondLst>
                                    <p:cond delay="0"/>
                                  </p:stCondLst>
                                  <p:childTnLst>
                                    <p:set>
                                      <p:cBhvr>
                                        <p:cTn id="18" dur="1" fill="hold">
                                          <p:stCondLst>
                                            <p:cond delay="0"/>
                                          </p:stCondLst>
                                        </p:cTn>
                                        <p:tgtEl>
                                          <p:spTgt spid="788"/>
                                        </p:tgtEl>
                                        <p:attrNameLst>
                                          <p:attrName>style.visibility</p:attrName>
                                        </p:attrNameLst>
                                      </p:cBhvr>
                                      <p:to>
                                        <p:strVal val="visible"/>
                                      </p:to>
                                    </p:set>
                                    <p:animEffect filter="fade" transition="in">
                                      <p:cBhvr additive="repl">
                                        <p:cTn id="19" dur="500"/>
                                        <p:tgtEl>
                                          <p:spTgt spid="788"/>
                                        </p:tgtEl>
                                      </p:cBhvr>
                                    </p:animEffect>
                                  </p:childTnLst>
                                </p:cTn>
                              </p:par>
                              <p:par>
                                <p:cTn id="20" nodeType="withEffect" fill="hold" presetClass="entr" presetID="10">
                                  <p:stCondLst>
                                    <p:cond delay="0"/>
                                  </p:stCondLst>
                                  <p:childTnLst>
                                    <p:set>
                                      <p:cBhvr>
                                        <p:cTn id="21" dur="1" fill="hold">
                                          <p:stCondLst>
                                            <p:cond delay="0"/>
                                          </p:stCondLst>
                                        </p:cTn>
                                        <p:tgtEl>
                                          <p:spTgt spid="789"/>
                                        </p:tgtEl>
                                        <p:attrNameLst>
                                          <p:attrName>style.visibility</p:attrName>
                                        </p:attrNameLst>
                                      </p:cBhvr>
                                      <p:to>
                                        <p:strVal val="visible"/>
                                      </p:to>
                                    </p:set>
                                    <p:animEffect filter="fade" transition="in">
                                      <p:cBhvr additive="repl">
                                        <p:cTn id="22" dur="500"/>
                                        <p:tgtEl>
                                          <p:spTgt spid="789"/>
                                        </p:tgtEl>
                                      </p:cBhvr>
                                    </p:animEffect>
                                  </p:childTnLst>
                                </p:cTn>
                              </p:par>
                              <p:par>
                                <p:cTn id="23" nodeType="withEffect" fill="hold" presetClass="entr" presetID="10">
                                  <p:stCondLst>
                                    <p:cond delay="0"/>
                                  </p:stCondLst>
                                  <p:childTnLst>
                                    <p:set>
                                      <p:cBhvr>
                                        <p:cTn id="24" dur="1" fill="hold">
                                          <p:stCondLst>
                                            <p:cond delay="0"/>
                                          </p:stCondLst>
                                        </p:cTn>
                                        <p:tgtEl>
                                          <p:spTgt spid="792"/>
                                        </p:tgtEl>
                                        <p:attrNameLst>
                                          <p:attrName>style.visibility</p:attrName>
                                        </p:attrNameLst>
                                      </p:cBhvr>
                                      <p:to>
                                        <p:strVal val="visible"/>
                                      </p:to>
                                    </p:set>
                                    <p:animEffect filter="fade" transition="in">
                                      <p:cBhvr additive="repl">
                                        <p:cTn id="25" dur="500"/>
                                        <p:tgtEl>
                                          <p:spTgt spid="792"/>
                                        </p:tgtEl>
                                      </p:cBhvr>
                                    </p:animEffect>
                                  </p:childTnLst>
                                </p:cTn>
                              </p:par>
                              <p:par>
                                <p:cTn id="26" nodeType="withEffect" fill="hold" presetClass="entr" presetID="10">
                                  <p:stCondLst>
                                    <p:cond delay="0"/>
                                  </p:stCondLst>
                                  <p:childTnLst>
                                    <p:set>
                                      <p:cBhvr>
                                        <p:cTn id="27" dur="1" fill="hold">
                                          <p:stCondLst>
                                            <p:cond delay="0"/>
                                          </p:stCondLst>
                                        </p:cTn>
                                        <p:tgtEl>
                                          <p:spTgt spid="793"/>
                                        </p:tgtEl>
                                        <p:attrNameLst>
                                          <p:attrName>style.visibility</p:attrName>
                                        </p:attrNameLst>
                                      </p:cBhvr>
                                      <p:to>
                                        <p:strVal val="visible"/>
                                      </p:to>
                                    </p:set>
                                    <p:animEffect filter="fade" transition="in">
                                      <p:cBhvr additive="repl">
                                        <p:cTn id="28" dur="500"/>
                                        <p:tgtEl>
                                          <p:spTgt spid="793"/>
                                        </p:tgtEl>
                                      </p:cBhvr>
                                    </p:animEffect>
                                  </p:childTnLst>
                                </p:cTn>
                              </p:par>
                              <p:par>
                                <p:cTn id="29" nodeType="withEffect" fill="hold" presetClass="exit" presetID="1">
                                  <p:stCondLst>
                                    <p:cond delay="0"/>
                                  </p:stCondLst>
                                  <p:childTnLst>
                                    <p:set>
                                      <p:cBhvr>
                                        <p:cTn id="30" dur="1" fill="hold">
                                          <p:stCondLst>
                                            <p:cond delay="0"/>
                                          </p:stCondLst>
                                        </p:cTn>
                                        <p:tgtEl>
                                          <p:spTgt spid="783"/>
                                        </p:tgtEl>
                                        <p:attrNameLst>
                                          <p:attrName>style.visibility</p:attrName>
                                        </p:attrNameLst>
                                      </p:cBhvr>
                                      <p:to>
                                        <p:strVal val="hidden"/>
                                      </p:to>
                                    </p:set>
                                  </p:childTnLst>
                                </p:cTn>
                              </p:par>
                              <p:par>
                                <p:cTn id="31" nodeType="withEffect" fill="hold" presetClass="exit" presetID="1">
                                  <p:stCondLst>
                                    <p:cond delay="0"/>
                                  </p:stCondLst>
                                  <p:childTnLst>
                                    <p:set>
                                      <p:cBhvr>
                                        <p:cTn id="32" dur="1" fill="hold">
                                          <p:stCondLst>
                                            <p:cond delay="0"/>
                                          </p:stCondLst>
                                        </p:cTn>
                                        <p:tgtEl>
                                          <p:spTgt spid="782"/>
                                        </p:tgtEl>
                                        <p:attrNameLst>
                                          <p:attrName>style.visibility</p:attrName>
                                        </p:attrNameLst>
                                      </p:cBhvr>
                                      <p:to>
                                        <p:strVal val="hidden"/>
                                      </p:to>
                                    </p:set>
                                  </p:childTnLst>
                                </p:cTn>
                              </p:par>
                              <p:par>
                                <p:cTn id="33" nodeType="withEffect" fill="hold" presetClass="exit" presetID="1">
                                  <p:stCondLst>
                                    <p:cond delay="0"/>
                                  </p:stCondLst>
                                  <p:childTnLst>
                                    <p:set>
                                      <p:cBhvr>
                                        <p:cTn id="34" dur="1" fill="hold">
                                          <p:stCondLst>
                                            <p:cond delay="0"/>
                                          </p:stCondLst>
                                        </p:cTn>
                                        <p:tgtEl>
                                          <p:spTgt spid="787"/>
                                        </p:tgtEl>
                                        <p:attrNameLst>
                                          <p:attrName>style.visibility</p:attrName>
                                        </p:attrNameLst>
                                      </p:cBhvr>
                                      <p:to>
                                        <p:strVal val="hidden"/>
                                      </p:to>
                                    </p:set>
                                  </p:childTnLst>
                                </p:cTn>
                              </p:par>
                              <p:par>
                                <p:cTn id="35" nodeType="withEffect" fill="hold" presetClass="exit" presetID="1">
                                  <p:stCondLst>
                                    <p:cond delay="0"/>
                                  </p:stCondLst>
                                  <p:childTnLst>
                                    <p:set>
                                      <p:cBhvr>
                                        <p:cTn id="36" dur="1" fill="hold">
                                          <p:stCondLst>
                                            <p:cond delay="0"/>
                                          </p:stCondLst>
                                        </p:cTn>
                                        <p:tgtEl>
                                          <p:spTgt spid="786"/>
                                        </p:tgtEl>
                                        <p:attrNameLst>
                                          <p:attrName>style.visibility</p:attrName>
                                        </p:attrNameLst>
                                      </p:cBhvr>
                                      <p:to>
                                        <p:strVal val="hidden"/>
                                      </p:to>
                                    </p:set>
                                  </p:childTnLst>
                                </p:cTn>
                              </p:par>
                              <p:par>
                                <p:cTn id="37" nodeType="withEffect" fill="hold" presetClass="exit" presetID="1">
                                  <p:stCondLst>
                                    <p:cond delay="0"/>
                                  </p:stCondLst>
                                  <p:childTnLst>
                                    <p:set>
                                      <p:cBhvr>
                                        <p:cTn id="38" dur="1" fill="hold">
                                          <p:stCondLst>
                                            <p:cond delay="0"/>
                                          </p:stCondLst>
                                        </p:cTn>
                                        <p:tgtEl>
                                          <p:spTgt spid="791"/>
                                        </p:tgtEl>
                                        <p:attrNameLst>
                                          <p:attrName>style.visibility</p:attrName>
                                        </p:attrNameLst>
                                      </p:cBhvr>
                                      <p:to>
                                        <p:strVal val="hidden"/>
                                      </p:to>
                                    </p:set>
                                  </p:childTnLst>
                                </p:cTn>
                              </p:par>
                              <p:par>
                                <p:cTn id="39" nodeType="withEffect" fill="hold" presetClass="exit" presetID="1">
                                  <p:stCondLst>
                                    <p:cond delay="0"/>
                                  </p:stCondLst>
                                  <p:childTnLst>
                                    <p:set>
                                      <p:cBhvr>
                                        <p:cTn id="40" dur="1" fill="hold">
                                          <p:stCondLst>
                                            <p:cond delay="0"/>
                                          </p:stCondLst>
                                        </p:cTn>
                                        <p:tgtEl>
                                          <p:spTgt spid="790"/>
                                        </p:tgtEl>
                                        <p:attrNameLst>
                                          <p:attrName>style.visibility</p:attrName>
                                        </p:attrNameLst>
                                      </p:cBhvr>
                                      <p:to>
                                        <p:strVal val="hidden"/>
                                      </p:to>
                                    </p:set>
                                  </p:childTnLst>
                                </p:cTn>
                              </p:par>
                              <p:par>
                                <p:cTn id="41" nodeType="withEffect" fill="hold" presetClass="exit" presetID="1">
                                  <p:stCondLst>
                                    <p:cond delay="0"/>
                                  </p:stCondLst>
                                  <p:childTnLst>
                                    <p:set>
                                      <p:cBhvr>
                                        <p:cTn id="42" dur="1" fill="hold">
                                          <p:stCondLst>
                                            <p:cond delay="0"/>
                                          </p:stCondLst>
                                        </p:cTn>
                                        <p:tgtEl>
                                          <p:spTgt spid="795"/>
                                        </p:tgtEl>
                                        <p:attrNameLst>
                                          <p:attrName>style.visibility</p:attrName>
                                        </p:attrNameLst>
                                      </p:cBhvr>
                                      <p:to>
                                        <p:strVal val="hidden"/>
                                      </p:to>
                                    </p:set>
                                  </p:childTnLst>
                                </p:cTn>
                              </p:par>
                              <p:par>
                                <p:cTn id="43" nodeType="withEffect" fill="hold" presetClass="exit" presetID="1">
                                  <p:stCondLst>
                                    <p:cond delay="0"/>
                                  </p:stCondLst>
                                  <p:childTnLst>
                                    <p:set>
                                      <p:cBhvr>
                                        <p:cTn id="44" dur="1" fill="hold">
                                          <p:stCondLst>
                                            <p:cond delay="0"/>
                                          </p:stCondLst>
                                        </p:cTn>
                                        <p:tgtEl>
                                          <p:spTgt spid="79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5" restart="whenNotActive" nodeType="interactiveSeq" fill="hold">
                <p:stCondLst>
                  <p:cond delay="0" evt="onClick">
                    <p:tgtEl>
                      <p:spTgt spid="780"/>
                    </p:tgtEl>
                  </p:cond>
                </p:stCondLst>
                <p:childTnLst>
                  <p:par>
                    <p:cTn id="46" fill="hold">
                      <p:stCondLst>
                        <p:cond delay="0" evt="onClick">
                          <p:tgtEl>
                            <p:spTgt spid="780"/>
                          </p:tgtEl>
                        </p:cond>
                      </p:stCondLst>
                      <p:childTnLst>
                        <p:par>
                          <p:cTn id="47" fill="hold">
                            <p:stCondLst>
                              <p:cond delay="0"/>
                            </p:stCondLst>
                            <p:childTnLst>
                              <p:par>
                                <p:cTn id="48" nodeType="clickEffect" fill="hold" presetClass="entr" presetID="16" presetSubtype="21">
                                  <p:stCondLst>
                                    <p:cond delay="0"/>
                                  </p:stCondLst>
                                  <p:childTnLst>
                                    <p:set>
                                      <p:cBhvr>
                                        <p:cTn id="49" dur="1" fill="hold">
                                          <p:stCondLst>
                                            <p:cond delay="0"/>
                                          </p:stCondLst>
                                        </p:cTn>
                                        <p:tgtEl>
                                          <p:spTgt spid="783"/>
                                        </p:tgtEl>
                                        <p:attrNameLst>
                                          <p:attrName>style.visibility</p:attrName>
                                        </p:attrNameLst>
                                      </p:cBhvr>
                                      <p:to>
                                        <p:strVal val="visible"/>
                                      </p:to>
                                    </p:set>
                                    <p:animEffect filter="barn(inVertical)" transition="in">
                                      <p:cBhvr additive="repl">
                                        <p:cTn id="50" dur="500"/>
                                        <p:tgtEl>
                                          <p:spTgt spid="783"/>
                                        </p:tgtEl>
                                      </p:cBhvr>
                                    </p:animEffect>
                                  </p:childTnLst>
                                </p:cTn>
                              </p:par>
                              <p:par>
                                <p:cTn id="51" nodeType="withEffect" fill="hold" presetClass="entr" presetID="16" presetSubtype="21">
                                  <p:stCondLst>
                                    <p:cond delay="0"/>
                                  </p:stCondLst>
                                  <p:childTnLst>
                                    <p:set>
                                      <p:cBhvr>
                                        <p:cTn id="52" dur="1" fill="hold">
                                          <p:stCondLst>
                                            <p:cond delay="0"/>
                                          </p:stCondLst>
                                        </p:cTn>
                                        <p:tgtEl>
                                          <p:spTgt spid="782"/>
                                        </p:tgtEl>
                                        <p:attrNameLst>
                                          <p:attrName>style.visibility</p:attrName>
                                        </p:attrNameLst>
                                      </p:cBhvr>
                                      <p:to>
                                        <p:strVal val="visible"/>
                                      </p:to>
                                    </p:set>
                                    <p:animEffect filter="barn(inVertical)" transition="in">
                                      <p:cBhvr additive="repl">
                                        <p:cTn id="53" dur="500"/>
                                        <p:tgtEl>
                                          <p:spTgt spid="782"/>
                                        </p:tgtEl>
                                      </p:cBhvr>
                                    </p:animEffect>
                                  </p:childTnLst>
                                </p:cTn>
                              </p:par>
                              <p:par>
                                <p:cTn id="54" nodeType="withEffect" fill="hold" presetClass="emph" presetID="1" presetSubtype="2">
                                  <p:stCondLst>
                                    <p:cond delay="0"/>
                                  </p:stCondLst>
                                  <p:childTnLst>
                                    <p:animClr clrSpc="rgb">
                                      <p:cBhvr>
                                        <p:cTn id="55" dur="500" fill="hold"/>
                                        <p:tgtEl>
                                          <p:spTgt spid="781"/>
                                        </p:tgtEl>
                                        <p:attrNameLst>
                                          <p:attrName>fillcolor</p:attrName>
                                        </p:attrNameLst>
                                      </p:cBhvr>
                                      <p:to>
                                        <a:srgbClr val="8a80e4"/>
                                      </p:to>
                                    </p:animClr>
                                    <p:set>
                                      <p:cBhvr>
                                        <p:cTn id="56" dur="500" fill="hold"/>
                                        <p:tgtEl>
                                          <p:spTgt spid="781"/>
                                        </p:tgtEl>
                                        <p:attrNameLst>
                                          <p:attrName>fill.type</p:attrName>
                                        </p:attrNameLst>
                                      </p:cBhvr>
                                      <p:to>
                                        <p:strVal val="solid"/>
                                      </p:to>
                                    </p:set>
                                    <p:set>
                                      <p:cBhvr>
                                        <p:cTn id="57" dur="500" fill="hold"/>
                                        <p:tgtEl>
                                          <p:spTgt spid="781"/>
                                        </p:tgtEl>
                                        <p:attrNameLst>
                                          <p:attrName>fill.on</p:attrName>
                                        </p:attrNameLst>
                                      </p:cBhvr>
                                      <p:to>
                                        <p:strVal val="true"/>
                                      </p:to>
                                    </p:set>
                                  </p:childTnLst>
                                </p:cTn>
                              </p:par>
                              <p:par>
                                <p:cTn id="58" nodeType="withEffect" fill="hold" presetClass="emph" presetID="1" presetSubtype="2">
                                  <p:stCondLst>
                                    <p:cond delay="0"/>
                                  </p:stCondLst>
                                  <p:childTnLst>
                                    <p:animClr clrSpc="rgb">
                                      <p:cBhvr>
                                        <p:cTn id="59" dur="500" fill="hold"/>
                                        <p:tgtEl>
                                          <p:spTgt spid="785"/>
                                        </p:tgtEl>
                                        <p:attrNameLst>
                                          <p:attrName>fillcolor</p:attrName>
                                        </p:attrNameLst>
                                      </p:cBhvr>
                                      <p:to>
                                        <a:srgbClr val="95b3d7"/>
                                      </p:to>
                                    </p:animClr>
                                    <p:set>
                                      <p:cBhvr>
                                        <p:cTn id="60" dur="500" fill="hold"/>
                                        <p:tgtEl>
                                          <p:spTgt spid="785"/>
                                        </p:tgtEl>
                                        <p:attrNameLst>
                                          <p:attrName>fill.type</p:attrName>
                                        </p:attrNameLst>
                                      </p:cBhvr>
                                      <p:to>
                                        <p:strVal val="solid"/>
                                      </p:to>
                                    </p:set>
                                    <p:set>
                                      <p:cBhvr>
                                        <p:cTn id="61" dur="500" fill="hold"/>
                                        <p:tgtEl>
                                          <p:spTgt spid="785"/>
                                        </p:tgtEl>
                                        <p:attrNameLst>
                                          <p:attrName>fill.on</p:attrName>
                                        </p:attrNameLst>
                                      </p:cBhvr>
                                      <p:to>
                                        <p:strVal val="true"/>
                                      </p:to>
                                    </p:set>
                                  </p:childTnLst>
                                </p:cTn>
                              </p:par>
                              <p:par>
                                <p:cTn id="62" nodeType="withEffect" fill="hold" presetClass="emph" presetID="1" presetSubtype="2">
                                  <p:stCondLst>
                                    <p:cond delay="0"/>
                                  </p:stCondLst>
                                  <p:childTnLst>
                                    <p:animClr clrSpc="rgb">
                                      <p:cBhvr>
                                        <p:cTn id="63" dur="500" fill="hold"/>
                                        <p:tgtEl>
                                          <p:spTgt spid="789"/>
                                        </p:tgtEl>
                                        <p:attrNameLst>
                                          <p:attrName>fillcolor</p:attrName>
                                        </p:attrNameLst>
                                      </p:cBhvr>
                                      <p:to>
                                        <a:srgbClr val="95b3d7"/>
                                      </p:to>
                                    </p:animClr>
                                    <p:set>
                                      <p:cBhvr>
                                        <p:cTn id="64" dur="500" fill="hold"/>
                                        <p:tgtEl>
                                          <p:spTgt spid="789"/>
                                        </p:tgtEl>
                                        <p:attrNameLst>
                                          <p:attrName>fill.type</p:attrName>
                                        </p:attrNameLst>
                                      </p:cBhvr>
                                      <p:to>
                                        <p:strVal val="solid"/>
                                      </p:to>
                                    </p:set>
                                    <p:set>
                                      <p:cBhvr>
                                        <p:cTn id="65" dur="500" fill="hold"/>
                                        <p:tgtEl>
                                          <p:spTgt spid="789"/>
                                        </p:tgtEl>
                                        <p:attrNameLst>
                                          <p:attrName>fill.on</p:attrName>
                                        </p:attrNameLst>
                                      </p:cBhvr>
                                      <p:to>
                                        <p:strVal val="true"/>
                                      </p:to>
                                    </p:set>
                                  </p:childTnLst>
                                </p:cTn>
                              </p:par>
                              <p:par>
                                <p:cTn id="66" nodeType="withEffect" fill="hold" presetClass="emph" presetID="1" presetSubtype="2">
                                  <p:stCondLst>
                                    <p:cond delay="0"/>
                                  </p:stCondLst>
                                  <p:childTnLst>
                                    <p:animClr clrSpc="rgb">
                                      <p:cBhvr>
                                        <p:cTn id="67" dur="500" fill="hold"/>
                                        <p:tgtEl>
                                          <p:spTgt spid="793"/>
                                        </p:tgtEl>
                                        <p:attrNameLst>
                                          <p:attrName>fillcolor</p:attrName>
                                        </p:attrNameLst>
                                      </p:cBhvr>
                                      <p:to>
                                        <a:srgbClr val="95b3d7"/>
                                      </p:to>
                                    </p:animClr>
                                    <p:set>
                                      <p:cBhvr>
                                        <p:cTn id="68" dur="500" fill="hold"/>
                                        <p:tgtEl>
                                          <p:spTgt spid="793"/>
                                        </p:tgtEl>
                                        <p:attrNameLst>
                                          <p:attrName>fill.type</p:attrName>
                                        </p:attrNameLst>
                                      </p:cBhvr>
                                      <p:to>
                                        <p:strVal val="solid"/>
                                      </p:to>
                                    </p:set>
                                    <p:set>
                                      <p:cBhvr>
                                        <p:cTn id="69" dur="500" fill="hold"/>
                                        <p:tgtEl>
                                          <p:spTgt spid="793"/>
                                        </p:tgtEl>
                                        <p:attrNameLst>
                                          <p:attrName>fill.on</p:attrName>
                                        </p:attrNameLst>
                                      </p:cBhvr>
                                      <p:to>
                                        <p:strVal val="true"/>
                                      </p:to>
                                    </p:set>
                                  </p:childTnLst>
                                </p:cTn>
                              </p:par>
                              <p:par>
                                <p:cTn id="70" nodeType="withEffect" fill="hold" presetClass="exit" presetID="10">
                                  <p:stCondLst>
                                    <p:cond delay="0"/>
                                  </p:stCondLst>
                                  <p:childTnLst>
                                    <p:animEffect filter="fade" transition="out">
                                      <p:cBhvr additive="repl">
                                        <p:cTn id="71" dur="500"/>
                                        <p:tgtEl>
                                          <p:spTgt spid="787"/>
                                        </p:tgtEl>
                                      </p:cBhvr>
                                    </p:animEffect>
                                    <p:set>
                                      <p:cBhvr>
                                        <p:cTn id="72" dur="1" fill="hold">
                                          <p:stCondLst>
                                            <p:cond delay="499"/>
                                          </p:stCondLst>
                                        </p:cTn>
                                        <p:tgtEl>
                                          <p:spTgt spid="787"/>
                                        </p:tgtEl>
                                        <p:attrNameLst>
                                          <p:attrName>style.visibility</p:attrName>
                                        </p:attrNameLst>
                                      </p:cBhvr>
                                      <p:to>
                                        <p:strVal val="hidden"/>
                                      </p:to>
                                    </p:set>
                                  </p:childTnLst>
                                </p:cTn>
                              </p:par>
                              <p:par>
                                <p:cTn id="73" nodeType="withEffect" fill="hold" presetClass="exit" presetID="10">
                                  <p:stCondLst>
                                    <p:cond delay="0"/>
                                  </p:stCondLst>
                                  <p:childTnLst>
                                    <p:animEffect filter="fade" transition="out">
                                      <p:cBhvr additive="repl">
                                        <p:cTn id="74" dur="500"/>
                                        <p:tgtEl>
                                          <p:spTgt spid="786"/>
                                        </p:tgtEl>
                                      </p:cBhvr>
                                    </p:animEffect>
                                    <p:set>
                                      <p:cBhvr>
                                        <p:cTn id="75" dur="1" fill="hold">
                                          <p:stCondLst>
                                            <p:cond delay="499"/>
                                          </p:stCondLst>
                                        </p:cTn>
                                        <p:tgtEl>
                                          <p:spTgt spid="786"/>
                                        </p:tgtEl>
                                        <p:attrNameLst>
                                          <p:attrName>style.visibility</p:attrName>
                                        </p:attrNameLst>
                                      </p:cBhvr>
                                      <p:to>
                                        <p:strVal val="hidden"/>
                                      </p:to>
                                    </p:set>
                                  </p:childTnLst>
                                </p:cTn>
                              </p:par>
                              <p:par>
                                <p:cTn id="76" nodeType="withEffect" fill="hold" presetClass="exit" presetID="10">
                                  <p:stCondLst>
                                    <p:cond delay="0"/>
                                  </p:stCondLst>
                                  <p:childTnLst>
                                    <p:animEffect filter="fade" transition="out">
                                      <p:cBhvr additive="repl">
                                        <p:cTn id="77" dur="500"/>
                                        <p:tgtEl>
                                          <p:spTgt spid="791"/>
                                        </p:tgtEl>
                                      </p:cBhvr>
                                    </p:animEffect>
                                    <p:set>
                                      <p:cBhvr>
                                        <p:cTn id="78" dur="1" fill="hold">
                                          <p:stCondLst>
                                            <p:cond delay="499"/>
                                          </p:stCondLst>
                                        </p:cTn>
                                        <p:tgtEl>
                                          <p:spTgt spid="791"/>
                                        </p:tgtEl>
                                        <p:attrNameLst>
                                          <p:attrName>style.visibility</p:attrName>
                                        </p:attrNameLst>
                                      </p:cBhvr>
                                      <p:to>
                                        <p:strVal val="hidden"/>
                                      </p:to>
                                    </p:set>
                                  </p:childTnLst>
                                </p:cTn>
                              </p:par>
                              <p:par>
                                <p:cTn id="79" nodeType="withEffect" fill="hold" presetClass="exit" presetID="10">
                                  <p:stCondLst>
                                    <p:cond delay="0"/>
                                  </p:stCondLst>
                                  <p:childTnLst>
                                    <p:animEffect filter="fade" transition="out">
                                      <p:cBhvr additive="repl">
                                        <p:cTn id="80" dur="500"/>
                                        <p:tgtEl>
                                          <p:spTgt spid="790"/>
                                        </p:tgtEl>
                                      </p:cBhvr>
                                    </p:animEffect>
                                    <p:set>
                                      <p:cBhvr>
                                        <p:cTn id="81" dur="1" fill="hold">
                                          <p:stCondLst>
                                            <p:cond delay="499"/>
                                          </p:stCondLst>
                                        </p:cTn>
                                        <p:tgtEl>
                                          <p:spTgt spid="790"/>
                                        </p:tgtEl>
                                        <p:attrNameLst>
                                          <p:attrName>style.visibility</p:attrName>
                                        </p:attrNameLst>
                                      </p:cBhvr>
                                      <p:to>
                                        <p:strVal val="hidden"/>
                                      </p:to>
                                    </p:set>
                                  </p:childTnLst>
                                </p:cTn>
                              </p:par>
                              <p:par>
                                <p:cTn id="82" nodeType="withEffect" fill="hold" presetClass="exit" presetID="10">
                                  <p:stCondLst>
                                    <p:cond delay="0"/>
                                  </p:stCondLst>
                                  <p:childTnLst>
                                    <p:animEffect filter="fade" transition="out">
                                      <p:cBhvr additive="repl">
                                        <p:cTn id="83" dur="500"/>
                                        <p:tgtEl>
                                          <p:spTgt spid="795"/>
                                        </p:tgtEl>
                                      </p:cBhvr>
                                    </p:animEffect>
                                    <p:set>
                                      <p:cBhvr>
                                        <p:cTn id="84" dur="1" fill="hold">
                                          <p:stCondLst>
                                            <p:cond delay="499"/>
                                          </p:stCondLst>
                                        </p:cTn>
                                        <p:tgtEl>
                                          <p:spTgt spid="795"/>
                                        </p:tgtEl>
                                        <p:attrNameLst>
                                          <p:attrName>style.visibility</p:attrName>
                                        </p:attrNameLst>
                                      </p:cBhvr>
                                      <p:to>
                                        <p:strVal val="hidden"/>
                                      </p:to>
                                    </p:set>
                                  </p:childTnLst>
                                </p:cTn>
                              </p:par>
                              <p:par>
                                <p:cTn id="85" nodeType="withEffect" fill="hold" presetClass="exit" presetID="10">
                                  <p:stCondLst>
                                    <p:cond delay="0"/>
                                  </p:stCondLst>
                                  <p:childTnLst>
                                    <p:animEffect filter="fade" transition="out">
                                      <p:cBhvr additive="repl">
                                        <p:cTn id="86" dur="500"/>
                                        <p:tgtEl>
                                          <p:spTgt spid="794"/>
                                        </p:tgtEl>
                                      </p:cBhvr>
                                    </p:animEffect>
                                    <p:set>
                                      <p:cBhvr>
                                        <p:cTn id="87" dur="1" fill="hold">
                                          <p:stCondLst>
                                            <p:cond delay="499"/>
                                          </p:stCondLst>
                                        </p:cTn>
                                        <p:tgtEl>
                                          <p:spTgt spid="79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88" restart="whenNotActive" nodeType="interactiveSeq" fill="hold">
                <p:stCondLst>
                  <p:cond delay="0" evt="onClick">
                    <p:tgtEl>
                      <p:spTgt spid="783"/>
                    </p:tgtEl>
                  </p:cond>
                </p:stCondLst>
                <p:childTnLst>
                  <p:par>
                    <p:cTn id="89" fill="hold">
                      <p:stCondLst>
                        <p:cond delay="0" evt="onClick">
                          <p:tgtEl>
                            <p:spTgt spid="783"/>
                          </p:tgtEl>
                        </p:cond>
                      </p:stCondLst>
                      <p:childTnLst>
                        <p:par>
                          <p:cTn id="90" fill="hold">
                            <p:stCondLst>
                              <p:cond delay="0"/>
                            </p:stCondLst>
                            <p:childTnLst>
                              <p:par>
                                <p:cTn id="91" nodeType="clickEffect" fill="hold" presetClass="exit" presetID="9">
                                  <p:stCondLst>
                                    <p:cond delay="0"/>
                                  </p:stCondLst>
                                  <p:childTnLst>
                                    <p:animEffect filter="dissolve" transition="out">
                                      <p:cBhvr additive="repl">
                                        <p:cTn id="92" dur="500"/>
                                        <p:tgtEl>
                                          <p:spTgt spid="783"/>
                                        </p:tgtEl>
                                      </p:cBhvr>
                                    </p:animEffect>
                                    <p:set>
                                      <p:cBhvr>
                                        <p:cTn id="93" dur="1" fill="hold">
                                          <p:stCondLst>
                                            <p:cond delay="499"/>
                                          </p:stCondLst>
                                        </p:cTn>
                                        <p:tgtEl>
                                          <p:spTgt spid="783"/>
                                        </p:tgtEl>
                                        <p:attrNameLst>
                                          <p:attrName>style.visibility</p:attrName>
                                        </p:attrNameLst>
                                      </p:cBhvr>
                                      <p:to>
                                        <p:strVal val="hidden"/>
                                      </p:to>
                                    </p:set>
                                  </p:childTnLst>
                                </p:cTn>
                              </p:par>
                              <p:par>
                                <p:cTn id="94" nodeType="withEffect" fill="hold" presetClass="exit" presetID="9">
                                  <p:stCondLst>
                                    <p:cond delay="0"/>
                                  </p:stCondLst>
                                  <p:childTnLst>
                                    <p:animEffect filter="dissolve" transition="out">
                                      <p:cBhvr additive="repl">
                                        <p:cTn id="95" dur="500"/>
                                        <p:tgtEl>
                                          <p:spTgt spid="782"/>
                                        </p:tgtEl>
                                      </p:cBhvr>
                                    </p:animEffect>
                                    <p:set>
                                      <p:cBhvr>
                                        <p:cTn id="96" dur="1" fill="hold">
                                          <p:stCondLst>
                                            <p:cond delay="499"/>
                                          </p:stCondLst>
                                        </p:cTn>
                                        <p:tgtEl>
                                          <p:spTgt spid="782"/>
                                        </p:tgtEl>
                                        <p:attrNameLst>
                                          <p:attrName>style.visibility</p:attrName>
                                        </p:attrNameLst>
                                      </p:cBhvr>
                                      <p:to>
                                        <p:strVal val="hidden"/>
                                      </p:to>
                                    </p:set>
                                  </p:childTnLst>
                                </p:cTn>
                              </p:par>
                              <p:par>
                                <p:cTn id="97" nodeType="withEffect" fill="hold" presetClass="emph" presetID="1" presetSubtype="2">
                                  <p:stCondLst>
                                    <p:cond delay="0"/>
                                  </p:stCondLst>
                                  <p:childTnLst>
                                    <p:animClr clrSpc="rgb">
                                      <p:cBhvr>
                                        <p:cTn id="98" dur="500" fill="hold"/>
                                        <p:tgtEl>
                                          <p:spTgt spid="781"/>
                                        </p:tgtEl>
                                        <p:attrNameLst>
                                          <p:attrName>fillcolor</p:attrName>
                                        </p:attrNameLst>
                                      </p:cBhvr>
                                      <p:to>
                                        <a:srgbClr val="95b3d7"/>
                                      </p:to>
                                    </p:animClr>
                                    <p:set>
                                      <p:cBhvr>
                                        <p:cTn id="99" dur="500" fill="hold"/>
                                        <p:tgtEl>
                                          <p:spTgt spid="781"/>
                                        </p:tgtEl>
                                        <p:attrNameLst>
                                          <p:attrName>fill.type</p:attrName>
                                        </p:attrNameLst>
                                      </p:cBhvr>
                                      <p:to>
                                        <p:strVal val="solid"/>
                                      </p:to>
                                    </p:set>
                                    <p:set>
                                      <p:cBhvr>
                                        <p:cTn id="100" dur="500" fill="hold"/>
                                        <p:tgtEl>
                                          <p:spTgt spid="78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01" restart="whenNotActive" nodeType="interactiveSeq" fill="hold">
                <p:stCondLst>
                  <p:cond delay="0" evt="onClick">
                    <p:tgtEl>
                      <p:spTgt spid="784"/>
                    </p:tgtEl>
                  </p:cond>
                </p:stCondLst>
                <p:childTnLst>
                  <p:par>
                    <p:cTn id="102" fill="hold">
                      <p:stCondLst>
                        <p:cond delay="0" evt="onClick">
                          <p:tgtEl>
                            <p:spTgt spid="784"/>
                          </p:tgtEl>
                        </p:cond>
                      </p:stCondLst>
                      <p:childTnLst>
                        <p:par>
                          <p:cTn id="103" fill="hold">
                            <p:stCondLst>
                              <p:cond delay="0"/>
                            </p:stCondLst>
                            <p:childTnLst>
                              <p:par>
                                <p:cTn id="104" nodeType="clickEffect" fill="hold" presetClass="entr" presetID="16" presetSubtype="21">
                                  <p:stCondLst>
                                    <p:cond delay="0"/>
                                  </p:stCondLst>
                                  <p:childTnLst>
                                    <p:set>
                                      <p:cBhvr>
                                        <p:cTn id="105" dur="1" fill="hold">
                                          <p:stCondLst>
                                            <p:cond delay="0"/>
                                          </p:stCondLst>
                                        </p:cTn>
                                        <p:tgtEl>
                                          <p:spTgt spid="787"/>
                                        </p:tgtEl>
                                        <p:attrNameLst>
                                          <p:attrName>style.visibility</p:attrName>
                                        </p:attrNameLst>
                                      </p:cBhvr>
                                      <p:to>
                                        <p:strVal val="visible"/>
                                      </p:to>
                                    </p:set>
                                    <p:animEffect filter="barn(inVertical)" transition="in">
                                      <p:cBhvr additive="repl">
                                        <p:cTn id="106" dur="500"/>
                                        <p:tgtEl>
                                          <p:spTgt spid="787"/>
                                        </p:tgtEl>
                                      </p:cBhvr>
                                    </p:animEffect>
                                  </p:childTnLst>
                                </p:cTn>
                              </p:par>
                              <p:par>
                                <p:cTn id="107" nodeType="withEffect" fill="hold" presetClass="entr" presetID="16" presetSubtype="21">
                                  <p:stCondLst>
                                    <p:cond delay="0"/>
                                  </p:stCondLst>
                                  <p:childTnLst>
                                    <p:set>
                                      <p:cBhvr>
                                        <p:cTn id="108" dur="1" fill="hold">
                                          <p:stCondLst>
                                            <p:cond delay="0"/>
                                          </p:stCondLst>
                                        </p:cTn>
                                        <p:tgtEl>
                                          <p:spTgt spid="786"/>
                                        </p:tgtEl>
                                        <p:attrNameLst>
                                          <p:attrName>style.visibility</p:attrName>
                                        </p:attrNameLst>
                                      </p:cBhvr>
                                      <p:to>
                                        <p:strVal val="visible"/>
                                      </p:to>
                                    </p:set>
                                    <p:animEffect filter="barn(inVertical)" transition="in">
                                      <p:cBhvr additive="repl">
                                        <p:cTn id="109" dur="500"/>
                                        <p:tgtEl>
                                          <p:spTgt spid="786"/>
                                        </p:tgtEl>
                                      </p:cBhvr>
                                    </p:animEffect>
                                  </p:childTnLst>
                                </p:cTn>
                              </p:par>
                              <p:par>
                                <p:cTn id="110" nodeType="withEffect" fill="hold" presetClass="emph" presetID="1" presetSubtype="2">
                                  <p:stCondLst>
                                    <p:cond delay="0"/>
                                  </p:stCondLst>
                                  <p:childTnLst>
                                    <p:animClr clrSpc="rgb">
                                      <p:cBhvr>
                                        <p:cTn id="111" dur="500" fill="hold"/>
                                        <p:tgtEl>
                                          <p:spTgt spid="785"/>
                                        </p:tgtEl>
                                        <p:attrNameLst>
                                          <p:attrName>fillcolor</p:attrName>
                                        </p:attrNameLst>
                                      </p:cBhvr>
                                      <p:to>
                                        <a:srgbClr val="8a80e4"/>
                                      </p:to>
                                    </p:animClr>
                                    <p:set>
                                      <p:cBhvr>
                                        <p:cTn id="112" dur="500" fill="hold"/>
                                        <p:tgtEl>
                                          <p:spTgt spid="785"/>
                                        </p:tgtEl>
                                        <p:attrNameLst>
                                          <p:attrName>fill.type</p:attrName>
                                        </p:attrNameLst>
                                      </p:cBhvr>
                                      <p:to>
                                        <p:strVal val="solid"/>
                                      </p:to>
                                    </p:set>
                                    <p:set>
                                      <p:cBhvr>
                                        <p:cTn id="113" dur="500" fill="hold"/>
                                        <p:tgtEl>
                                          <p:spTgt spid="785"/>
                                        </p:tgtEl>
                                        <p:attrNameLst>
                                          <p:attrName>fill.on</p:attrName>
                                        </p:attrNameLst>
                                      </p:cBhvr>
                                      <p:to>
                                        <p:strVal val="true"/>
                                      </p:to>
                                    </p:set>
                                  </p:childTnLst>
                                </p:cTn>
                              </p:par>
                              <p:par>
                                <p:cTn id="114" nodeType="withEffect" fill="hold" presetClass="emph" presetID="1" presetSubtype="2">
                                  <p:stCondLst>
                                    <p:cond delay="0"/>
                                  </p:stCondLst>
                                  <p:childTnLst>
                                    <p:animClr clrSpc="rgb">
                                      <p:cBhvr>
                                        <p:cTn id="115" dur="500" fill="hold"/>
                                        <p:tgtEl>
                                          <p:spTgt spid="781"/>
                                        </p:tgtEl>
                                        <p:attrNameLst>
                                          <p:attrName>fillcolor</p:attrName>
                                        </p:attrNameLst>
                                      </p:cBhvr>
                                      <p:to>
                                        <a:srgbClr val="95b3d7"/>
                                      </p:to>
                                    </p:animClr>
                                    <p:set>
                                      <p:cBhvr>
                                        <p:cTn id="116" dur="500" fill="hold"/>
                                        <p:tgtEl>
                                          <p:spTgt spid="781"/>
                                        </p:tgtEl>
                                        <p:attrNameLst>
                                          <p:attrName>fill.type</p:attrName>
                                        </p:attrNameLst>
                                      </p:cBhvr>
                                      <p:to>
                                        <p:strVal val="solid"/>
                                      </p:to>
                                    </p:set>
                                    <p:set>
                                      <p:cBhvr>
                                        <p:cTn id="117" dur="500" fill="hold"/>
                                        <p:tgtEl>
                                          <p:spTgt spid="781"/>
                                        </p:tgtEl>
                                        <p:attrNameLst>
                                          <p:attrName>fill.on</p:attrName>
                                        </p:attrNameLst>
                                      </p:cBhvr>
                                      <p:to>
                                        <p:strVal val="true"/>
                                      </p:to>
                                    </p:set>
                                  </p:childTnLst>
                                </p:cTn>
                              </p:par>
                              <p:par>
                                <p:cTn id="118" nodeType="withEffect" fill="hold" presetClass="emph" presetID="1" presetSubtype="2">
                                  <p:stCondLst>
                                    <p:cond delay="0"/>
                                  </p:stCondLst>
                                  <p:childTnLst>
                                    <p:animClr clrSpc="rgb">
                                      <p:cBhvr>
                                        <p:cTn id="119" dur="500" fill="hold"/>
                                        <p:tgtEl>
                                          <p:spTgt spid="789"/>
                                        </p:tgtEl>
                                        <p:attrNameLst>
                                          <p:attrName>fillcolor</p:attrName>
                                        </p:attrNameLst>
                                      </p:cBhvr>
                                      <p:to>
                                        <a:srgbClr val="95b3d7"/>
                                      </p:to>
                                    </p:animClr>
                                    <p:set>
                                      <p:cBhvr>
                                        <p:cTn id="120" dur="500" fill="hold"/>
                                        <p:tgtEl>
                                          <p:spTgt spid="789"/>
                                        </p:tgtEl>
                                        <p:attrNameLst>
                                          <p:attrName>fill.type</p:attrName>
                                        </p:attrNameLst>
                                      </p:cBhvr>
                                      <p:to>
                                        <p:strVal val="solid"/>
                                      </p:to>
                                    </p:set>
                                    <p:set>
                                      <p:cBhvr>
                                        <p:cTn id="121" dur="500" fill="hold"/>
                                        <p:tgtEl>
                                          <p:spTgt spid="789"/>
                                        </p:tgtEl>
                                        <p:attrNameLst>
                                          <p:attrName>fill.on</p:attrName>
                                        </p:attrNameLst>
                                      </p:cBhvr>
                                      <p:to>
                                        <p:strVal val="true"/>
                                      </p:to>
                                    </p:set>
                                  </p:childTnLst>
                                </p:cTn>
                              </p:par>
                              <p:par>
                                <p:cTn id="122" nodeType="withEffect" fill="hold" presetClass="emph" presetID="1" presetSubtype="2">
                                  <p:stCondLst>
                                    <p:cond delay="0"/>
                                  </p:stCondLst>
                                  <p:childTnLst>
                                    <p:animClr clrSpc="rgb">
                                      <p:cBhvr>
                                        <p:cTn id="123" dur="500" fill="hold"/>
                                        <p:tgtEl>
                                          <p:spTgt spid="793"/>
                                        </p:tgtEl>
                                        <p:attrNameLst>
                                          <p:attrName>fillcolor</p:attrName>
                                        </p:attrNameLst>
                                      </p:cBhvr>
                                      <p:to>
                                        <a:srgbClr val="95b3d7"/>
                                      </p:to>
                                    </p:animClr>
                                    <p:set>
                                      <p:cBhvr>
                                        <p:cTn id="124" dur="500" fill="hold"/>
                                        <p:tgtEl>
                                          <p:spTgt spid="793"/>
                                        </p:tgtEl>
                                        <p:attrNameLst>
                                          <p:attrName>fill.type</p:attrName>
                                        </p:attrNameLst>
                                      </p:cBhvr>
                                      <p:to>
                                        <p:strVal val="solid"/>
                                      </p:to>
                                    </p:set>
                                    <p:set>
                                      <p:cBhvr>
                                        <p:cTn id="125" dur="500" fill="hold"/>
                                        <p:tgtEl>
                                          <p:spTgt spid="793"/>
                                        </p:tgtEl>
                                        <p:attrNameLst>
                                          <p:attrName>fill.on</p:attrName>
                                        </p:attrNameLst>
                                      </p:cBhvr>
                                      <p:to>
                                        <p:strVal val="true"/>
                                      </p:to>
                                    </p:set>
                                  </p:childTnLst>
                                </p:cTn>
                              </p:par>
                              <p:par>
                                <p:cTn id="126" nodeType="withEffect" fill="hold" presetClass="exit" presetID="10">
                                  <p:stCondLst>
                                    <p:cond delay="0"/>
                                  </p:stCondLst>
                                  <p:childTnLst>
                                    <p:animEffect filter="fade" transition="out">
                                      <p:cBhvr additive="repl">
                                        <p:cTn id="127" dur="500"/>
                                        <p:tgtEl>
                                          <p:spTgt spid="783"/>
                                        </p:tgtEl>
                                      </p:cBhvr>
                                    </p:animEffect>
                                    <p:set>
                                      <p:cBhvr>
                                        <p:cTn id="128" dur="1" fill="hold">
                                          <p:stCondLst>
                                            <p:cond delay="499"/>
                                          </p:stCondLst>
                                        </p:cTn>
                                        <p:tgtEl>
                                          <p:spTgt spid="783"/>
                                        </p:tgtEl>
                                        <p:attrNameLst>
                                          <p:attrName>style.visibility</p:attrName>
                                        </p:attrNameLst>
                                      </p:cBhvr>
                                      <p:to>
                                        <p:strVal val="hidden"/>
                                      </p:to>
                                    </p:set>
                                  </p:childTnLst>
                                </p:cTn>
                              </p:par>
                              <p:par>
                                <p:cTn id="129" nodeType="withEffect" fill="hold" presetClass="exit" presetID="10">
                                  <p:stCondLst>
                                    <p:cond delay="0"/>
                                  </p:stCondLst>
                                  <p:childTnLst>
                                    <p:animEffect filter="fade" transition="out">
                                      <p:cBhvr additive="repl">
                                        <p:cTn id="130" dur="500"/>
                                        <p:tgtEl>
                                          <p:spTgt spid="782"/>
                                        </p:tgtEl>
                                      </p:cBhvr>
                                    </p:animEffect>
                                    <p:set>
                                      <p:cBhvr>
                                        <p:cTn id="131" dur="1" fill="hold">
                                          <p:stCondLst>
                                            <p:cond delay="499"/>
                                          </p:stCondLst>
                                        </p:cTn>
                                        <p:tgtEl>
                                          <p:spTgt spid="782"/>
                                        </p:tgtEl>
                                        <p:attrNameLst>
                                          <p:attrName>style.visibility</p:attrName>
                                        </p:attrNameLst>
                                      </p:cBhvr>
                                      <p:to>
                                        <p:strVal val="hidden"/>
                                      </p:to>
                                    </p:set>
                                  </p:childTnLst>
                                </p:cTn>
                              </p:par>
                              <p:par>
                                <p:cTn id="132" nodeType="withEffect" fill="hold" presetClass="exit" presetID="10">
                                  <p:stCondLst>
                                    <p:cond delay="0"/>
                                  </p:stCondLst>
                                  <p:childTnLst>
                                    <p:animEffect filter="fade" transition="out">
                                      <p:cBhvr additive="repl">
                                        <p:cTn id="133" dur="500"/>
                                        <p:tgtEl>
                                          <p:spTgt spid="791"/>
                                        </p:tgtEl>
                                      </p:cBhvr>
                                    </p:animEffect>
                                    <p:set>
                                      <p:cBhvr>
                                        <p:cTn id="134" dur="1" fill="hold">
                                          <p:stCondLst>
                                            <p:cond delay="499"/>
                                          </p:stCondLst>
                                        </p:cTn>
                                        <p:tgtEl>
                                          <p:spTgt spid="791"/>
                                        </p:tgtEl>
                                        <p:attrNameLst>
                                          <p:attrName>style.visibility</p:attrName>
                                        </p:attrNameLst>
                                      </p:cBhvr>
                                      <p:to>
                                        <p:strVal val="hidden"/>
                                      </p:to>
                                    </p:set>
                                  </p:childTnLst>
                                </p:cTn>
                              </p:par>
                              <p:par>
                                <p:cTn id="135" nodeType="withEffect" fill="hold" presetClass="exit" presetID="10">
                                  <p:stCondLst>
                                    <p:cond delay="0"/>
                                  </p:stCondLst>
                                  <p:childTnLst>
                                    <p:animEffect filter="fade" transition="out">
                                      <p:cBhvr additive="repl">
                                        <p:cTn id="136" dur="500"/>
                                        <p:tgtEl>
                                          <p:spTgt spid="790"/>
                                        </p:tgtEl>
                                      </p:cBhvr>
                                    </p:animEffect>
                                    <p:set>
                                      <p:cBhvr>
                                        <p:cTn id="137" dur="1" fill="hold">
                                          <p:stCondLst>
                                            <p:cond delay="499"/>
                                          </p:stCondLst>
                                        </p:cTn>
                                        <p:tgtEl>
                                          <p:spTgt spid="790"/>
                                        </p:tgtEl>
                                        <p:attrNameLst>
                                          <p:attrName>style.visibility</p:attrName>
                                        </p:attrNameLst>
                                      </p:cBhvr>
                                      <p:to>
                                        <p:strVal val="hidden"/>
                                      </p:to>
                                    </p:set>
                                  </p:childTnLst>
                                </p:cTn>
                              </p:par>
                              <p:par>
                                <p:cTn id="138" nodeType="withEffect" fill="hold" presetClass="exit" presetID="10">
                                  <p:stCondLst>
                                    <p:cond delay="0"/>
                                  </p:stCondLst>
                                  <p:childTnLst>
                                    <p:animEffect filter="fade" transition="out">
                                      <p:cBhvr additive="repl">
                                        <p:cTn id="139" dur="500"/>
                                        <p:tgtEl>
                                          <p:spTgt spid="795"/>
                                        </p:tgtEl>
                                      </p:cBhvr>
                                    </p:animEffect>
                                    <p:set>
                                      <p:cBhvr>
                                        <p:cTn id="140" dur="1" fill="hold">
                                          <p:stCondLst>
                                            <p:cond delay="499"/>
                                          </p:stCondLst>
                                        </p:cTn>
                                        <p:tgtEl>
                                          <p:spTgt spid="795"/>
                                        </p:tgtEl>
                                        <p:attrNameLst>
                                          <p:attrName>style.visibility</p:attrName>
                                        </p:attrNameLst>
                                      </p:cBhvr>
                                      <p:to>
                                        <p:strVal val="hidden"/>
                                      </p:to>
                                    </p:set>
                                  </p:childTnLst>
                                </p:cTn>
                              </p:par>
                              <p:par>
                                <p:cTn id="141" nodeType="withEffect" fill="hold" presetClass="exit" presetID="10">
                                  <p:stCondLst>
                                    <p:cond delay="0"/>
                                  </p:stCondLst>
                                  <p:childTnLst>
                                    <p:animEffect filter="fade" transition="out">
                                      <p:cBhvr additive="repl">
                                        <p:cTn id="142" dur="500"/>
                                        <p:tgtEl>
                                          <p:spTgt spid="794"/>
                                        </p:tgtEl>
                                      </p:cBhvr>
                                    </p:animEffect>
                                    <p:set>
                                      <p:cBhvr>
                                        <p:cTn id="143" dur="1" fill="hold">
                                          <p:stCondLst>
                                            <p:cond delay="499"/>
                                          </p:stCondLst>
                                        </p:cTn>
                                        <p:tgtEl>
                                          <p:spTgt spid="79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44" restart="whenNotActive" nodeType="interactiveSeq" fill="hold">
                <p:stCondLst>
                  <p:cond delay="0" evt="onClick">
                    <p:tgtEl>
                      <p:spTgt spid="787"/>
                    </p:tgtEl>
                  </p:cond>
                </p:stCondLst>
                <p:childTnLst>
                  <p:par>
                    <p:cTn id="145" fill="hold">
                      <p:stCondLst>
                        <p:cond delay="0" evt="onClick">
                          <p:tgtEl>
                            <p:spTgt spid="787"/>
                          </p:tgtEl>
                        </p:cond>
                      </p:stCondLst>
                      <p:childTnLst>
                        <p:par>
                          <p:cTn id="146" fill="hold">
                            <p:stCondLst>
                              <p:cond delay="0"/>
                            </p:stCondLst>
                            <p:childTnLst>
                              <p:par>
                                <p:cTn id="147" nodeType="clickEffect" fill="hold" presetClass="exit" presetID="9">
                                  <p:stCondLst>
                                    <p:cond delay="0"/>
                                  </p:stCondLst>
                                  <p:childTnLst>
                                    <p:animEffect filter="dissolve" transition="out">
                                      <p:cBhvr additive="repl">
                                        <p:cTn id="148" dur="500"/>
                                        <p:tgtEl>
                                          <p:spTgt spid="787"/>
                                        </p:tgtEl>
                                      </p:cBhvr>
                                    </p:animEffect>
                                    <p:set>
                                      <p:cBhvr>
                                        <p:cTn id="149" dur="1" fill="hold">
                                          <p:stCondLst>
                                            <p:cond delay="499"/>
                                          </p:stCondLst>
                                        </p:cTn>
                                        <p:tgtEl>
                                          <p:spTgt spid="787"/>
                                        </p:tgtEl>
                                        <p:attrNameLst>
                                          <p:attrName>style.visibility</p:attrName>
                                        </p:attrNameLst>
                                      </p:cBhvr>
                                      <p:to>
                                        <p:strVal val="hidden"/>
                                      </p:to>
                                    </p:set>
                                  </p:childTnLst>
                                </p:cTn>
                              </p:par>
                              <p:par>
                                <p:cTn id="150" nodeType="withEffect" fill="hold" presetClass="exit" presetID="9">
                                  <p:stCondLst>
                                    <p:cond delay="0"/>
                                  </p:stCondLst>
                                  <p:childTnLst>
                                    <p:animEffect filter="dissolve" transition="out">
                                      <p:cBhvr additive="repl">
                                        <p:cTn id="151" dur="500"/>
                                        <p:tgtEl>
                                          <p:spTgt spid="786"/>
                                        </p:tgtEl>
                                      </p:cBhvr>
                                    </p:animEffect>
                                    <p:set>
                                      <p:cBhvr>
                                        <p:cTn id="152" dur="1" fill="hold">
                                          <p:stCondLst>
                                            <p:cond delay="499"/>
                                          </p:stCondLst>
                                        </p:cTn>
                                        <p:tgtEl>
                                          <p:spTgt spid="786"/>
                                        </p:tgtEl>
                                        <p:attrNameLst>
                                          <p:attrName>style.visibility</p:attrName>
                                        </p:attrNameLst>
                                      </p:cBhvr>
                                      <p:to>
                                        <p:strVal val="hidden"/>
                                      </p:to>
                                    </p:set>
                                  </p:childTnLst>
                                </p:cTn>
                              </p:par>
                              <p:par>
                                <p:cTn id="153" nodeType="withEffect" fill="hold" presetClass="emph" presetID="1" presetSubtype="2">
                                  <p:stCondLst>
                                    <p:cond delay="0"/>
                                  </p:stCondLst>
                                  <p:childTnLst>
                                    <p:animClr clrSpc="rgb">
                                      <p:cBhvr>
                                        <p:cTn id="154" dur="500" fill="hold"/>
                                        <p:tgtEl>
                                          <p:spTgt spid="785"/>
                                        </p:tgtEl>
                                        <p:attrNameLst>
                                          <p:attrName>fillcolor</p:attrName>
                                        </p:attrNameLst>
                                      </p:cBhvr>
                                      <p:to>
                                        <a:srgbClr val="95b3d7"/>
                                      </p:to>
                                    </p:animClr>
                                    <p:set>
                                      <p:cBhvr>
                                        <p:cTn id="155" dur="500" fill="hold"/>
                                        <p:tgtEl>
                                          <p:spTgt spid="785"/>
                                        </p:tgtEl>
                                        <p:attrNameLst>
                                          <p:attrName>fill.type</p:attrName>
                                        </p:attrNameLst>
                                      </p:cBhvr>
                                      <p:to>
                                        <p:strVal val="solid"/>
                                      </p:to>
                                    </p:set>
                                    <p:set>
                                      <p:cBhvr>
                                        <p:cTn id="156" dur="500" fill="hold"/>
                                        <p:tgtEl>
                                          <p:spTgt spid="78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57" restart="whenNotActive" nodeType="interactiveSeq" fill="hold">
                <p:stCondLst>
                  <p:cond delay="0" evt="onClick">
                    <p:tgtEl>
                      <p:spTgt spid="788"/>
                    </p:tgtEl>
                  </p:cond>
                </p:stCondLst>
                <p:childTnLst>
                  <p:par>
                    <p:cTn id="158" fill="hold">
                      <p:stCondLst>
                        <p:cond delay="0" evt="onClick">
                          <p:tgtEl>
                            <p:spTgt spid="788"/>
                          </p:tgtEl>
                        </p:cond>
                      </p:stCondLst>
                      <p:childTnLst>
                        <p:par>
                          <p:cTn id="159" fill="hold">
                            <p:stCondLst>
                              <p:cond delay="0"/>
                            </p:stCondLst>
                            <p:childTnLst>
                              <p:par>
                                <p:cTn id="160" nodeType="clickEffect" fill="hold" presetClass="entr" presetID="16" presetSubtype="21">
                                  <p:stCondLst>
                                    <p:cond delay="0"/>
                                  </p:stCondLst>
                                  <p:childTnLst>
                                    <p:set>
                                      <p:cBhvr>
                                        <p:cTn id="161" dur="1" fill="hold">
                                          <p:stCondLst>
                                            <p:cond delay="0"/>
                                          </p:stCondLst>
                                        </p:cTn>
                                        <p:tgtEl>
                                          <p:spTgt spid="791"/>
                                        </p:tgtEl>
                                        <p:attrNameLst>
                                          <p:attrName>style.visibility</p:attrName>
                                        </p:attrNameLst>
                                      </p:cBhvr>
                                      <p:to>
                                        <p:strVal val="visible"/>
                                      </p:to>
                                    </p:set>
                                    <p:animEffect filter="barn(inVertical)" transition="in">
                                      <p:cBhvr additive="repl">
                                        <p:cTn id="162" dur="500"/>
                                        <p:tgtEl>
                                          <p:spTgt spid="791"/>
                                        </p:tgtEl>
                                      </p:cBhvr>
                                    </p:animEffect>
                                  </p:childTnLst>
                                </p:cTn>
                              </p:par>
                              <p:par>
                                <p:cTn id="163" nodeType="withEffect" fill="hold" presetClass="entr" presetID="16" presetSubtype="21">
                                  <p:stCondLst>
                                    <p:cond delay="0"/>
                                  </p:stCondLst>
                                  <p:childTnLst>
                                    <p:set>
                                      <p:cBhvr>
                                        <p:cTn id="164" dur="1" fill="hold">
                                          <p:stCondLst>
                                            <p:cond delay="0"/>
                                          </p:stCondLst>
                                        </p:cTn>
                                        <p:tgtEl>
                                          <p:spTgt spid="790"/>
                                        </p:tgtEl>
                                        <p:attrNameLst>
                                          <p:attrName>style.visibility</p:attrName>
                                        </p:attrNameLst>
                                      </p:cBhvr>
                                      <p:to>
                                        <p:strVal val="visible"/>
                                      </p:to>
                                    </p:set>
                                    <p:animEffect filter="barn(inVertical)" transition="in">
                                      <p:cBhvr additive="repl">
                                        <p:cTn id="165" dur="500"/>
                                        <p:tgtEl>
                                          <p:spTgt spid="790"/>
                                        </p:tgtEl>
                                      </p:cBhvr>
                                    </p:animEffect>
                                  </p:childTnLst>
                                </p:cTn>
                              </p:par>
                              <p:par>
                                <p:cTn id="166" nodeType="withEffect" fill="hold" presetClass="emph" presetID="1" presetSubtype="2">
                                  <p:stCondLst>
                                    <p:cond delay="0"/>
                                  </p:stCondLst>
                                  <p:childTnLst>
                                    <p:animClr clrSpc="rgb">
                                      <p:cBhvr>
                                        <p:cTn id="167" dur="500" fill="hold"/>
                                        <p:tgtEl>
                                          <p:spTgt spid="789"/>
                                        </p:tgtEl>
                                        <p:attrNameLst>
                                          <p:attrName>fillcolor</p:attrName>
                                        </p:attrNameLst>
                                      </p:cBhvr>
                                      <p:to>
                                        <a:srgbClr val="8a80e4"/>
                                      </p:to>
                                    </p:animClr>
                                    <p:set>
                                      <p:cBhvr>
                                        <p:cTn id="168" dur="500" fill="hold"/>
                                        <p:tgtEl>
                                          <p:spTgt spid="789"/>
                                        </p:tgtEl>
                                        <p:attrNameLst>
                                          <p:attrName>fill.type</p:attrName>
                                        </p:attrNameLst>
                                      </p:cBhvr>
                                      <p:to>
                                        <p:strVal val="solid"/>
                                      </p:to>
                                    </p:set>
                                    <p:set>
                                      <p:cBhvr>
                                        <p:cTn id="169" dur="500" fill="hold"/>
                                        <p:tgtEl>
                                          <p:spTgt spid="789"/>
                                        </p:tgtEl>
                                        <p:attrNameLst>
                                          <p:attrName>fill.on</p:attrName>
                                        </p:attrNameLst>
                                      </p:cBhvr>
                                      <p:to>
                                        <p:strVal val="true"/>
                                      </p:to>
                                    </p:set>
                                  </p:childTnLst>
                                </p:cTn>
                              </p:par>
                              <p:par>
                                <p:cTn id="170" nodeType="withEffect" fill="hold" presetClass="emph" presetID="1" presetSubtype="2">
                                  <p:stCondLst>
                                    <p:cond delay="0"/>
                                  </p:stCondLst>
                                  <p:childTnLst>
                                    <p:animClr clrSpc="rgb">
                                      <p:cBhvr>
                                        <p:cTn id="171" dur="500" fill="hold"/>
                                        <p:tgtEl>
                                          <p:spTgt spid="781"/>
                                        </p:tgtEl>
                                        <p:attrNameLst>
                                          <p:attrName>fillcolor</p:attrName>
                                        </p:attrNameLst>
                                      </p:cBhvr>
                                      <p:to>
                                        <a:srgbClr val="95b3d7"/>
                                      </p:to>
                                    </p:animClr>
                                    <p:set>
                                      <p:cBhvr>
                                        <p:cTn id="172" dur="500" fill="hold"/>
                                        <p:tgtEl>
                                          <p:spTgt spid="781"/>
                                        </p:tgtEl>
                                        <p:attrNameLst>
                                          <p:attrName>fill.type</p:attrName>
                                        </p:attrNameLst>
                                      </p:cBhvr>
                                      <p:to>
                                        <p:strVal val="solid"/>
                                      </p:to>
                                    </p:set>
                                    <p:set>
                                      <p:cBhvr>
                                        <p:cTn id="173" dur="500" fill="hold"/>
                                        <p:tgtEl>
                                          <p:spTgt spid="781"/>
                                        </p:tgtEl>
                                        <p:attrNameLst>
                                          <p:attrName>fill.on</p:attrName>
                                        </p:attrNameLst>
                                      </p:cBhvr>
                                      <p:to>
                                        <p:strVal val="true"/>
                                      </p:to>
                                    </p:set>
                                  </p:childTnLst>
                                </p:cTn>
                              </p:par>
                              <p:par>
                                <p:cTn id="174" nodeType="withEffect" fill="hold" presetClass="emph" presetID="1" presetSubtype="2">
                                  <p:stCondLst>
                                    <p:cond delay="0"/>
                                  </p:stCondLst>
                                  <p:childTnLst>
                                    <p:animClr clrSpc="rgb">
                                      <p:cBhvr>
                                        <p:cTn id="175" dur="500" fill="hold"/>
                                        <p:tgtEl>
                                          <p:spTgt spid="785"/>
                                        </p:tgtEl>
                                        <p:attrNameLst>
                                          <p:attrName>fillcolor</p:attrName>
                                        </p:attrNameLst>
                                      </p:cBhvr>
                                      <p:to>
                                        <a:srgbClr val="95b3d7"/>
                                      </p:to>
                                    </p:animClr>
                                    <p:set>
                                      <p:cBhvr>
                                        <p:cTn id="176" dur="500" fill="hold"/>
                                        <p:tgtEl>
                                          <p:spTgt spid="785"/>
                                        </p:tgtEl>
                                        <p:attrNameLst>
                                          <p:attrName>fill.type</p:attrName>
                                        </p:attrNameLst>
                                      </p:cBhvr>
                                      <p:to>
                                        <p:strVal val="solid"/>
                                      </p:to>
                                    </p:set>
                                    <p:set>
                                      <p:cBhvr>
                                        <p:cTn id="177" dur="500" fill="hold"/>
                                        <p:tgtEl>
                                          <p:spTgt spid="785"/>
                                        </p:tgtEl>
                                        <p:attrNameLst>
                                          <p:attrName>fill.on</p:attrName>
                                        </p:attrNameLst>
                                      </p:cBhvr>
                                      <p:to>
                                        <p:strVal val="true"/>
                                      </p:to>
                                    </p:set>
                                  </p:childTnLst>
                                </p:cTn>
                              </p:par>
                              <p:par>
                                <p:cTn id="178" nodeType="withEffect" fill="hold" presetClass="emph" presetID="1" presetSubtype="2">
                                  <p:stCondLst>
                                    <p:cond delay="0"/>
                                  </p:stCondLst>
                                  <p:childTnLst>
                                    <p:animClr clrSpc="rgb">
                                      <p:cBhvr>
                                        <p:cTn id="179" dur="500" fill="hold"/>
                                        <p:tgtEl>
                                          <p:spTgt spid="793"/>
                                        </p:tgtEl>
                                        <p:attrNameLst>
                                          <p:attrName>fillcolor</p:attrName>
                                        </p:attrNameLst>
                                      </p:cBhvr>
                                      <p:to>
                                        <a:srgbClr val="95b3d7"/>
                                      </p:to>
                                    </p:animClr>
                                    <p:set>
                                      <p:cBhvr>
                                        <p:cTn id="180" dur="500" fill="hold"/>
                                        <p:tgtEl>
                                          <p:spTgt spid="793"/>
                                        </p:tgtEl>
                                        <p:attrNameLst>
                                          <p:attrName>fill.type</p:attrName>
                                        </p:attrNameLst>
                                      </p:cBhvr>
                                      <p:to>
                                        <p:strVal val="solid"/>
                                      </p:to>
                                    </p:set>
                                    <p:set>
                                      <p:cBhvr>
                                        <p:cTn id="181" dur="500" fill="hold"/>
                                        <p:tgtEl>
                                          <p:spTgt spid="793"/>
                                        </p:tgtEl>
                                        <p:attrNameLst>
                                          <p:attrName>fill.on</p:attrName>
                                        </p:attrNameLst>
                                      </p:cBhvr>
                                      <p:to>
                                        <p:strVal val="true"/>
                                      </p:to>
                                    </p:set>
                                  </p:childTnLst>
                                </p:cTn>
                              </p:par>
                              <p:par>
                                <p:cTn id="182" nodeType="withEffect" fill="hold" presetClass="exit" presetID="10">
                                  <p:stCondLst>
                                    <p:cond delay="0"/>
                                  </p:stCondLst>
                                  <p:childTnLst>
                                    <p:animEffect filter="fade" transition="out">
                                      <p:cBhvr additive="repl">
                                        <p:cTn id="183" dur="500"/>
                                        <p:tgtEl>
                                          <p:spTgt spid="783"/>
                                        </p:tgtEl>
                                      </p:cBhvr>
                                    </p:animEffect>
                                    <p:set>
                                      <p:cBhvr>
                                        <p:cTn id="184" dur="1" fill="hold">
                                          <p:stCondLst>
                                            <p:cond delay="499"/>
                                          </p:stCondLst>
                                        </p:cTn>
                                        <p:tgtEl>
                                          <p:spTgt spid="783"/>
                                        </p:tgtEl>
                                        <p:attrNameLst>
                                          <p:attrName>style.visibility</p:attrName>
                                        </p:attrNameLst>
                                      </p:cBhvr>
                                      <p:to>
                                        <p:strVal val="hidden"/>
                                      </p:to>
                                    </p:set>
                                  </p:childTnLst>
                                </p:cTn>
                              </p:par>
                              <p:par>
                                <p:cTn id="185" nodeType="withEffect" fill="hold" presetClass="exit" presetID="10">
                                  <p:stCondLst>
                                    <p:cond delay="0"/>
                                  </p:stCondLst>
                                  <p:childTnLst>
                                    <p:animEffect filter="fade" transition="out">
                                      <p:cBhvr additive="repl">
                                        <p:cTn id="186" dur="500"/>
                                        <p:tgtEl>
                                          <p:spTgt spid="782"/>
                                        </p:tgtEl>
                                      </p:cBhvr>
                                    </p:animEffect>
                                    <p:set>
                                      <p:cBhvr>
                                        <p:cTn id="187" dur="1" fill="hold">
                                          <p:stCondLst>
                                            <p:cond delay="499"/>
                                          </p:stCondLst>
                                        </p:cTn>
                                        <p:tgtEl>
                                          <p:spTgt spid="782"/>
                                        </p:tgtEl>
                                        <p:attrNameLst>
                                          <p:attrName>style.visibility</p:attrName>
                                        </p:attrNameLst>
                                      </p:cBhvr>
                                      <p:to>
                                        <p:strVal val="hidden"/>
                                      </p:to>
                                    </p:set>
                                  </p:childTnLst>
                                </p:cTn>
                              </p:par>
                              <p:par>
                                <p:cTn id="188" nodeType="withEffect" fill="hold" presetClass="exit" presetID="10">
                                  <p:stCondLst>
                                    <p:cond delay="0"/>
                                  </p:stCondLst>
                                  <p:childTnLst>
                                    <p:animEffect filter="fade" transition="out">
                                      <p:cBhvr additive="repl">
                                        <p:cTn id="189" dur="500"/>
                                        <p:tgtEl>
                                          <p:spTgt spid="787"/>
                                        </p:tgtEl>
                                      </p:cBhvr>
                                    </p:animEffect>
                                    <p:set>
                                      <p:cBhvr>
                                        <p:cTn id="190" dur="1" fill="hold">
                                          <p:stCondLst>
                                            <p:cond delay="499"/>
                                          </p:stCondLst>
                                        </p:cTn>
                                        <p:tgtEl>
                                          <p:spTgt spid="787"/>
                                        </p:tgtEl>
                                        <p:attrNameLst>
                                          <p:attrName>style.visibility</p:attrName>
                                        </p:attrNameLst>
                                      </p:cBhvr>
                                      <p:to>
                                        <p:strVal val="hidden"/>
                                      </p:to>
                                    </p:set>
                                  </p:childTnLst>
                                </p:cTn>
                              </p:par>
                              <p:par>
                                <p:cTn id="191" nodeType="withEffect" fill="hold" presetClass="exit" presetID="10">
                                  <p:stCondLst>
                                    <p:cond delay="0"/>
                                  </p:stCondLst>
                                  <p:childTnLst>
                                    <p:animEffect filter="fade" transition="out">
                                      <p:cBhvr additive="repl">
                                        <p:cTn id="192" dur="500"/>
                                        <p:tgtEl>
                                          <p:spTgt spid="786"/>
                                        </p:tgtEl>
                                      </p:cBhvr>
                                    </p:animEffect>
                                    <p:set>
                                      <p:cBhvr>
                                        <p:cTn id="193" dur="1" fill="hold">
                                          <p:stCondLst>
                                            <p:cond delay="499"/>
                                          </p:stCondLst>
                                        </p:cTn>
                                        <p:tgtEl>
                                          <p:spTgt spid="786"/>
                                        </p:tgtEl>
                                        <p:attrNameLst>
                                          <p:attrName>style.visibility</p:attrName>
                                        </p:attrNameLst>
                                      </p:cBhvr>
                                      <p:to>
                                        <p:strVal val="hidden"/>
                                      </p:to>
                                    </p:set>
                                  </p:childTnLst>
                                </p:cTn>
                              </p:par>
                              <p:par>
                                <p:cTn id="194" nodeType="withEffect" fill="hold" presetClass="exit" presetID="10">
                                  <p:stCondLst>
                                    <p:cond delay="0"/>
                                  </p:stCondLst>
                                  <p:childTnLst>
                                    <p:animEffect filter="fade" transition="out">
                                      <p:cBhvr additive="repl">
                                        <p:cTn id="195" dur="500"/>
                                        <p:tgtEl>
                                          <p:spTgt spid="795"/>
                                        </p:tgtEl>
                                      </p:cBhvr>
                                    </p:animEffect>
                                    <p:set>
                                      <p:cBhvr>
                                        <p:cTn id="196" dur="1" fill="hold">
                                          <p:stCondLst>
                                            <p:cond delay="499"/>
                                          </p:stCondLst>
                                        </p:cTn>
                                        <p:tgtEl>
                                          <p:spTgt spid="795"/>
                                        </p:tgtEl>
                                        <p:attrNameLst>
                                          <p:attrName>style.visibility</p:attrName>
                                        </p:attrNameLst>
                                      </p:cBhvr>
                                      <p:to>
                                        <p:strVal val="hidden"/>
                                      </p:to>
                                    </p:set>
                                  </p:childTnLst>
                                </p:cTn>
                              </p:par>
                              <p:par>
                                <p:cTn id="197" nodeType="withEffect" fill="hold" presetClass="exit" presetID="10">
                                  <p:stCondLst>
                                    <p:cond delay="0"/>
                                  </p:stCondLst>
                                  <p:childTnLst>
                                    <p:animEffect filter="fade" transition="out">
                                      <p:cBhvr additive="repl">
                                        <p:cTn id="198" dur="500"/>
                                        <p:tgtEl>
                                          <p:spTgt spid="794"/>
                                        </p:tgtEl>
                                      </p:cBhvr>
                                    </p:animEffect>
                                    <p:set>
                                      <p:cBhvr>
                                        <p:cTn id="199" dur="1" fill="hold">
                                          <p:stCondLst>
                                            <p:cond delay="499"/>
                                          </p:stCondLst>
                                        </p:cTn>
                                        <p:tgtEl>
                                          <p:spTgt spid="79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00" restart="whenNotActive" nodeType="interactiveSeq" fill="hold">
                <p:stCondLst>
                  <p:cond delay="0" evt="onClick">
                    <p:tgtEl>
                      <p:spTgt spid="791"/>
                    </p:tgtEl>
                  </p:cond>
                </p:stCondLst>
                <p:childTnLst>
                  <p:par>
                    <p:cTn id="201" fill="hold">
                      <p:stCondLst>
                        <p:cond delay="0" evt="onClick">
                          <p:tgtEl>
                            <p:spTgt spid="791"/>
                          </p:tgtEl>
                        </p:cond>
                      </p:stCondLst>
                      <p:childTnLst>
                        <p:par>
                          <p:cTn id="202" fill="hold">
                            <p:stCondLst>
                              <p:cond delay="0"/>
                            </p:stCondLst>
                            <p:childTnLst>
                              <p:par>
                                <p:cTn id="203" nodeType="clickEffect" fill="hold" presetClass="exit" presetID="9">
                                  <p:stCondLst>
                                    <p:cond delay="0"/>
                                  </p:stCondLst>
                                  <p:childTnLst>
                                    <p:animEffect filter="dissolve" transition="out">
                                      <p:cBhvr additive="repl">
                                        <p:cTn id="204" dur="500"/>
                                        <p:tgtEl>
                                          <p:spTgt spid="791"/>
                                        </p:tgtEl>
                                      </p:cBhvr>
                                    </p:animEffect>
                                    <p:set>
                                      <p:cBhvr>
                                        <p:cTn id="205" dur="1" fill="hold">
                                          <p:stCondLst>
                                            <p:cond delay="499"/>
                                          </p:stCondLst>
                                        </p:cTn>
                                        <p:tgtEl>
                                          <p:spTgt spid="791"/>
                                        </p:tgtEl>
                                        <p:attrNameLst>
                                          <p:attrName>style.visibility</p:attrName>
                                        </p:attrNameLst>
                                      </p:cBhvr>
                                      <p:to>
                                        <p:strVal val="hidden"/>
                                      </p:to>
                                    </p:set>
                                  </p:childTnLst>
                                </p:cTn>
                              </p:par>
                              <p:par>
                                <p:cTn id="206" nodeType="withEffect" fill="hold" presetClass="exit" presetID="9">
                                  <p:stCondLst>
                                    <p:cond delay="0"/>
                                  </p:stCondLst>
                                  <p:childTnLst>
                                    <p:animEffect filter="dissolve" transition="out">
                                      <p:cBhvr additive="repl">
                                        <p:cTn id="207" dur="500"/>
                                        <p:tgtEl>
                                          <p:spTgt spid="790"/>
                                        </p:tgtEl>
                                      </p:cBhvr>
                                    </p:animEffect>
                                    <p:set>
                                      <p:cBhvr>
                                        <p:cTn id="208" dur="1" fill="hold">
                                          <p:stCondLst>
                                            <p:cond delay="499"/>
                                          </p:stCondLst>
                                        </p:cTn>
                                        <p:tgtEl>
                                          <p:spTgt spid="790"/>
                                        </p:tgtEl>
                                        <p:attrNameLst>
                                          <p:attrName>style.visibility</p:attrName>
                                        </p:attrNameLst>
                                      </p:cBhvr>
                                      <p:to>
                                        <p:strVal val="hidden"/>
                                      </p:to>
                                    </p:set>
                                  </p:childTnLst>
                                </p:cTn>
                              </p:par>
                              <p:par>
                                <p:cTn id="209" nodeType="withEffect" fill="hold" presetClass="emph" presetID="1" presetSubtype="2">
                                  <p:stCondLst>
                                    <p:cond delay="0"/>
                                  </p:stCondLst>
                                  <p:childTnLst>
                                    <p:animClr clrSpc="rgb">
                                      <p:cBhvr>
                                        <p:cTn id="210" dur="500" fill="hold"/>
                                        <p:tgtEl>
                                          <p:spTgt spid="789"/>
                                        </p:tgtEl>
                                        <p:attrNameLst>
                                          <p:attrName>fillcolor</p:attrName>
                                        </p:attrNameLst>
                                      </p:cBhvr>
                                      <p:to>
                                        <a:srgbClr val="95b3d7"/>
                                      </p:to>
                                    </p:animClr>
                                    <p:set>
                                      <p:cBhvr>
                                        <p:cTn id="211" dur="500" fill="hold"/>
                                        <p:tgtEl>
                                          <p:spTgt spid="789"/>
                                        </p:tgtEl>
                                        <p:attrNameLst>
                                          <p:attrName>fill.type</p:attrName>
                                        </p:attrNameLst>
                                      </p:cBhvr>
                                      <p:to>
                                        <p:strVal val="solid"/>
                                      </p:to>
                                    </p:set>
                                    <p:set>
                                      <p:cBhvr>
                                        <p:cTn id="212" dur="500" fill="hold"/>
                                        <p:tgtEl>
                                          <p:spTgt spid="78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13" restart="whenNotActive" nodeType="interactiveSeq" fill="hold">
                <p:stCondLst>
                  <p:cond delay="0" evt="onClick">
                    <p:tgtEl>
                      <p:spTgt spid="792"/>
                    </p:tgtEl>
                  </p:cond>
                </p:stCondLst>
                <p:childTnLst>
                  <p:par>
                    <p:cTn id="214" fill="hold">
                      <p:stCondLst>
                        <p:cond delay="0" evt="onClick">
                          <p:tgtEl>
                            <p:spTgt spid="792"/>
                          </p:tgtEl>
                        </p:cond>
                      </p:stCondLst>
                      <p:childTnLst>
                        <p:par>
                          <p:cTn id="215" fill="hold">
                            <p:stCondLst>
                              <p:cond delay="0"/>
                            </p:stCondLst>
                            <p:childTnLst>
                              <p:par>
                                <p:cTn id="216" nodeType="clickEffect" fill="hold" presetClass="entr" presetID="16" presetSubtype="21">
                                  <p:stCondLst>
                                    <p:cond delay="0"/>
                                  </p:stCondLst>
                                  <p:childTnLst>
                                    <p:set>
                                      <p:cBhvr>
                                        <p:cTn id="217" dur="1" fill="hold">
                                          <p:stCondLst>
                                            <p:cond delay="0"/>
                                          </p:stCondLst>
                                        </p:cTn>
                                        <p:tgtEl>
                                          <p:spTgt spid="795"/>
                                        </p:tgtEl>
                                        <p:attrNameLst>
                                          <p:attrName>style.visibility</p:attrName>
                                        </p:attrNameLst>
                                      </p:cBhvr>
                                      <p:to>
                                        <p:strVal val="visible"/>
                                      </p:to>
                                    </p:set>
                                    <p:animEffect filter="barn(inVertical)" transition="in">
                                      <p:cBhvr additive="repl">
                                        <p:cTn id="218" dur="500"/>
                                        <p:tgtEl>
                                          <p:spTgt spid="795"/>
                                        </p:tgtEl>
                                      </p:cBhvr>
                                    </p:animEffect>
                                  </p:childTnLst>
                                </p:cTn>
                              </p:par>
                              <p:par>
                                <p:cTn id="219" nodeType="withEffect" fill="hold" presetClass="entr" presetID="16" presetSubtype="21">
                                  <p:stCondLst>
                                    <p:cond delay="0"/>
                                  </p:stCondLst>
                                  <p:childTnLst>
                                    <p:set>
                                      <p:cBhvr>
                                        <p:cTn id="220" dur="1" fill="hold">
                                          <p:stCondLst>
                                            <p:cond delay="0"/>
                                          </p:stCondLst>
                                        </p:cTn>
                                        <p:tgtEl>
                                          <p:spTgt spid="794"/>
                                        </p:tgtEl>
                                        <p:attrNameLst>
                                          <p:attrName>style.visibility</p:attrName>
                                        </p:attrNameLst>
                                      </p:cBhvr>
                                      <p:to>
                                        <p:strVal val="visible"/>
                                      </p:to>
                                    </p:set>
                                    <p:animEffect filter="barn(inVertical)" transition="in">
                                      <p:cBhvr additive="repl">
                                        <p:cTn id="221" dur="500"/>
                                        <p:tgtEl>
                                          <p:spTgt spid="794"/>
                                        </p:tgtEl>
                                      </p:cBhvr>
                                    </p:animEffect>
                                  </p:childTnLst>
                                </p:cTn>
                              </p:par>
                              <p:par>
                                <p:cTn id="222" nodeType="withEffect" fill="hold" presetClass="emph" presetID="1" presetSubtype="2">
                                  <p:stCondLst>
                                    <p:cond delay="0"/>
                                  </p:stCondLst>
                                  <p:childTnLst>
                                    <p:animClr clrSpc="rgb">
                                      <p:cBhvr>
                                        <p:cTn id="223" dur="500" fill="hold"/>
                                        <p:tgtEl>
                                          <p:spTgt spid="793"/>
                                        </p:tgtEl>
                                        <p:attrNameLst>
                                          <p:attrName>fillcolor</p:attrName>
                                        </p:attrNameLst>
                                      </p:cBhvr>
                                      <p:to>
                                        <a:srgbClr val="8a80e4"/>
                                      </p:to>
                                    </p:animClr>
                                    <p:set>
                                      <p:cBhvr>
                                        <p:cTn id="224" dur="500" fill="hold"/>
                                        <p:tgtEl>
                                          <p:spTgt spid="793"/>
                                        </p:tgtEl>
                                        <p:attrNameLst>
                                          <p:attrName>fill.type</p:attrName>
                                        </p:attrNameLst>
                                      </p:cBhvr>
                                      <p:to>
                                        <p:strVal val="solid"/>
                                      </p:to>
                                    </p:set>
                                    <p:set>
                                      <p:cBhvr>
                                        <p:cTn id="225" dur="500" fill="hold"/>
                                        <p:tgtEl>
                                          <p:spTgt spid="793"/>
                                        </p:tgtEl>
                                        <p:attrNameLst>
                                          <p:attrName>fill.on</p:attrName>
                                        </p:attrNameLst>
                                      </p:cBhvr>
                                      <p:to>
                                        <p:strVal val="true"/>
                                      </p:to>
                                    </p:set>
                                  </p:childTnLst>
                                </p:cTn>
                              </p:par>
                              <p:par>
                                <p:cTn id="226" nodeType="withEffect" fill="hold" presetClass="emph" presetID="1" presetSubtype="2">
                                  <p:stCondLst>
                                    <p:cond delay="0"/>
                                  </p:stCondLst>
                                  <p:childTnLst>
                                    <p:animClr clrSpc="rgb">
                                      <p:cBhvr>
                                        <p:cTn id="227" dur="500" fill="hold"/>
                                        <p:tgtEl>
                                          <p:spTgt spid="781"/>
                                        </p:tgtEl>
                                        <p:attrNameLst>
                                          <p:attrName>fillcolor</p:attrName>
                                        </p:attrNameLst>
                                      </p:cBhvr>
                                      <p:to>
                                        <a:srgbClr val="95b3d7"/>
                                      </p:to>
                                    </p:animClr>
                                    <p:set>
                                      <p:cBhvr>
                                        <p:cTn id="228" dur="500" fill="hold"/>
                                        <p:tgtEl>
                                          <p:spTgt spid="781"/>
                                        </p:tgtEl>
                                        <p:attrNameLst>
                                          <p:attrName>fill.type</p:attrName>
                                        </p:attrNameLst>
                                      </p:cBhvr>
                                      <p:to>
                                        <p:strVal val="solid"/>
                                      </p:to>
                                    </p:set>
                                    <p:set>
                                      <p:cBhvr>
                                        <p:cTn id="229" dur="500" fill="hold"/>
                                        <p:tgtEl>
                                          <p:spTgt spid="781"/>
                                        </p:tgtEl>
                                        <p:attrNameLst>
                                          <p:attrName>fill.on</p:attrName>
                                        </p:attrNameLst>
                                      </p:cBhvr>
                                      <p:to>
                                        <p:strVal val="true"/>
                                      </p:to>
                                    </p:set>
                                  </p:childTnLst>
                                </p:cTn>
                              </p:par>
                              <p:par>
                                <p:cTn id="230" nodeType="withEffect" fill="hold" presetClass="emph" presetID="1" presetSubtype="2">
                                  <p:stCondLst>
                                    <p:cond delay="0"/>
                                  </p:stCondLst>
                                  <p:childTnLst>
                                    <p:animClr clrSpc="rgb">
                                      <p:cBhvr>
                                        <p:cTn id="231" dur="500" fill="hold"/>
                                        <p:tgtEl>
                                          <p:spTgt spid="785"/>
                                        </p:tgtEl>
                                        <p:attrNameLst>
                                          <p:attrName>fillcolor</p:attrName>
                                        </p:attrNameLst>
                                      </p:cBhvr>
                                      <p:to>
                                        <a:srgbClr val="95b3d7"/>
                                      </p:to>
                                    </p:animClr>
                                    <p:set>
                                      <p:cBhvr>
                                        <p:cTn id="232" dur="500" fill="hold"/>
                                        <p:tgtEl>
                                          <p:spTgt spid="785"/>
                                        </p:tgtEl>
                                        <p:attrNameLst>
                                          <p:attrName>fill.type</p:attrName>
                                        </p:attrNameLst>
                                      </p:cBhvr>
                                      <p:to>
                                        <p:strVal val="solid"/>
                                      </p:to>
                                    </p:set>
                                    <p:set>
                                      <p:cBhvr>
                                        <p:cTn id="233" dur="500" fill="hold"/>
                                        <p:tgtEl>
                                          <p:spTgt spid="785"/>
                                        </p:tgtEl>
                                        <p:attrNameLst>
                                          <p:attrName>fill.on</p:attrName>
                                        </p:attrNameLst>
                                      </p:cBhvr>
                                      <p:to>
                                        <p:strVal val="true"/>
                                      </p:to>
                                    </p:set>
                                  </p:childTnLst>
                                </p:cTn>
                              </p:par>
                              <p:par>
                                <p:cTn id="234" nodeType="withEffect" fill="hold" presetClass="emph" presetID="1" presetSubtype="2">
                                  <p:stCondLst>
                                    <p:cond delay="0"/>
                                  </p:stCondLst>
                                  <p:childTnLst>
                                    <p:animClr clrSpc="rgb">
                                      <p:cBhvr>
                                        <p:cTn id="235" dur="500" fill="hold"/>
                                        <p:tgtEl>
                                          <p:spTgt spid="789"/>
                                        </p:tgtEl>
                                        <p:attrNameLst>
                                          <p:attrName>fillcolor</p:attrName>
                                        </p:attrNameLst>
                                      </p:cBhvr>
                                      <p:to>
                                        <a:srgbClr val="95b3d7"/>
                                      </p:to>
                                    </p:animClr>
                                    <p:set>
                                      <p:cBhvr>
                                        <p:cTn id="236" dur="500" fill="hold"/>
                                        <p:tgtEl>
                                          <p:spTgt spid="789"/>
                                        </p:tgtEl>
                                        <p:attrNameLst>
                                          <p:attrName>fill.type</p:attrName>
                                        </p:attrNameLst>
                                      </p:cBhvr>
                                      <p:to>
                                        <p:strVal val="solid"/>
                                      </p:to>
                                    </p:set>
                                    <p:set>
                                      <p:cBhvr>
                                        <p:cTn id="237" dur="500" fill="hold"/>
                                        <p:tgtEl>
                                          <p:spTgt spid="789"/>
                                        </p:tgtEl>
                                        <p:attrNameLst>
                                          <p:attrName>fill.on</p:attrName>
                                        </p:attrNameLst>
                                      </p:cBhvr>
                                      <p:to>
                                        <p:strVal val="true"/>
                                      </p:to>
                                    </p:set>
                                  </p:childTnLst>
                                </p:cTn>
                              </p:par>
                              <p:par>
                                <p:cTn id="238" nodeType="withEffect" fill="hold" presetClass="exit" presetID="10">
                                  <p:stCondLst>
                                    <p:cond delay="0"/>
                                  </p:stCondLst>
                                  <p:childTnLst>
                                    <p:animEffect filter="fade" transition="out">
                                      <p:cBhvr additive="repl">
                                        <p:cTn id="239" dur="500"/>
                                        <p:tgtEl>
                                          <p:spTgt spid="783"/>
                                        </p:tgtEl>
                                      </p:cBhvr>
                                    </p:animEffect>
                                    <p:set>
                                      <p:cBhvr>
                                        <p:cTn id="240" dur="1" fill="hold">
                                          <p:stCondLst>
                                            <p:cond delay="499"/>
                                          </p:stCondLst>
                                        </p:cTn>
                                        <p:tgtEl>
                                          <p:spTgt spid="783"/>
                                        </p:tgtEl>
                                        <p:attrNameLst>
                                          <p:attrName>style.visibility</p:attrName>
                                        </p:attrNameLst>
                                      </p:cBhvr>
                                      <p:to>
                                        <p:strVal val="hidden"/>
                                      </p:to>
                                    </p:set>
                                  </p:childTnLst>
                                </p:cTn>
                              </p:par>
                              <p:par>
                                <p:cTn id="241" nodeType="withEffect" fill="hold" presetClass="exit" presetID="10">
                                  <p:stCondLst>
                                    <p:cond delay="0"/>
                                  </p:stCondLst>
                                  <p:childTnLst>
                                    <p:animEffect filter="fade" transition="out">
                                      <p:cBhvr additive="repl">
                                        <p:cTn id="242" dur="500"/>
                                        <p:tgtEl>
                                          <p:spTgt spid="782"/>
                                        </p:tgtEl>
                                      </p:cBhvr>
                                    </p:animEffect>
                                    <p:set>
                                      <p:cBhvr>
                                        <p:cTn id="243" dur="1" fill="hold">
                                          <p:stCondLst>
                                            <p:cond delay="499"/>
                                          </p:stCondLst>
                                        </p:cTn>
                                        <p:tgtEl>
                                          <p:spTgt spid="782"/>
                                        </p:tgtEl>
                                        <p:attrNameLst>
                                          <p:attrName>style.visibility</p:attrName>
                                        </p:attrNameLst>
                                      </p:cBhvr>
                                      <p:to>
                                        <p:strVal val="hidden"/>
                                      </p:to>
                                    </p:set>
                                  </p:childTnLst>
                                </p:cTn>
                              </p:par>
                              <p:par>
                                <p:cTn id="244" nodeType="withEffect" fill="hold" presetClass="exit" presetID="10">
                                  <p:stCondLst>
                                    <p:cond delay="0"/>
                                  </p:stCondLst>
                                  <p:childTnLst>
                                    <p:animEffect filter="fade" transition="out">
                                      <p:cBhvr additive="repl">
                                        <p:cTn id="245" dur="500"/>
                                        <p:tgtEl>
                                          <p:spTgt spid="787"/>
                                        </p:tgtEl>
                                      </p:cBhvr>
                                    </p:animEffect>
                                    <p:set>
                                      <p:cBhvr>
                                        <p:cTn id="246" dur="1" fill="hold">
                                          <p:stCondLst>
                                            <p:cond delay="499"/>
                                          </p:stCondLst>
                                        </p:cTn>
                                        <p:tgtEl>
                                          <p:spTgt spid="787"/>
                                        </p:tgtEl>
                                        <p:attrNameLst>
                                          <p:attrName>style.visibility</p:attrName>
                                        </p:attrNameLst>
                                      </p:cBhvr>
                                      <p:to>
                                        <p:strVal val="hidden"/>
                                      </p:to>
                                    </p:set>
                                  </p:childTnLst>
                                </p:cTn>
                              </p:par>
                              <p:par>
                                <p:cTn id="247" nodeType="withEffect" fill="hold" presetClass="exit" presetID="10">
                                  <p:stCondLst>
                                    <p:cond delay="0"/>
                                  </p:stCondLst>
                                  <p:childTnLst>
                                    <p:animEffect filter="fade" transition="out">
                                      <p:cBhvr additive="repl">
                                        <p:cTn id="248" dur="500"/>
                                        <p:tgtEl>
                                          <p:spTgt spid="786"/>
                                        </p:tgtEl>
                                      </p:cBhvr>
                                    </p:animEffect>
                                    <p:set>
                                      <p:cBhvr>
                                        <p:cTn id="249" dur="1" fill="hold">
                                          <p:stCondLst>
                                            <p:cond delay="499"/>
                                          </p:stCondLst>
                                        </p:cTn>
                                        <p:tgtEl>
                                          <p:spTgt spid="786"/>
                                        </p:tgtEl>
                                        <p:attrNameLst>
                                          <p:attrName>style.visibility</p:attrName>
                                        </p:attrNameLst>
                                      </p:cBhvr>
                                      <p:to>
                                        <p:strVal val="hidden"/>
                                      </p:to>
                                    </p:set>
                                  </p:childTnLst>
                                </p:cTn>
                              </p:par>
                              <p:par>
                                <p:cTn id="250" nodeType="withEffect" fill="hold" presetClass="exit" presetID="10">
                                  <p:stCondLst>
                                    <p:cond delay="0"/>
                                  </p:stCondLst>
                                  <p:childTnLst>
                                    <p:animEffect filter="fade" transition="out">
                                      <p:cBhvr additive="repl">
                                        <p:cTn id="251" dur="500"/>
                                        <p:tgtEl>
                                          <p:spTgt spid="791"/>
                                        </p:tgtEl>
                                      </p:cBhvr>
                                    </p:animEffect>
                                    <p:set>
                                      <p:cBhvr>
                                        <p:cTn id="252" dur="1" fill="hold">
                                          <p:stCondLst>
                                            <p:cond delay="499"/>
                                          </p:stCondLst>
                                        </p:cTn>
                                        <p:tgtEl>
                                          <p:spTgt spid="791"/>
                                        </p:tgtEl>
                                        <p:attrNameLst>
                                          <p:attrName>style.visibility</p:attrName>
                                        </p:attrNameLst>
                                      </p:cBhvr>
                                      <p:to>
                                        <p:strVal val="hidden"/>
                                      </p:to>
                                    </p:set>
                                  </p:childTnLst>
                                </p:cTn>
                              </p:par>
                              <p:par>
                                <p:cTn id="253" nodeType="withEffect" fill="hold" presetClass="exit" presetID="10">
                                  <p:stCondLst>
                                    <p:cond delay="0"/>
                                  </p:stCondLst>
                                  <p:childTnLst>
                                    <p:animEffect filter="fade" transition="out">
                                      <p:cBhvr additive="repl">
                                        <p:cTn id="254" dur="500"/>
                                        <p:tgtEl>
                                          <p:spTgt spid="790"/>
                                        </p:tgtEl>
                                      </p:cBhvr>
                                    </p:animEffect>
                                    <p:set>
                                      <p:cBhvr>
                                        <p:cTn id="255" dur="1" fill="hold">
                                          <p:stCondLst>
                                            <p:cond delay="499"/>
                                          </p:stCondLst>
                                        </p:cTn>
                                        <p:tgtEl>
                                          <p:spTgt spid="79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56" restart="whenNotActive" nodeType="interactiveSeq" fill="hold">
                <p:stCondLst>
                  <p:cond delay="0" evt="onClick">
                    <p:tgtEl>
                      <p:spTgt spid="795"/>
                    </p:tgtEl>
                  </p:cond>
                </p:stCondLst>
                <p:childTnLst>
                  <p:par>
                    <p:cTn id="257" fill="hold">
                      <p:stCondLst>
                        <p:cond delay="0" evt="onClick">
                          <p:tgtEl>
                            <p:spTgt spid="795"/>
                          </p:tgtEl>
                        </p:cond>
                      </p:stCondLst>
                      <p:childTnLst>
                        <p:par>
                          <p:cTn id="258" fill="hold">
                            <p:stCondLst>
                              <p:cond delay="0"/>
                            </p:stCondLst>
                            <p:childTnLst>
                              <p:par>
                                <p:cTn id="259" nodeType="clickEffect" fill="hold" presetClass="exit" presetID="9">
                                  <p:stCondLst>
                                    <p:cond delay="0"/>
                                  </p:stCondLst>
                                  <p:childTnLst>
                                    <p:animEffect filter="dissolve" transition="out">
                                      <p:cBhvr additive="repl">
                                        <p:cTn id="260" dur="500"/>
                                        <p:tgtEl>
                                          <p:spTgt spid="795"/>
                                        </p:tgtEl>
                                      </p:cBhvr>
                                    </p:animEffect>
                                    <p:set>
                                      <p:cBhvr>
                                        <p:cTn id="261" dur="1" fill="hold">
                                          <p:stCondLst>
                                            <p:cond delay="499"/>
                                          </p:stCondLst>
                                        </p:cTn>
                                        <p:tgtEl>
                                          <p:spTgt spid="795"/>
                                        </p:tgtEl>
                                        <p:attrNameLst>
                                          <p:attrName>style.visibility</p:attrName>
                                        </p:attrNameLst>
                                      </p:cBhvr>
                                      <p:to>
                                        <p:strVal val="hidden"/>
                                      </p:to>
                                    </p:set>
                                  </p:childTnLst>
                                </p:cTn>
                              </p:par>
                              <p:par>
                                <p:cTn id="262" nodeType="withEffect" fill="hold" presetClass="exit" presetID="9">
                                  <p:stCondLst>
                                    <p:cond delay="0"/>
                                  </p:stCondLst>
                                  <p:childTnLst>
                                    <p:animEffect filter="dissolve" transition="out">
                                      <p:cBhvr additive="repl">
                                        <p:cTn id="263" dur="500"/>
                                        <p:tgtEl>
                                          <p:spTgt spid="794"/>
                                        </p:tgtEl>
                                      </p:cBhvr>
                                    </p:animEffect>
                                    <p:set>
                                      <p:cBhvr>
                                        <p:cTn id="264" dur="1" fill="hold">
                                          <p:stCondLst>
                                            <p:cond delay="499"/>
                                          </p:stCondLst>
                                        </p:cTn>
                                        <p:tgtEl>
                                          <p:spTgt spid="794"/>
                                        </p:tgtEl>
                                        <p:attrNameLst>
                                          <p:attrName>style.visibility</p:attrName>
                                        </p:attrNameLst>
                                      </p:cBhvr>
                                      <p:to>
                                        <p:strVal val="hidden"/>
                                      </p:to>
                                    </p:set>
                                  </p:childTnLst>
                                </p:cTn>
                              </p:par>
                              <p:par>
                                <p:cTn id="265" nodeType="withEffect" fill="hold" presetClass="emph" presetID="1" presetSubtype="2">
                                  <p:stCondLst>
                                    <p:cond delay="0"/>
                                  </p:stCondLst>
                                  <p:childTnLst>
                                    <p:animClr clrSpc="rgb">
                                      <p:cBhvr>
                                        <p:cTn id="266" dur="500" fill="hold"/>
                                        <p:tgtEl>
                                          <p:spTgt spid="793"/>
                                        </p:tgtEl>
                                        <p:attrNameLst>
                                          <p:attrName>fillcolor</p:attrName>
                                        </p:attrNameLst>
                                      </p:cBhvr>
                                      <p:to>
                                        <a:srgbClr val="95b3d7"/>
                                      </p:to>
                                    </p:animClr>
                                    <p:set>
                                      <p:cBhvr>
                                        <p:cTn id="267" dur="500" fill="hold"/>
                                        <p:tgtEl>
                                          <p:spTgt spid="793"/>
                                        </p:tgtEl>
                                        <p:attrNameLst>
                                          <p:attrName>fill.type</p:attrName>
                                        </p:attrNameLst>
                                      </p:cBhvr>
                                      <p:to>
                                        <p:strVal val="solid"/>
                                      </p:to>
                                    </p:set>
                                    <p:set>
                                      <p:cBhvr>
                                        <p:cTn id="268" dur="500" fill="hold"/>
                                        <p:tgtEl>
                                          <p:spTgt spid="79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797"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798"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02</a:t>
            </a:r>
            <a:br>
              <a:rPr sz="4400"/>
            </a:br>
            <a:endParaRPr b="0" lang="pt-BR" sz="2800" spc="-1" strike="noStrike">
              <a:solidFill>
                <a:schemeClr val="dk1"/>
              </a:solidFill>
              <a:latin typeface="Arial"/>
            </a:endParaRPr>
          </a:p>
        </p:txBody>
      </p:sp>
      <p:sp>
        <p:nvSpPr>
          <p:cNvPr id="800" name="PlaceHolder 2"/>
          <p:cNvSpPr>
            <a:spLocks noGrp="1"/>
          </p:cNvSpPr>
          <p:nvPr>
            <p:ph type="subTitle"/>
          </p:nvPr>
        </p:nvSpPr>
        <p:spPr>
          <a:xfrm>
            <a:off x="1398600" y="126360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Qual a finalidade dos diodos D5 e D6 do paínel de distribuição de alimentação do anemômetro “EVERSHED”?</a:t>
            </a:r>
            <a:endParaRPr b="0" lang="pt-BR" sz="1600" spc="-1" strike="noStrike">
              <a:solidFill>
                <a:srgbClr val="000000"/>
              </a:solidFill>
              <a:latin typeface="Arial"/>
            </a:endParaRPr>
          </a:p>
        </p:txBody>
      </p:sp>
      <p:sp>
        <p:nvSpPr>
          <p:cNvPr id="801"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802"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Reguladores de voltagem</a:t>
            </a:r>
            <a:endParaRPr b="0" lang="pt-BR" sz="1800" spc="-1" strike="noStrike">
              <a:solidFill>
                <a:srgbClr val="000000"/>
              </a:solidFill>
              <a:latin typeface="Arial"/>
            </a:endParaRPr>
          </a:p>
        </p:txBody>
      </p:sp>
      <p:sp>
        <p:nvSpPr>
          <p:cNvPr id="803"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04"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05"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806"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Estabilizadores de velocidades </a:t>
            </a:r>
            <a:endParaRPr b="0" lang="pt-BR" sz="1800" spc="-1" strike="noStrike">
              <a:solidFill>
                <a:srgbClr val="000000"/>
              </a:solidFill>
              <a:latin typeface="Arial"/>
            </a:endParaRPr>
          </a:p>
        </p:txBody>
      </p:sp>
      <p:sp>
        <p:nvSpPr>
          <p:cNvPr id="807"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08"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09"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810"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Reguladores de velocidades </a:t>
            </a:r>
            <a:endParaRPr b="0" lang="pt-BR" sz="1800" spc="-1" strike="noStrike">
              <a:solidFill>
                <a:srgbClr val="000000"/>
              </a:solidFill>
              <a:latin typeface="Arial"/>
            </a:endParaRPr>
          </a:p>
        </p:txBody>
      </p:sp>
      <p:sp>
        <p:nvSpPr>
          <p:cNvPr id="811"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12"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13"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814"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Melhorar o fator de potência. </a:t>
            </a:r>
            <a:endParaRPr b="0" lang="pt-BR" sz="1800" spc="-1" strike="noStrike">
              <a:solidFill>
                <a:srgbClr val="000000"/>
              </a:solidFill>
              <a:latin typeface="Arial"/>
            </a:endParaRPr>
          </a:p>
        </p:txBody>
      </p:sp>
      <p:sp>
        <p:nvSpPr>
          <p:cNvPr id="815"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16"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69" dur="indefinite" restart="never" nodeType="tmRoot">
          <p:childTnLst>
            <p:seq>
              <p:cTn id="270" dur="indefinite" nodeType="mainSeq">
                <p:childTnLst>
                  <p:par>
                    <p:cTn id="271" fill="hold">
                      <p:stCondLst>
                        <p:cond delay="0"/>
                      </p:stCondLst>
                      <p:childTnLst>
                        <p:par>
                          <p:cTn id="272" fill="hold">
                            <p:stCondLst>
                              <p:cond delay="0"/>
                            </p:stCondLst>
                            <p:childTnLst>
                              <p:par>
                                <p:cTn id="273" nodeType="withEffect" fill="hold" presetClass="entr" presetID="10">
                                  <p:stCondLst>
                                    <p:cond delay="0"/>
                                  </p:stCondLst>
                                  <p:childTnLst>
                                    <p:set>
                                      <p:cBhvr>
                                        <p:cTn id="274" dur="1" fill="hold">
                                          <p:stCondLst>
                                            <p:cond delay="0"/>
                                          </p:stCondLst>
                                        </p:cTn>
                                        <p:tgtEl>
                                          <p:spTgt spid="802"/>
                                        </p:tgtEl>
                                        <p:attrNameLst>
                                          <p:attrName>style.visibility</p:attrName>
                                        </p:attrNameLst>
                                      </p:cBhvr>
                                      <p:to>
                                        <p:strVal val="visible"/>
                                      </p:to>
                                    </p:set>
                                    <p:animEffect filter="fade" transition="in">
                                      <p:cBhvr additive="repl">
                                        <p:cTn id="275" dur="500"/>
                                        <p:tgtEl>
                                          <p:spTgt spid="802"/>
                                        </p:tgtEl>
                                      </p:cBhvr>
                                    </p:animEffect>
                                  </p:childTnLst>
                                </p:cTn>
                              </p:par>
                              <p:par>
                                <p:cTn id="276" nodeType="withEffect" fill="hold" presetClass="entr" presetID="10">
                                  <p:stCondLst>
                                    <p:cond delay="0"/>
                                  </p:stCondLst>
                                  <p:childTnLst>
                                    <p:set>
                                      <p:cBhvr>
                                        <p:cTn id="277" dur="1" fill="hold">
                                          <p:stCondLst>
                                            <p:cond delay="0"/>
                                          </p:stCondLst>
                                        </p:cTn>
                                        <p:tgtEl>
                                          <p:spTgt spid="801"/>
                                        </p:tgtEl>
                                        <p:attrNameLst>
                                          <p:attrName>style.visibility</p:attrName>
                                        </p:attrNameLst>
                                      </p:cBhvr>
                                      <p:to>
                                        <p:strVal val="visible"/>
                                      </p:to>
                                    </p:set>
                                    <p:animEffect filter="fade" transition="in">
                                      <p:cBhvr additive="repl">
                                        <p:cTn id="278" dur="500"/>
                                        <p:tgtEl>
                                          <p:spTgt spid="801"/>
                                        </p:tgtEl>
                                      </p:cBhvr>
                                    </p:animEffect>
                                  </p:childTnLst>
                                </p:cTn>
                              </p:par>
                              <p:par>
                                <p:cTn id="279" nodeType="withEffect" fill="hold" presetClass="entr" presetID="10">
                                  <p:stCondLst>
                                    <p:cond delay="0"/>
                                  </p:stCondLst>
                                  <p:childTnLst>
                                    <p:set>
                                      <p:cBhvr>
                                        <p:cTn id="280" dur="1" fill="hold">
                                          <p:stCondLst>
                                            <p:cond delay="0"/>
                                          </p:stCondLst>
                                        </p:cTn>
                                        <p:tgtEl>
                                          <p:spTgt spid="805"/>
                                        </p:tgtEl>
                                        <p:attrNameLst>
                                          <p:attrName>style.visibility</p:attrName>
                                        </p:attrNameLst>
                                      </p:cBhvr>
                                      <p:to>
                                        <p:strVal val="visible"/>
                                      </p:to>
                                    </p:set>
                                    <p:animEffect filter="fade" transition="in">
                                      <p:cBhvr additive="repl">
                                        <p:cTn id="281" dur="500"/>
                                        <p:tgtEl>
                                          <p:spTgt spid="805"/>
                                        </p:tgtEl>
                                      </p:cBhvr>
                                    </p:animEffect>
                                  </p:childTnLst>
                                </p:cTn>
                              </p:par>
                              <p:par>
                                <p:cTn id="282" nodeType="withEffect" fill="hold" presetClass="entr" presetID="10">
                                  <p:stCondLst>
                                    <p:cond delay="0"/>
                                  </p:stCondLst>
                                  <p:childTnLst>
                                    <p:set>
                                      <p:cBhvr>
                                        <p:cTn id="283" dur="1" fill="hold">
                                          <p:stCondLst>
                                            <p:cond delay="0"/>
                                          </p:stCondLst>
                                        </p:cTn>
                                        <p:tgtEl>
                                          <p:spTgt spid="806"/>
                                        </p:tgtEl>
                                        <p:attrNameLst>
                                          <p:attrName>style.visibility</p:attrName>
                                        </p:attrNameLst>
                                      </p:cBhvr>
                                      <p:to>
                                        <p:strVal val="visible"/>
                                      </p:to>
                                    </p:set>
                                    <p:animEffect filter="fade" transition="in">
                                      <p:cBhvr additive="repl">
                                        <p:cTn id="284" dur="500"/>
                                        <p:tgtEl>
                                          <p:spTgt spid="806"/>
                                        </p:tgtEl>
                                      </p:cBhvr>
                                    </p:animEffect>
                                  </p:childTnLst>
                                </p:cTn>
                              </p:par>
                              <p:par>
                                <p:cTn id="285" nodeType="withEffect" fill="hold" presetClass="entr" presetID="10">
                                  <p:stCondLst>
                                    <p:cond delay="0"/>
                                  </p:stCondLst>
                                  <p:childTnLst>
                                    <p:set>
                                      <p:cBhvr>
                                        <p:cTn id="286" dur="1" fill="hold">
                                          <p:stCondLst>
                                            <p:cond delay="0"/>
                                          </p:stCondLst>
                                        </p:cTn>
                                        <p:tgtEl>
                                          <p:spTgt spid="809"/>
                                        </p:tgtEl>
                                        <p:attrNameLst>
                                          <p:attrName>style.visibility</p:attrName>
                                        </p:attrNameLst>
                                      </p:cBhvr>
                                      <p:to>
                                        <p:strVal val="visible"/>
                                      </p:to>
                                    </p:set>
                                    <p:animEffect filter="fade" transition="in">
                                      <p:cBhvr additive="repl">
                                        <p:cTn id="287" dur="500"/>
                                        <p:tgtEl>
                                          <p:spTgt spid="809"/>
                                        </p:tgtEl>
                                      </p:cBhvr>
                                    </p:animEffect>
                                  </p:childTnLst>
                                </p:cTn>
                              </p:par>
                              <p:par>
                                <p:cTn id="288" nodeType="withEffect" fill="hold" presetClass="entr" presetID="10">
                                  <p:stCondLst>
                                    <p:cond delay="0"/>
                                  </p:stCondLst>
                                  <p:childTnLst>
                                    <p:set>
                                      <p:cBhvr>
                                        <p:cTn id="289" dur="1" fill="hold">
                                          <p:stCondLst>
                                            <p:cond delay="0"/>
                                          </p:stCondLst>
                                        </p:cTn>
                                        <p:tgtEl>
                                          <p:spTgt spid="810"/>
                                        </p:tgtEl>
                                        <p:attrNameLst>
                                          <p:attrName>style.visibility</p:attrName>
                                        </p:attrNameLst>
                                      </p:cBhvr>
                                      <p:to>
                                        <p:strVal val="visible"/>
                                      </p:to>
                                    </p:set>
                                    <p:animEffect filter="fade" transition="in">
                                      <p:cBhvr additive="repl">
                                        <p:cTn id="290" dur="500"/>
                                        <p:tgtEl>
                                          <p:spTgt spid="810"/>
                                        </p:tgtEl>
                                      </p:cBhvr>
                                    </p:animEffect>
                                  </p:childTnLst>
                                </p:cTn>
                              </p:par>
                              <p:par>
                                <p:cTn id="291" nodeType="withEffect" fill="hold" presetClass="entr" presetID="10">
                                  <p:stCondLst>
                                    <p:cond delay="0"/>
                                  </p:stCondLst>
                                  <p:childTnLst>
                                    <p:set>
                                      <p:cBhvr>
                                        <p:cTn id="292" dur="1" fill="hold">
                                          <p:stCondLst>
                                            <p:cond delay="0"/>
                                          </p:stCondLst>
                                        </p:cTn>
                                        <p:tgtEl>
                                          <p:spTgt spid="813"/>
                                        </p:tgtEl>
                                        <p:attrNameLst>
                                          <p:attrName>style.visibility</p:attrName>
                                        </p:attrNameLst>
                                      </p:cBhvr>
                                      <p:to>
                                        <p:strVal val="visible"/>
                                      </p:to>
                                    </p:set>
                                    <p:animEffect filter="fade" transition="in">
                                      <p:cBhvr additive="repl">
                                        <p:cTn id="293" dur="500"/>
                                        <p:tgtEl>
                                          <p:spTgt spid="813"/>
                                        </p:tgtEl>
                                      </p:cBhvr>
                                    </p:animEffect>
                                  </p:childTnLst>
                                </p:cTn>
                              </p:par>
                              <p:par>
                                <p:cTn id="294" nodeType="withEffect" fill="hold" presetClass="entr" presetID="10">
                                  <p:stCondLst>
                                    <p:cond delay="0"/>
                                  </p:stCondLst>
                                  <p:childTnLst>
                                    <p:set>
                                      <p:cBhvr>
                                        <p:cTn id="295" dur="1" fill="hold">
                                          <p:stCondLst>
                                            <p:cond delay="0"/>
                                          </p:stCondLst>
                                        </p:cTn>
                                        <p:tgtEl>
                                          <p:spTgt spid="814"/>
                                        </p:tgtEl>
                                        <p:attrNameLst>
                                          <p:attrName>style.visibility</p:attrName>
                                        </p:attrNameLst>
                                      </p:cBhvr>
                                      <p:to>
                                        <p:strVal val="visible"/>
                                      </p:to>
                                    </p:set>
                                    <p:animEffect filter="fade" transition="in">
                                      <p:cBhvr additive="repl">
                                        <p:cTn id="296" dur="500"/>
                                        <p:tgtEl>
                                          <p:spTgt spid="814"/>
                                        </p:tgtEl>
                                      </p:cBhvr>
                                    </p:animEffect>
                                  </p:childTnLst>
                                </p:cTn>
                              </p:par>
                              <p:par>
                                <p:cTn id="297" nodeType="withEffect" fill="hold" presetClass="exit" presetID="1">
                                  <p:stCondLst>
                                    <p:cond delay="0"/>
                                  </p:stCondLst>
                                  <p:childTnLst>
                                    <p:set>
                                      <p:cBhvr>
                                        <p:cTn id="298" dur="1" fill="hold">
                                          <p:stCondLst>
                                            <p:cond delay="0"/>
                                          </p:stCondLst>
                                        </p:cTn>
                                        <p:tgtEl>
                                          <p:spTgt spid="804"/>
                                        </p:tgtEl>
                                        <p:attrNameLst>
                                          <p:attrName>style.visibility</p:attrName>
                                        </p:attrNameLst>
                                      </p:cBhvr>
                                      <p:to>
                                        <p:strVal val="hidden"/>
                                      </p:to>
                                    </p:set>
                                  </p:childTnLst>
                                </p:cTn>
                              </p:par>
                              <p:par>
                                <p:cTn id="299" nodeType="withEffect" fill="hold" presetClass="exit" presetID="1">
                                  <p:stCondLst>
                                    <p:cond delay="0"/>
                                  </p:stCondLst>
                                  <p:childTnLst>
                                    <p:set>
                                      <p:cBhvr>
                                        <p:cTn id="300" dur="1" fill="hold">
                                          <p:stCondLst>
                                            <p:cond delay="0"/>
                                          </p:stCondLst>
                                        </p:cTn>
                                        <p:tgtEl>
                                          <p:spTgt spid="803"/>
                                        </p:tgtEl>
                                        <p:attrNameLst>
                                          <p:attrName>style.visibility</p:attrName>
                                        </p:attrNameLst>
                                      </p:cBhvr>
                                      <p:to>
                                        <p:strVal val="hidden"/>
                                      </p:to>
                                    </p:set>
                                  </p:childTnLst>
                                </p:cTn>
                              </p:par>
                              <p:par>
                                <p:cTn id="301" nodeType="withEffect" fill="hold" presetClass="exit" presetID="1">
                                  <p:stCondLst>
                                    <p:cond delay="0"/>
                                  </p:stCondLst>
                                  <p:childTnLst>
                                    <p:set>
                                      <p:cBhvr>
                                        <p:cTn id="302" dur="1" fill="hold">
                                          <p:stCondLst>
                                            <p:cond delay="0"/>
                                          </p:stCondLst>
                                        </p:cTn>
                                        <p:tgtEl>
                                          <p:spTgt spid="808"/>
                                        </p:tgtEl>
                                        <p:attrNameLst>
                                          <p:attrName>style.visibility</p:attrName>
                                        </p:attrNameLst>
                                      </p:cBhvr>
                                      <p:to>
                                        <p:strVal val="hidden"/>
                                      </p:to>
                                    </p:set>
                                  </p:childTnLst>
                                </p:cTn>
                              </p:par>
                              <p:par>
                                <p:cTn id="303" nodeType="withEffect" fill="hold" presetClass="exit" presetID="1">
                                  <p:stCondLst>
                                    <p:cond delay="0"/>
                                  </p:stCondLst>
                                  <p:childTnLst>
                                    <p:set>
                                      <p:cBhvr>
                                        <p:cTn id="304" dur="1" fill="hold">
                                          <p:stCondLst>
                                            <p:cond delay="0"/>
                                          </p:stCondLst>
                                        </p:cTn>
                                        <p:tgtEl>
                                          <p:spTgt spid="807"/>
                                        </p:tgtEl>
                                        <p:attrNameLst>
                                          <p:attrName>style.visibility</p:attrName>
                                        </p:attrNameLst>
                                      </p:cBhvr>
                                      <p:to>
                                        <p:strVal val="hidden"/>
                                      </p:to>
                                    </p:set>
                                  </p:childTnLst>
                                </p:cTn>
                              </p:par>
                              <p:par>
                                <p:cTn id="305" nodeType="withEffect" fill="hold" presetClass="exit" presetID="1">
                                  <p:stCondLst>
                                    <p:cond delay="0"/>
                                  </p:stCondLst>
                                  <p:childTnLst>
                                    <p:set>
                                      <p:cBhvr>
                                        <p:cTn id="306" dur="1" fill="hold">
                                          <p:stCondLst>
                                            <p:cond delay="0"/>
                                          </p:stCondLst>
                                        </p:cTn>
                                        <p:tgtEl>
                                          <p:spTgt spid="812"/>
                                        </p:tgtEl>
                                        <p:attrNameLst>
                                          <p:attrName>style.visibility</p:attrName>
                                        </p:attrNameLst>
                                      </p:cBhvr>
                                      <p:to>
                                        <p:strVal val="hidden"/>
                                      </p:to>
                                    </p:set>
                                  </p:childTnLst>
                                </p:cTn>
                              </p:par>
                              <p:par>
                                <p:cTn id="307" nodeType="withEffect" fill="hold" presetClass="exit" presetID="1">
                                  <p:stCondLst>
                                    <p:cond delay="0"/>
                                  </p:stCondLst>
                                  <p:childTnLst>
                                    <p:set>
                                      <p:cBhvr>
                                        <p:cTn id="308" dur="1" fill="hold">
                                          <p:stCondLst>
                                            <p:cond delay="0"/>
                                          </p:stCondLst>
                                        </p:cTn>
                                        <p:tgtEl>
                                          <p:spTgt spid="811"/>
                                        </p:tgtEl>
                                        <p:attrNameLst>
                                          <p:attrName>style.visibility</p:attrName>
                                        </p:attrNameLst>
                                      </p:cBhvr>
                                      <p:to>
                                        <p:strVal val="hidden"/>
                                      </p:to>
                                    </p:set>
                                  </p:childTnLst>
                                </p:cTn>
                              </p:par>
                              <p:par>
                                <p:cTn id="309" nodeType="withEffect" fill="hold" presetClass="exit" presetID="1">
                                  <p:stCondLst>
                                    <p:cond delay="0"/>
                                  </p:stCondLst>
                                  <p:childTnLst>
                                    <p:set>
                                      <p:cBhvr>
                                        <p:cTn id="310" dur="1" fill="hold">
                                          <p:stCondLst>
                                            <p:cond delay="0"/>
                                          </p:stCondLst>
                                        </p:cTn>
                                        <p:tgtEl>
                                          <p:spTgt spid="816"/>
                                        </p:tgtEl>
                                        <p:attrNameLst>
                                          <p:attrName>style.visibility</p:attrName>
                                        </p:attrNameLst>
                                      </p:cBhvr>
                                      <p:to>
                                        <p:strVal val="hidden"/>
                                      </p:to>
                                    </p:set>
                                  </p:childTnLst>
                                </p:cTn>
                              </p:par>
                              <p:par>
                                <p:cTn id="311" nodeType="withEffect" fill="hold" presetClass="exit" presetID="1">
                                  <p:stCondLst>
                                    <p:cond delay="0"/>
                                  </p:stCondLst>
                                  <p:childTnLst>
                                    <p:set>
                                      <p:cBhvr>
                                        <p:cTn id="312" dur="1" fill="hold">
                                          <p:stCondLst>
                                            <p:cond delay="0"/>
                                          </p:stCondLst>
                                        </p:cTn>
                                        <p:tgtEl>
                                          <p:spTgt spid="8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13" restart="whenNotActive" nodeType="interactiveSeq" fill="hold">
                <p:stCondLst>
                  <p:cond delay="0" evt="onClick">
                    <p:tgtEl>
                      <p:spTgt spid="801"/>
                    </p:tgtEl>
                  </p:cond>
                </p:stCondLst>
                <p:childTnLst>
                  <p:par>
                    <p:cTn id="314" fill="hold">
                      <p:stCondLst>
                        <p:cond delay="0" evt="onClick">
                          <p:tgtEl>
                            <p:spTgt spid="801"/>
                          </p:tgtEl>
                        </p:cond>
                      </p:stCondLst>
                      <p:childTnLst>
                        <p:par>
                          <p:cTn id="315" fill="hold">
                            <p:stCondLst>
                              <p:cond delay="0"/>
                            </p:stCondLst>
                            <p:childTnLst>
                              <p:par>
                                <p:cTn id="316" nodeType="clickEffect" fill="hold" presetClass="entr" presetID="16" presetSubtype="21">
                                  <p:stCondLst>
                                    <p:cond delay="0"/>
                                  </p:stCondLst>
                                  <p:childTnLst>
                                    <p:set>
                                      <p:cBhvr>
                                        <p:cTn id="317" dur="1" fill="hold">
                                          <p:stCondLst>
                                            <p:cond delay="0"/>
                                          </p:stCondLst>
                                        </p:cTn>
                                        <p:tgtEl>
                                          <p:spTgt spid="804"/>
                                        </p:tgtEl>
                                        <p:attrNameLst>
                                          <p:attrName>style.visibility</p:attrName>
                                        </p:attrNameLst>
                                      </p:cBhvr>
                                      <p:to>
                                        <p:strVal val="visible"/>
                                      </p:to>
                                    </p:set>
                                    <p:animEffect filter="barn(inVertical)" transition="in">
                                      <p:cBhvr additive="repl">
                                        <p:cTn id="318" dur="500"/>
                                        <p:tgtEl>
                                          <p:spTgt spid="804"/>
                                        </p:tgtEl>
                                      </p:cBhvr>
                                    </p:animEffect>
                                  </p:childTnLst>
                                </p:cTn>
                              </p:par>
                              <p:par>
                                <p:cTn id="319" nodeType="withEffect" fill="hold" presetClass="entr" presetID="16" presetSubtype="21">
                                  <p:stCondLst>
                                    <p:cond delay="0"/>
                                  </p:stCondLst>
                                  <p:childTnLst>
                                    <p:set>
                                      <p:cBhvr>
                                        <p:cTn id="320" dur="1" fill="hold">
                                          <p:stCondLst>
                                            <p:cond delay="0"/>
                                          </p:stCondLst>
                                        </p:cTn>
                                        <p:tgtEl>
                                          <p:spTgt spid="803"/>
                                        </p:tgtEl>
                                        <p:attrNameLst>
                                          <p:attrName>style.visibility</p:attrName>
                                        </p:attrNameLst>
                                      </p:cBhvr>
                                      <p:to>
                                        <p:strVal val="visible"/>
                                      </p:to>
                                    </p:set>
                                    <p:animEffect filter="barn(inVertical)" transition="in">
                                      <p:cBhvr additive="repl">
                                        <p:cTn id="321" dur="500"/>
                                        <p:tgtEl>
                                          <p:spTgt spid="803"/>
                                        </p:tgtEl>
                                      </p:cBhvr>
                                    </p:animEffect>
                                  </p:childTnLst>
                                </p:cTn>
                              </p:par>
                              <p:par>
                                <p:cTn id="322" nodeType="withEffect" fill="hold" presetClass="emph" presetID="1" presetSubtype="2">
                                  <p:stCondLst>
                                    <p:cond delay="0"/>
                                  </p:stCondLst>
                                  <p:childTnLst>
                                    <p:animClr clrSpc="rgb">
                                      <p:cBhvr>
                                        <p:cTn id="323" dur="500" fill="hold"/>
                                        <p:tgtEl>
                                          <p:spTgt spid="802"/>
                                        </p:tgtEl>
                                        <p:attrNameLst>
                                          <p:attrName>fillcolor</p:attrName>
                                        </p:attrNameLst>
                                      </p:cBhvr>
                                      <p:to>
                                        <a:srgbClr val="8a80e4"/>
                                      </p:to>
                                    </p:animClr>
                                    <p:set>
                                      <p:cBhvr>
                                        <p:cTn id="324" dur="500" fill="hold"/>
                                        <p:tgtEl>
                                          <p:spTgt spid="802"/>
                                        </p:tgtEl>
                                        <p:attrNameLst>
                                          <p:attrName>fill.type</p:attrName>
                                        </p:attrNameLst>
                                      </p:cBhvr>
                                      <p:to>
                                        <p:strVal val="solid"/>
                                      </p:to>
                                    </p:set>
                                    <p:set>
                                      <p:cBhvr>
                                        <p:cTn id="325" dur="500" fill="hold"/>
                                        <p:tgtEl>
                                          <p:spTgt spid="802"/>
                                        </p:tgtEl>
                                        <p:attrNameLst>
                                          <p:attrName>fill.on</p:attrName>
                                        </p:attrNameLst>
                                      </p:cBhvr>
                                      <p:to>
                                        <p:strVal val="true"/>
                                      </p:to>
                                    </p:set>
                                  </p:childTnLst>
                                </p:cTn>
                              </p:par>
                              <p:par>
                                <p:cTn id="326" nodeType="withEffect" fill="hold" presetClass="emph" presetID="1" presetSubtype="2">
                                  <p:stCondLst>
                                    <p:cond delay="0"/>
                                  </p:stCondLst>
                                  <p:childTnLst>
                                    <p:animClr clrSpc="rgb">
                                      <p:cBhvr>
                                        <p:cTn id="327" dur="500" fill="hold"/>
                                        <p:tgtEl>
                                          <p:spTgt spid="806"/>
                                        </p:tgtEl>
                                        <p:attrNameLst>
                                          <p:attrName>fillcolor</p:attrName>
                                        </p:attrNameLst>
                                      </p:cBhvr>
                                      <p:to>
                                        <a:srgbClr val="95b3d7"/>
                                      </p:to>
                                    </p:animClr>
                                    <p:set>
                                      <p:cBhvr>
                                        <p:cTn id="328" dur="500" fill="hold"/>
                                        <p:tgtEl>
                                          <p:spTgt spid="806"/>
                                        </p:tgtEl>
                                        <p:attrNameLst>
                                          <p:attrName>fill.type</p:attrName>
                                        </p:attrNameLst>
                                      </p:cBhvr>
                                      <p:to>
                                        <p:strVal val="solid"/>
                                      </p:to>
                                    </p:set>
                                    <p:set>
                                      <p:cBhvr>
                                        <p:cTn id="329" dur="500" fill="hold"/>
                                        <p:tgtEl>
                                          <p:spTgt spid="806"/>
                                        </p:tgtEl>
                                        <p:attrNameLst>
                                          <p:attrName>fill.on</p:attrName>
                                        </p:attrNameLst>
                                      </p:cBhvr>
                                      <p:to>
                                        <p:strVal val="true"/>
                                      </p:to>
                                    </p:set>
                                  </p:childTnLst>
                                </p:cTn>
                              </p:par>
                              <p:par>
                                <p:cTn id="330" nodeType="withEffect" fill="hold" presetClass="emph" presetID="1" presetSubtype="2">
                                  <p:stCondLst>
                                    <p:cond delay="0"/>
                                  </p:stCondLst>
                                  <p:childTnLst>
                                    <p:animClr clrSpc="rgb">
                                      <p:cBhvr>
                                        <p:cTn id="331" dur="500" fill="hold"/>
                                        <p:tgtEl>
                                          <p:spTgt spid="810"/>
                                        </p:tgtEl>
                                        <p:attrNameLst>
                                          <p:attrName>fillcolor</p:attrName>
                                        </p:attrNameLst>
                                      </p:cBhvr>
                                      <p:to>
                                        <a:srgbClr val="95b3d7"/>
                                      </p:to>
                                    </p:animClr>
                                    <p:set>
                                      <p:cBhvr>
                                        <p:cTn id="332" dur="500" fill="hold"/>
                                        <p:tgtEl>
                                          <p:spTgt spid="810"/>
                                        </p:tgtEl>
                                        <p:attrNameLst>
                                          <p:attrName>fill.type</p:attrName>
                                        </p:attrNameLst>
                                      </p:cBhvr>
                                      <p:to>
                                        <p:strVal val="solid"/>
                                      </p:to>
                                    </p:set>
                                    <p:set>
                                      <p:cBhvr>
                                        <p:cTn id="333" dur="500" fill="hold"/>
                                        <p:tgtEl>
                                          <p:spTgt spid="810"/>
                                        </p:tgtEl>
                                        <p:attrNameLst>
                                          <p:attrName>fill.on</p:attrName>
                                        </p:attrNameLst>
                                      </p:cBhvr>
                                      <p:to>
                                        <p:strVal val="true"/>
                                      </p:to>
                                    </p:set>
                                  </p:childTnLst>
                                </p:cTn>
                              </p:par>
                              <p:par>
                                <p:cTn id="334" nodeType="withEffect" fill="hold" presetClass="emph" presetID="1" presetSubtype="2">
                                  <p:stCondLst>
                                    <p:cond delay="0"/>
                                  </p:stCondLst>
                                  <p:childTnLst>
                                    <p:animClr clrSpc="rgb">
                                      <p:cBhvr>
                                        <p:cTn id="335" dur="500" fill="hold"/>
                                        <p:tgtEl>
                                          <p:spTgt spid="814"/>
                                        </p:tgtEl>
                                        <p:attrNameLst>
                                          <p:attrName>fillcolor</p:attrName>
                                        </p:attrNameLst>
                                      </p:cBhvr>
                                      <p:to>
                                        <a:srgbClr val="95b3d7"/>
                                      </p:to>
                                    </p:animClr>
                                    <p:set>
                                      <p:cBhvr>
                                        <p:cTn id="336" dur="500" fill="hold"/>
                                        <p:tgtEl>
                                          <p:spTgt spid="814"/>
                                        </p:tgtEl>
                                        <p:attrNameLst>
                                          <p:attrName>fill.type</p:attrName>
                                        </p:attrNameLst>
                                      </p:cBhvr>
                                      <p:to>
                                        <p:strVal val="solid"/>
                                      </p:to>
                                    </p:set>
                                    <p:set>
                                      <p:cBhvr>
                                        <p:cTn id="337" dur="500" fill="hold"/>
                                        <p:tgtEl>
                                          <p:spTgt spid="814"/>
                                        </p:tgtEl>
                                        <p:attrNameLst>
                                          <p:attrName>fill.on</p:attrName>
                                        </p:attrNameLst>
                                      </p:cBhvr>
                                      <p:to>
                                        <p:strVal val="true"/>
                                      </p:to>
                                    </p:set>
                                  </p:childTnLst>
                                </p:cTn>
                              </p:par>
                              <p:par>
                                <p:cTn id="338" nodeType="withEffect" fill="hold" presetClass="exit" presetID="10">
                                  <p:stCondLst>
                                    <p:cond delay="0"/>
                                  </p:stCondLst>
                                  <p:childTnLst>
                                    <p:animEffect filter="fade" transition="out">
                                      <p:cBhvr additive="repl">
                                        <p:cTn id="339" dur="500"/>
                                        <p:tgtEl>
                                          <p:spTgt spid="808"/>
                                        </p:tgtEl>
                                      </p:cBhvr>
                                    </p:animEffect>
                                    <p:set>
                                      <p:cBhvr>
                                        <p:cTn id="340" dur="1" fill="hold">
                                          <p:stCondLst>
                                            <p:cond delay="499"/>
                                          </p:stCondLst>
                                        </p:cTn>
                                        <p:tgtEl>
                                          <p:spTgt spid="808"/>
                                        </p:tgtEl>
                                        <p:attrNameLst>
                                          <p:attrName>style.visibility</p:attrName>
                                        </p:attrNameLst>
                                      </p:cBhvr>
                                      <p:to>
                                        <p:strVal val="hidden"/>
                                      </p:to>
                                    </p:set>
                                  </p:childTnLst>
                                </p:cTn>
                              </p:par>
                              <p:par>
                                <p:cTn id="341" nodeType="withEffect" fill="hold" presetClass="exit" presetID="10">
                                  <p:stCondLst>
                                    <p:cond delay="0"/>
                                  </p:stCondLst>
                                  <p:childTnLst>
                                    <p:animEffect filter="fade" transition="out">
                                      <p:cBhvr additive="repl">
                                        <p:cTn id="342" dur="500"/>
                                        <p:tgtEl>
                                          <p:spTgt spid="807"/>
                                        </p:tgtEl>
                                      </p:cBhvr>
                                    </p:animEffect>
                                    <p:set>
                                      <p:cBhvr>
                                        <p:cTn id="343" dur="1" fill="hold">
                                          <p:stCondLst>
                                            <p:cond delay="499"/>
                                          </p:stCondLst>
                                        </p:cTn>
                                        <p:tgtEl>
                                          <p:spTgt spid="807"/>
                                        </p:tgtEl>
                                        <p:attrNameLst>
                                          <p:attrName>style.visibility</p:attrName>
                                        </p:attrNameLst>
                                      </p:cBhvr>
                                      <p:to>
                                        <p:strVal val="hidden"/>
                                      </p:to>
                                    </p:set>
                                  </p:childTnLst>
                                </p:cTn>
                              </p:par>
                              <p:par>
                                <p:cTn id="344" nodeType="withEffect" fill="hold" presetClass="exit" presetID="10">
                                  <p:stCondLst>
                                    <p:cond delay="0"/>
                                  </p:stCondLst>
                                  <p:childTnLst>
                                    <p:animEffect filter="fade" transition="out">
                                      <p:cBhvr additive="repl">
                                        <p:cTn id="345" dur="500"/>
                                        <p:tgtEl>
                                          <p:spTgt spid="812"/>
                                        </p:tgtEl>
                                      </p:cBhvr>
                                    </p:animEffect>
                                    <p:set>
                                      <p:cBhvr>
                                        <p:cTn id="346" dur="1" fill="hold">
                                          <p:stCondLst>
                                            <p:cond delay="499"/>
                                          </p:stCondLst>
                                        </p:cTn>
                                        <p:tgtEl>
                                          <p:spTgt spid="812"/>
                                        </p:tgtEl>
                                        <p:attrNameLst>
                                          <p:attrName>style.visibility</p:attrName>
                                        </p:attrNameLst>
                                      </p:cBhvr>
                                      <p:to>
                                        <p:strVal val="hidden"/>
                                      </p:to>
                                    </p:set>
                                  </p:childTnLst>
                                </p:cTn>
                              </p:par>
                              <p:par>
                                <p:cTn id="347" nodeType="withEffect" fill="hold" presetClass="exit" presetID="10">
                                  <p:stCondLst>
                                    <p:cond delay="0"/>
                                  </p:stCondLst>
                                  <p:childTnLst>
                                    <p:animEffect filter="fade" transition="out">
                                      <p:cBhvr additive="repl">
                                        <p:cTn id="348" dur="500"/>
                                        <p:tgtEl>
                                          <p:spTgt spid="811"/>
                                        </p:tgtEl>
                                      </p:cBhvr>
                                    </p:animEffect>
                                    <p:set>
                                      <p:cBhvr>
                                        <p:cTn id="349" dur="1" fill="hold">
                                          <p:stCondLst>
                                            <p:cond delay="499"/>
                                          </p:stCondLst>
                                        </p:cTn>
                                        <p:tgtEl>
                                          <p:spTgt spid="811"/>
                                        </p:tgtEl>
                                        <p:attrNameLst>
                                          <p:attrName>style.visibility</p:attrName>
                                        </p:attrNameLst>
                                      </p:cBhvr>
                                      <p:to>
                                        <p:strVal val="hidden"/>
                                      </p:to>
                                    </p:set>
                                  </p:childTnLst>
                                </p:cTn>
                              </p:par>
                              <p:par>
                                <p:cTn id="350" nodeType="withEffect" fill="hold" presetClass="exit" presetID="10">
                                  <p:stCondLst>
                                    <p:cond delay="0"/>
                                  </p:stCondLst>
                                  <p:childTnLst>
                                    <p:animEffect filter="fade" transition="out">
                                      <p:cBhvr additive="repl">
                                        <p:cTn id="351" dur="500"/>
                                        <p:tgtEl>
                                          <p:spTgt spid="816"/>
                                        </p:tgtEl>
                                      </p:cBhvr>
                                    </p:animEffect>
                                    <p:set>
                                      <p:cBhvr>
                                        <p:cTn id="352" dur="1" fill="hold">
                                          <p:stCondLst>
                                            <p:cond delay="499"/>
                                          </p:stCondLst>
                                        </p:cTn>
                                        <p:tgtEl>
                                          <p:spTgt spid="816"/>
                                        </p:tgtEl>
                                        <p:attrNameLst>
                                          <p:attrName>style.visibility</p:attrName>
                                        </p:attrNameLst>
                                      </p:cBhvr>
                                      <p:to>
                                        <p:strVal val="hidden"/>
                                      </p:to>
                                    </p:set>
                                  </p:childTnLst>
                                </p:cTn>
                              </p:par>
                              <p:par>
                                <p:cTn id="353" nodeType="withEffect" fill="hold" presetClass="exit" presetID="10">
                                  <p:stCondLst>
                                    <p:cond delay="0"/>
                                  </p:stCondLst>
                                  <p:childTnLst>
                                    <p:animEffect filter="fade" transition="out">
                                      <p:cBhvr additive="repl">
                                        <p:cTn id="354" dur="500"/>
                                        <p:tgtEl>
                                          <p:spTgt spid="815"/>
                                        </p:tgtEl>
                                      </p:cBhvr>
                                    </p:animEffect>
                                    <p:set>
                                      <p:cBhvr>
                                        <p:cTn id="355" dur="1" fill="hold">
                                          <p:stCondLst>
                                            <p:cond delay="499"/>
                                          </p:stCondLst>
                                        </p:cTn>
                                        <p:tgtEl>
                                          <p:spTgt spid="8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56" restart="whenNotActive" nodeType="interactiveSeq" fill="hold">
                <p:stCondLst>
                  <p:cond delay="0" evt="onClick">
                    <p:tgtEl>
                      <p:spTgt spid="804"/>
                    </p:tgtEl>
                  </p:cond>
                </p:stCondLst>
                <p:childTnLst>
                  <p:par>
                    <p:cTn id="357" fill="hold">
                      <p:stCondLst>
                        <p:cond delay="0" evt="onClick">
                          <p:tgtEl>
                            <p:spTgt spid="804"/>
                          </p:tgtEl>
                        </p:cond>
                      </p:stCondLst>
                      <p:childTnLst>
                        <p:par>
                          <p:cTn id="358" fill="hold">
                            <p:stCondLst>
                              <p:cond delay="0"/>
                            </p:stCondLst>
                            <p:childTnLst>
                              <p:par>
                                <p:cTn id="359" nodeType="clickEffect" fill="hold" presetClass="exit" presetID="9">
                                  <p:stCondLst>
                                    <p:cond delay="0"/>
                                  </p:stCondLst>
                                  <p:childTnLst>
                                    <p:animEffect filter="dissolve" transition="out">
                                      <p:cBhvr additive="repl">
                                        <p:cTn id="360" dur="500"/>
                                        <p:tgtEl>
                                          <p:spTgt spid="804"/>
                                        </p:tgtEl>
                                      </p:cBhvr>
                                    </p:animEffect>
                                    <p:set>
                                      <p:cBhvr>
                                        <p:cTn id="361" dur="1" fill="hold">
                                          <p:stCondLst>
                                            <p:cond delay="499"/>
                                          </p:stCondLst>
                                        </p:cTn>
                                        <p:tgtEl>
                                          <p:spTgt spid="804"/>
                                        </p:tgtEl>
                                        <p:attrNameLst>
                                          <p:attrName>style.visibility</p:attrName>
                                        </p:attrNameLst>
                                      </p:cBhvr>
                                      <p:to>
                                        <p:strVal val="hidden"/>
                                      </p:to>
                                    </p:set>
                                  </p:childTnLst>
                                </p:cTn>
                              </p:par>
                              <p:par>
                                <p:cTn id="362" nodeType="withEffect" fill="hold" presetClass="exit" presetID="9">
                                  <p:stCondLst>
                                    <p:cond delay="0"/>
                                  </p:stCondLst>
                                  <p:childTnLst>
                                    <p:animEffect filter="dissolve" transition="out">
                                      <p:cBhvr additive="repl">
                                        <p:cTn id="363" dur="500"/>
                                        <p:tgtEl>
                                          <p:spTgt spid="803"/>
                                        </p:tgtEl>
                                      </p:cBhvr>
                                    </p:animEffect>
                                    <p:set>
                                      <p:cBhvr>
                                        <p:cTn id="364" dur="1" fill="hold">
                                          <p:stCondLst>
                                            <p:cond delay="499"/>
                                          </p:stCondLst>
                                        </p:cTn>
                                        <p:tgtEl>
                                          <p:spTgt spid="803"/>
                                        </p:tgtEl>
                                        <p:attrNameLst>
                                          <p:attrName>style.visibility</p:attrName>
                                        </p:attrNameLst>
                                      </p:cBhvr>
                                      <p:to>
                                        <p:strVal val="hidden"/>
                                      </p:to>
                                    </p:set>
                                  </p:childTnLst>
                                </p:cTn>
                              </p:par>
                              <p:par>
                                <p:cTn id="365" nodeType="withEffect" fill="hold" presetClass="emph" presetID="1" presetSubtype="2">
                                  <p:stCondLst>
                                    <p:cond delay="0"/>
                                  </p:stCondLst>
                                  <p:childTnLst>
                                    <p:animClr clrSpc="rgb">
                                      <p:cBhvr>
                                        <p:cTn id="366" dur="500" fill="hold"/>
                                        <p:tgtEl>
                                          <p:spTgt spid="802"/>
                                        </p:tgtEl>
                                        <p:attrNameLst>
                                          <p:attrName>fillcolor</p:attrName>
                                        </p:attrNameLst>
                                      </p:cBhvr>
                                      <p:to>
                                        <a:srgbClr val="95b3d7"/>
                                      </p:to>
                                    </p:animClr>
                                    <p:set>
                                      <p:cBhvr>
                                        <p:cTn id="367" dur="500" fill="hold"/>
                                        <p:tgtEl>
                                          <p:spTgt spid="802"/>
                                        </p:tgtEl>
                                        <p:attrNameLst>
                                          <p:attrName>fill.type</p:attrName>
                                        </p:attrNameLst>
                                      </p:cBhvr>
                                      <p:to>
                                        <p:strVal val="solid"/>
                                      </p:to>
                                    </p:set>
                                    <p:set>
                                      <p:cBhvr>
                                        <p:cTn id="368" dur="500" fill="hold"/>
                                        <p:tgtEl>
                                          <p:spTgt spid="80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69" restart="whenNotActive" nodeType="interactiveSeq" fill="hold">
                <p:stCondLst>
                  <p:cond delay="0" evt="onClick">
                    <p:tgtEl>
                      <p:spTgt spid="805"/>
                    </p:tgtEl>
                  </p:cond>
                </p:stCondLst>
                <p:childTnLst>
                  <p:par>
                    <p:cTn id="370" fill="hold">
                      <p:stCondLst>
                        <p:cond delay="0" evt="onClick">
                          <p:tgtEl>
                            <p:spTgt spid="805"/>
                          </p:tgtEl>
                        </p:cond>
                      </p:stCondLst>
                      <p:childTnLst>
                        <p:par>
                          <p:cTn id="371" fill="hold">
                            <p:stCondLst>
                              <p:cond delay="0"/>
                            </p:stCondLst>
                            <p:childTnLst>
                              <p:par>
                                <p:cTn id="372" nodeType="clickEffect" fill="hold" presetClass="entr" presetID="16" presetSubtype="21">
                                  <p:stCondLst>
                                    <p:cond delay="0"/>
                                  </p:stCondLst>
                                  <p:childTnLst>
                                    <p:set>
                                      <p:cBhvr>
                                        <p:cTn id="373" dur="1" fill="hold">
                                          <p:stCondLst>
                                            <p:cond delay="0"/>
                                          </p:stCondLst>
                                        </p:cTn>
                                        <p:tgtEl>
                                          <p:spTgt spid="808"/>
                                        </p:tgtEl>
                                        <p:attrNameLst>
                                          <p:attrName>style.visibility</p:attrName>
                                        </p:attrNameLst>
                                      </p:cBhvr>
                                      <p:to>
                                        <p:strVal val="visible"/>
                                      </p:to>
                                    </p:set>
                                    <p:animEffect filter="barn(inVertical)" transition="in">
                                      <p:cBhvr additive="repl">
                                        <p:cTn id="374" dur="500"/>
                                        <p:tgtEl>
                                          <p:spTgt spid="808"/>
                                        </p:tgtEl>
                                      </p:cBhvr>
                                    </p:animEffect>
                                  </p:childTnLst>
                                </p:cTn>
                              </p:par>
                              <p:par>
                                <p:cTn id="375" nodeType="withEffect" fill="hold" presetClass="entr" presetID="16" presetSubtype="21">
                                  <p:stCondLst>
                                    <p:cond delay="0"/>
                                  </p:stCondLst>
                                  <p:childTnLst>
                                    <p:set>
                                      <p:cBhvr>
                                        <p:cTn id="376" dur="1" fill="hold">
                                          <p:stCondLst>
                                            <p:cond delay="0"/>
                                          </p:stCondLst>
                                        </p:cTn>
                                        <p:tgtEl>
                                          <p:spTgt spid="807"/>
                                        </p:tgtEl>
                                        <p:attrNameLst>
                                          <p:attrName>style.visibility</p:attrName>
                                        </p:attrNameLst>
                                      </p:cBhvr>
                                      <p:to>
                                        <p:strVal val="visible"/>
                                      </p:to>
                                    </p:set>
                                    <p:animEffect filter="barn(inVertical)" transition="in">
                                      <p:cBhvr additive="repl">
                                        <p:cTn id="377" dur="500"/>
                                        <p:tgtEl>
                                          <p:spTgt spid="807"/>
                                        </p:tgtEl>
                                      </p:cBhvr>
                                    </p:animEffect>
                                  </p:childTnLst>
                                </p:cTn>
                              </p:par>
                              <p:par>
                                <p:cTn id="378" nodeType="withEffect" fill="hold" presetClass="emph" presetID="1" presetSubtype="2">
                                  <p:stCondLst>
                                    <p:cond delay="0"/>
                                  </p:stCondLst>
                                  <p:childTnLst>
                                    <p:animClr clrSpc="rgb">
                                      <p:cBhvr>
                                        <p:cTn id="379" dur="500" fill="hold"/>
                                        <p:tgtEl>
                                          <p:spTgt spid="806"/>
                                        </p:tgtEl>
                                        <p:attrNameLst>
                                          <p:attrName>fillcolor</p:attrName>
                                        </p:attrNameLst>
                                      </p:cBhvr>
                                      <p:to>
                                        <a:srgbClr val="8a80e4"/>
                                      </p:to>
                                    </p:animClr>
                                    <p:set>
                                      <p:cBhvr>
                                        <p:cTn id="380" dur="500" fill="hold"/>
                                        <p:tgtEl>
                                          <p:spTgt spid="806"/>
                                        </p:tgtEl>
                                        <p:attrNameLst>
                                          <p:attrName>fill.type</p:attrName>
                                        </p:attrNameLst>
                                      </p:cBhvr>
                                      <p:to>
                                        <p:strVal val="solid"/>
                                      </p:to>
                                    </p:set>
                                    <p:set>
                                      <p:cBhvr>
                                        <p:cTn id="381" dur="500" fill="hold"/>
                                        <p:tgtEl>
                                          <p:spTgt spid="806"/>
                                        </p:tgtEl>
                                        <p:attrNameLst>
                                          <p:attrName>fill.on</p:attrName>
                                        </p:attrNameLst>
                                      </p:cBhvr>
                                      <p:to>
                                        <p:strVal val="true"/>
                                      </p:to>
                                    </p:set>
                                  </p:childTnLst>
                                </p:cTn>
                              </p:par>
                              <p:par>
                                <p:cTn id="382" nodeType="withEffect" fill="hold" presetClass="emph" presetID="1" presetSubtype="2">
                                  <p:stCondLst>
                                    <p:cond delay="0"/>
                                  </p:stCondLst>
                                  <p:childTnLst>
                                    <p:animClr clrSpc="rgb">
                                      <p:cBhvr>
                                        <p:cTn id="383" dur="500" fill="hold"/>
                                        <p:tgtEl>
                                          <p:spTgt spid="802"/>
                                        </p:tgtEl>
                                        <p:attrNameLst>
                                          <p:attrName>fillcolor</p:attrName>
                                        </p:attrNameLst>
                                      </p:cBhvr>
                                      <p:to>
                                        <a:srgbClr val="95b3d7"/>
                                      </p:to>
                                    </p:animClr>
                                    <p:set>
                                      <p:cBhvr>
                                        <p:cTn id="384" dur="500" fill="hold"/>
                                        <p:tgtEl>
                                          <p:spTgt spid="802"/>
                                        </p:tgtEl>
                                        <p:attrNameLst>
                                          <p:attrName>fill.type</p:attrName>
                                        </p:attrNameLst>
                                      </p:cBhvr>
                                      <p:to>
                                        <p:strVal val="solid"/>
                                      </p:to>
                                    </p:set>
                                    <p:set>
                                      <p:cBhvr>
                                        <p:cTn id="385" dur="500" fill="hold"/>
                                        <p:tgtEl>
                                          <p:spTgt spid="802"/>
                                        </p:tgtEl>
                                        <p:attrNameLst>
                                          <p:attrName>fill.on</p:attrName>
                                        </p:attrNameLst>
                                      </p:cBhvr>
                                      <p:to>
                                        <p:strVal val="true"/>
                                      </p:to>
                                    </p:set>
                                  </p:childTnLst>
                                </p:cTn>
                              </p:par>
                              <p:par>
                                <p:cTn id="386" nodeType="withEffect" fill="hold" presetClass="emph" presetID="1" presetSubtype="2">
                                  <p:stCondLst>
                                    <p:cond delay="0"/>
                                  </p:stCondLst>
                                  <p:childTnLst>
                                    <p:animClr clrSpc="rgb">
                                      <p:cBhvr>
                                        <p:cTn id="387" dur="500" fill="hold"/>
                                        <p:tgtEl>
                                          <p:spTgt spid="810"/>
                                        </p:tgtEl>
                                        <p:attrNameLst>
                                          <p:attrName>fillcolor</p:attrName>
                                        </p:attrNameLst>
                                      </p:cBhvr>
                                      <p:to>
                                        <a:srgbClr val="95b3d7"/>
                                      </p:to>
                                    </p:animClr>
                                    <p:set>
                                      <p:cBhvr>
                                        <p:cTn id="388" dur="500" fill="hold"/>
                                        <p:tgtEl>
                                          <p:spTgt spid="810"/>
                                        </p:tgtEl>
                                        <p:attrNameLst>
                                          <p:attrName>fill.type</p:attrName>
                                        </p:attrNameLst>
                                      </p:cBhvr>
                                      <p:to>
                                        <p:strVal val="solid"/>
                                      </p:to>
                                    </p:set>
                                    <p:set>
                                      <p:cBhvr>
                                        <p:cTn id="389" dur="500" fill="hold"/>
                                        <p:tgtEl>
                                          <p:spTgt spid="810"/>
                                        </p:tgtEl>
                                        <p:attrNameLst>
                                          <p:attrName>fill.on</p:attrName>
                                        </p:attrNameLst>
                                      </p:cBhvr>
                                      <p:to>
                                        <p:strVal val="true"/>
                                      </p:to>
                                    </p:set>
                                  </p:childTnLst>
                                </p:cTn>
                              </p:par>
                              <p:par>
                                <p:cTn id="390" nodeType="withEffect" fill="hold" presetClass="emph" presetID="1" presetSubtype="2">
                                  <p:stCondLst>
                                    <p:cond delay="0"/>
                                  </p:stCondLst>
                                  <p:childTnLst>
                                    <p:animClr clrSpc="rgb">
                                      <p:cBhvr>
                                        <p:cTn id="391" dur="500" fill="hold"/>
                                        <p:tgtEl>
                                          <p:spTgt spid="814"/>
                                        </p:tgtEl>
                                        <p:attrNameLst>
                                          <p:attrName>fillcolor</p:attrName>
                                        </p:attrNameLst>
                                      </p:cBhvr>
                                      <p:to>
                                        <a:srgbClr val="95b3d7"/>
                                      </p:to>
                                    </p:animClr>
                                    <p:set>
                                      <p:cBhvr>
                                        <p:cTn id="392" dur="500" fill="hold"/>
                                        <p:tgtEl>
                                          <p:spTgt spid="814"/>
                                        </p:tgtEl>
                                        <p:attrNameLst>
                                          <p:attrName>fill.type</p:attrName>
                                        </p:attrNameLst>
                                      </p:cBhvr>
                                      <p:to>
                                        <p:strVal val="solid"/>
                                      </p:to>
                                    </p:set>
                                    <p:set>
                                      <p:cBhvr>
                                        <p:cTn id="393" dur="500" fill="hold"/>
                                        <p:tgtEl>
                                          <p:spTgt spid="814"/>
                                        </p:tgtEl>
                                        <p:attrNameLst>
                                          <p:attrName>fill.on</p:attrName>
                                        </p:attrNameLst>
                                      </p:cBhvr>
                                      <p:to>
                                        <p:strVal val="true"/>
                                      </p:to>
                                    </p:set>
                                  </p:childTnLst>
                                </p:cTn>
                              </p:par>
                              <p:par>
                                <p:cTn id="394" nodeType="withEffect" fill="hold" presetClass="exit" presetID="10">
                                  <p:stCondLst>
                                    <p:cond delay="0"/>
                                  </p:stCondLst>
                                  <p:childTnLst>
                                    <p:animEffect filter="fade" transition="out">
                                      <p:cBhvr additive="repl">
                                        <p:cTn id="395" dur="500"/>
                                        <p:tgtEl>
                                          <p:spTgt spid="804"/>
                                        </p:tgtEl>
                                      </p:cBhvr>
                                    </p:animEffect>
                                    <p:set>
                                      <p:cBhvr>
                                        <p:cTn id="396" dur="1" fill="hold">
                                          <p:stCondLst>
                                            <p:cond delay="499"/>
                                          </p:stCondLst>
                                        </p:cTn>
                                        <p:tgtEl>
                                          <p:spTgt spid="804"/>
                                        </p:tgtEl>
                                        <p:attrNameLst>
                                          <p:attrName>style.visibility</p:attrName>
                                        </p:attrNameLst>
                                      </p:cBhvr>
                                      <p:to>
                                        <p:strVal val="hidden"/>
                                      </p:to>
                                    </p:set>
                                  </p:childTnLst>
                                </p:cTn>
                              </p:par>
                              <p:par>
                                <p:cTn id="397" nodeType="withEffect" fill="hold" presetClass="exit" presetID="10">
                                  <p:stCondLst>
                                    <p:cond delay="0"/>
                                  </p:stCondLst>
                                  <p:childTnLst>
                                    <p:animEffect filter="fade" transition="out">
                                      <p:cBhvr additive="repl">
                                        <p:cTn id="398" dur="500"/>
                                        <p:tgtEl>
                                          <p:spTgt spid="803"/>
                                        </p:tgtEl>
                                      </p:cBhvr>
                                    </p:animEffect>
                                    <p:set>
                                      <p:cBhvr>
                                        <p:cTn id="399" dur="1" fill="hold">
                                          <p:stCondLst>
                                            <p:cond delay="499"/>
                                          </p:stCondLst>
                                        </p:cTn>
                                        <p:tgtEl>
                                          <p:spTgt spid="803"/>
                                        </p:tgtEl>
                                        <p:attrNameLst>
                                          <p:attrName>style.visibility</p:attrName>
                                        </p:attrNameLst>
                                      </p:cBhvr>
                                      <p:to>
                                        <p:strVal val="hidden"/>
                                      </p:to>
                                    </p:set>
                                  </p:childTnLst>
                                </p:cTn>
                              </p:par>
                              <p:par>
                                <p:cTn id="400" nodeType="withEffect" fill="hold" presetClass="exit" presetID="10">
                                  <p:stCondLst>
                                    <p:cond delay="0"/>
                                  </p:stCondLst>
                                  <p:childTnLst>
                                    <p:animEffect filter="fade" transition="out">
                                      <p:cBhvr additive="repl">
                                        <p:cTn id="401" dur="500"/>
                                        <p:tgtEl>
                                          <p:spTgt spid="812"/>
                                        </p:tgtEl>
                                      </p:cBhvr>
                                    </p:animEffect>
                                    <p:set>
                                      <p:cBhvr>
                                        <p:cTn id="402" dur="1" fill="hold">
                                          <p:stCondLst>
                                            <p:cond delay="499"/>
                                          </p:stCondLst>
                                        </p:cTn>
                                        <p:tgtEl>
                                          <p:spTgt spid="812"/>
                                        </p:tgtEl>
                                        <p:attrNameLst>
                                          <p:attrName>style.visibility</p:attrName>
                                        </p:attrNameLst>
                                      </p:cBhvr>
                                      <p:to>
                                        <p:strVal val="hidden"/>
                                      </p:to>
                                    </p:set>
                                  </p:childTnLst>
                                </p:cTn>
                              </p:par>
                              <p:par>
                                <p:cTn id="403" nodeType="withEffect" fill="hold" presetClass="exit" presetID="10">
                                  <p:stCondLst>
                                    <p:cond delay="0"/>
                                  </p:stCondLst>
                                  <p:childTnLst>
                                    <p:animEffect filter="fade" transition="out">
                                      <p:cBhvr additive="repl">
                                        <p:cTn id="404" dur="500"/>
                                        <p:tgtEl>
                                          <p:spTgt spid="811"/>
                                        </p:tgtEl>
                                      </p:cBhvr>
                                    </p:animEffect>
                                    <p:set>
                                      <p:cBhvr>
                                        <p:cTn id="405" dur="1" fill="hold">
                                          <p:stCondLst>
                                            <p:cond delay="499"/>
                                          </p:stCondLst>
                                        </p:cTn>
                                        <p:tgtEl>
                                          <p:spTgt spid="811"/>
                                        </p:tgtEl>
                                        <p:attrNameLst>
                                          <p:attrName>style.visibility</p:attrName>
                                        </p:attrNameLst>
                                      </p:cBhvr>
                                      <p:to>
                                        <p:strVal val="hidden"/>
                                      </p:to>
                                    </p:set>
                                  </p:childTnLst>
                                </p:cTn>
                              </p:par>
                              <p:par>
                                <p:cTn id="406" nodeType="withEffect" fill="hold" presetClass="exit" presetID="10">
                                  <p:stCondLst>
                                    <p:cond delay="0"/>
                                  </p:stCondLst>
                                  <p:childTnLst>
                                    <p:animEffect filter="fade" transition="out">
                                      <p:cBhvr additive="repl">
                                        <p:cTn id="407" dur="500"/>
                                        <p:tgtEl>
                                          <p:spTgt spid="816"/>
                                        </p:tgtEl>
                                      </p:cBhvr>
                                    </p:animEffect>
                                    <p:set>
                                      <p:cBhvr>
                                        <p:cTn id="408" dur="1" fill="hold">
                                          <p:stCondLst>
                                            <p:cond delay="499"/>
                                          </p:stCondLst>
                                        </p:cTn>
                                        <p:tgtEl>
                                          <p:spTgt spid="816"/>
                                        </p:tgtEl>
                                        <p:attrNameLst>
                                          <p:attrName>style.visibility</p:attrName>
                                        </p:attrNameLst>
                                      </p:cBhvr>
                                      <p:to>
                                        <p:strVal val="hidden"/>
                                      </p:to>
                                    </p:set>
                                  </p:childTnLst>
                                </p:cTn>
                              </p:par>
                              <p:par>
                                <p:cTn id="409" nodeType="withEffect" fill="hold" presetClass="exit" presetID="10">
                                  <p:stCondLst>
                                    <p:cond delay="0"/>
                                  </p:stCondLst>
                                  <p:childTnLst>
                                    <p:animEffect filter="fade" transition="out">
                                      <p:cBhvr additive="repl">
                                        <p:cTn id="410" dur="500"/>
                                        <p:tgtEl>
                                          <p:spTgt spid="815"/>
                                        </p:tgtEl>
                                      </p:cBhvr>
                                    </p:animEffect>
                                    <p:set>
                                      <p:cBhvr>
                                        <p:cTn id="411" dur="1" fill="hold">
                                          <p:stCondLst>
                                            <p:cond delay="499"/>
                                          </p:stCondLst>
                                        </p:cTn>
                                        <p:tgtEl>
                                          <p:spTgt spid="8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12" restart="whenNotActive" nodeType="interactiveSeq" fill="hold">
                <p:stCondLst>
                  <p:cond delay="0" evt="onClick">
                    <p:tgtEl>
                      <p:spTgt spid="808"/>
                    </p:tgtEl>
                  </p:cond>
                </p:stCondLst>
                <p:childTnLst>
                  <p:par>
                    <p:cTn id="413" fill="hold">
                      <p:stCondLst>
                        <p:cond delay="0" evt="onClick">
                          <p:tgtEl>
                            <p:spTgt spid="808"/>
                          </p:tgtEl>
                        </p:cond>
                      </p:stCondLst>
                      <p:childTnLst>
                        <p:par>
                          <p:cTn id="414" fill="hold">
                            <p:stCondLst>
                              <p:cond delay="0"/>
                            </p:stCondLst>
                            <p:childTnLst>
                              <p:par>
                                <p:cTn id="415" nodeType="clickEffect" fill="hold" presetClass="exit" presetID="9">
                                  <p:stCondLst>
                                    <p:cond delay="0"/>
                                  </p:stCondLst>
                                  <p:childTnLst>
                                    <p:animEffect filter="dissolve" transition="out">
                                      <p:cBhvr additive="repl">
                                        <p:cTn id="416" dur="500"/>
                                        <p:tgtEl>
                                          <p:spTgt spid="808"/>
                                        </p:tgtEl>
                                      </p:cBhvr>
                                    </p:animEffect>
                                    <p:set>
                                      <p:cBhvr>
                                        <p:cTn id="417" dur="1" fill="hold">
                                          <p:stCondLst>
                                            <p:cond delay="499"/>
                                          </p:stCondLst>
                                        </p:cTn>
                                        <p:tgtEl>
                                          <p:spTgt spid="808"/>
                                        </p:tgtEl>
                                        <p:attrNameLst>
                                          <p:attrName>style.visibility</p:attrName>
                                        </p:attrNameLst>
                                      </p:cBhvr>
                                      <p:to>
                                        <p:strVal val="hidden"/>
                                      </p:to>
                                    </p:set>
                                  </p:childTnLst>
                                </p:cTn>
                              </p:par>
                              <p:par>
                                <p:cTn id="418" nodeType="withEffect" fill="hold" presetClass="exit" presetID="9">
                                  <p:stCondLst>
                                    <p:cond delay="0"/>
                                  </p:stCondLst>
                                  <p:childTnLst>
                                    <p:animEffect filter="dissolve" transition="out">
                                      <p:cBhvr additive="repl">
                                        <p:cTn id="419" dur="500"/>
                                        <p:tgtEl>
                                          <p:spTgt spid="807"/>
                                        </p:tgtEl>
                                      </p:cBhvr>
                                    </p:animEffect>
                                    <p:set>
                                      <p:cBhvr>
                                        <p:cTn id="420" dur="1" fill="hold">
                                          <p:stCondLst>
                                            <p:cond delay="499"/>
                                          </p:stCondLst>
                                        </p:cTn>
                                        <p:tgtEl>
                                          <p:spTgt spid="807"/>
                                        </p:tgtEl>
                                        <p:attrNameLst>
                                          <p:attrName>style.visibility</p:attrName>
                                        </p:attrNameLst>
                                      </p:cBhvr>
                                      <p:to>
                                        <p:strVal val="hidden"/>
                                      </p:to>
                                    </p:set>
                                  </p:childTnLst>
                                </p:cTn>
                              </p:par>
                              <p:par>
                                <p:cTn id="421" nodeType="withEffect" fill="hold" presetClass="emph" presetID="1" presetSubtype="2">
                                  <p:stCondLst>
                                    <p:cond delay="0"/>
                                  </p:stCondLst>
                                  <p:childTnLst>
                                    <p:animClr clrSpc="rgb">
                                      <p:cBhvr>
                                        <p:cTn id="422" dur="500" fill="hold"/>
                                        <p:tgtEl>
                                          <p:spTgt spid="806"/>
                                        </p:tgtEl>
                                        <p:attrNameLst>
                                          <p:attrName>fillcolor</p:attrName>
                                        </p:attrNameLst>
                                      </p:cBhvr>
                                      <p:to>
                                        <a:srgbClr val="95b3d7"/>
                                      </p:to>
                                    </p:animClr>
                                    <p:set>
                                      <p:cBhvr>
                                        <p:cTn id="423" dur="500" fill="hold"/>
                                        <p:tgtEl>
                                          <p:spTgt spid="806"/>
                                        </p:tgtEl>
                                        <p:attrNameLst>
                                          <p:attrName>fill.type</p:attrName>
                                        </p:attrNameLst>
                                      </p:cBhvr>
                                      <p:to>
                                        <p:strVal val="solid"/>
                                      </p:to>
                                    </p:set>
                                    <p:set>
                                      <p:cBhvr>
                                        <p:cTn id="424" dur="500" fill="hold"/>
                                        <p:tgtEl>
                                          <p:spTgt spid="80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25" restart="whenNotActive" nodeType="interactiveSeq" fill="hold">
                <p:stCondLst>
                  <p:cond delay="0" evt="onClick">
                    <p:tgtEl>
                      <p:spTgt spid="809"/>
                    </p:tgtEl>
                  </p:cond>
                </p:stCondLst>
                <p:childTnLst>
                  <p:par>
                    <p:cTn id="426" fill="hold">
                      <p:stCondLst>
                        <p:cond delay="0" evt="onClick">
                          <p:tgtEl>
                            <p:spTgt spid="809"/>
                          </p:tgtEl>
                        </p:cond>
                      </p:stCondLst>
                      <p:childTnLst>
                        <p:par>
                          <p:cTn id="427" fill="hold">
                            <p:stCondLst>
                              <p:cond delay="0"/>
                            </p:stCondLst>
                            <p:childTnLst>
                              <p:par>
                                <p:cTn id="428" nodeType="clickEffect" fill="hold" presetClass="entr" presetID="16" presetSubtype="21">
                                  <p:stCondLst>
                                    <p:cond delay="0"/>
                                  </p:stCondLst>
                                  <p:childTnLst>
                                    <p:set>
                                      <p:cBhvr>
                                        <p:cTn id="429" dur="1" fill="hold">
                                          <p:stCondLst>
                                            <p:cond delay="0"/>
                                          </p:stCondLst>
                                        </p:cTn>
                                        <p:tgtEl>
                                          <p:spTgt spid="812"/>
                                        </p:tgtEl>
                                        <p:attrNameLst>
                                          <p:attrName>style.visibility</p:attrName>
                                        </p:attrNameLst>
                                      </p:cBhvr>
                                      <p:to>
                                        <p:strVal val="visible"/>
                                      </p:to>
                                    </p:set>
                                    <p:animEffect filter="barn(inVertical)" transition="in">
                                      <p:cBhvr additive="repl">
                                        <p:cTn id="430" dur="500"/>
                                        <p:tgtEl>
                                          <p:spTgt spid="812"/>
                                        </p:tgtEl>
                                      </p:cBhvr>
                                    </p:animEffect>
                                  </p:childTnLst>
                                </p:cTn>
                              </p:par>
                              <p:par>
                                <p:cTn id="431" nodeType="withEffect" fill="hold" presetClass="entr" presetID="16" presetSubtype="21">
                                  <p:stCondLst>
                                    <p:cond delay="0"/>
                                  </p:stCondLst>
                                  <p:childTnLst>
                                    <p:set>
                                      <p:cBhvr>
                                        <p:cTn id="432" dur="1" fill="hold">
                                          <p:stCondLst>
                                            <p:cond delay="0"/>
                                          </p:stCondLst>
                                        </p:cTn>
                                        <p:tgtEl>
                                          <p:spTgt spid="811"/>
                                        </p:tgtEl>
                                        <p:attrNameLst>
                                          <p:attrName>style.visibility</p:attrName>
                                        </p:attrNameLst>
                                      </p:cBhvr>
                                      <p:to>
                                        <p:strVal val="visible"/>
                                      </p:to>
                                    </p:set>
                                    <p:animEffect filter="barn(inVertical)" transition="in">
                                      <p:cBhvr additive="repl">
                                        <p:cTn id="433" dur="500"/>
                                        <p:tgtEl>
                                          <p:spTgt spid="811"/>
                                        </p:tgtEl>
                                      </p:cBhvr>
                                    </p:animEffect>
                                  </p:childTnLst>
                                </p:cTn>
                              </p:par>
                              <p:par>
                                <p:cTn id="434" nodeType="withEffect" fill="hold" presetClass="emph" presetID="1" presetSubtype="2">
                                  <p:stCondLst>
                                    <p:cond delay="0"/>
                                  </p:stCondLst>
                                  <p:childTnLst>
                                    <p:animClr clrSpc="rgb">
                                      <p:cBhvr>
                                        <p:cTn id="435" dur="500" fill="hold"/>
                                        <p:tgtEl>
                                          <p:spTgt spid="810"/>
                                        </p:tgtEl>
                                        <p:attrNameLst>
                                          <p:attrName>fillcolor</p:attrName>
                                        </p:attrNameLst>
                                      </p:cBhvr>
                                      <p:to>
                                        <a:srgbClr val="8a80e4"/>
                                      </p:to>
                                    </p:animClr>
                                    <p:set>
                                      <p:cBhvr>
                                        <p:cTn id="436" dur="500" fill="hold"/>
                                        <p:tgtEl>
                                          <p:spTgt spid="810"/>
                                        </p:tgtEl>
                                        <p:attrNameLst>
                                          <p:attrName>fill.type</p:attrName>
                                        </p:attrNameLst>
                                      </p:cBhvr>
                                      <p:to>
                                        <p:strVal val="solid"/>
                                      </p:to>
                                    </p:set>
                                    <p:set>
                                      <p:cBhvr>
                                        <p:cTn id="437" dur="500" fill="hold"/>
                                        <p:tgtEl>
                                          <p:spTgt spid="810"/>
                                        </p:tgtEl>
                                        <p:attrNameLst>
                                          <p:attrName>fill.on</p:attrName>
                                        </p:attrNameLst>
                                      </p:cBhvr>
                                      <p:to>
                                        <p:strVal val="true"/>
                                      </p:to>
                                    </p:set>
                                  </p:childTnLst>
                                </p:cTn>
                              </p:par>
                              <p:par>
                                <p:cTn id="438" nodeType="withEffect" fill="hold" presetClass="emph" presetID="1" presetSubtype="2">
                                  <p:stCondLst>
                                    <p:cond delay="0"/>
                                  </p:stCondLst>
                                  <p:childTnLst>
                                    <p:animClr clrSpc="rgb">
                                      <p:cBhvr>
                                        <p:cTn id="439" dur="500" fill="hold"/>
                                        <p:tgtEl>
                                          <p:spTgt spid="802"/>
                                        </p:tgtEl>
                                        <p:attrNameLst>
                                          <p:attrName>fillcolor</p:attrName>
                                        </p:attrNameLst>
                                      </p:cBhvr>
                                      <p:to>
                                        <a:srgbClr val="95b3d7"/>
                                      </p:to>
                                    </p:animClr>
                                    <p:set>
                                      <p:cBhvr>
                                        <p:cTn id="440" dur="500" fill="hold"/>
                                        <p:tgtEl>
                                          <p:spTgt spid="802"/>
                                        </p:tgtEl>
                                        <p:attrNameLst>
                                          <p:attrName>fill.type</p:attrName>
                                        </p:attrNameLst>
                                      </p:cBhvr>
                                      <p:to>
                                        <p:strVal val="solid"/>
                                      </p:to>
                                    </p:set>
                                    <p:set>
                                      <p:cBhvr>
                                        <p:cTn id="441" dur="500" fill="hold"/>
                                        <p:tgtEl>
                                          <p:spTgt spid="802"/>
                                        </p:tgtEl>
                                        <p:attrNameLst>
                                          <p:attrName>fill.on</p:attrName>
                                        </p:attrNameLst>
                                      </p:cBhvr>
                                      <p:to>
                                        <p:strVal val="true"/>
                                      </p:to>
                                    </p:set>
                                  </p:childTnLst>
                                </p:cTn>
                              </p:par>
                              <p:par>
                                <p:cTn id="442" nodeType="withEffect" fill="hold" presetClass="emph" presetID="1" presetSubtype="2">
                                  <p:stCondLst>
                                    <p:cond delay="0"/>
                                  </p:stCondLst>
                                  <p:childTnLst>
                                    <p:animClr clrSpc="rgb">
                                      <p:cBhvr>
                                        <p:cTn id="443" dur="500" fill="hold"/>
                                        <p:tgtEl>
                                          <p:spTgt spid="806"/>
                                        </p:tgtEl>
                                        <p:attrNameLst>
                                          <p:attrName>fillcolor</p:attrName>
                                        </p:attrNameLst>
                                      </p:cBhvr>
                                      <p:to>
                                        <a:srgbClr val="95b3d7"/>
                                      </p:to>
                                    </p:animClr>
                                    <p:set>
                                      <p:cBhvr>
                                        <p:cTn id="444" dur="500" fill="hold"/>
                                        <p:tgtEl>
                                          <p:spTgt spid="806"/>
                                        </p:tgtEl>
                                        <p:attrNameLst>
                                          <p:attrName>fill.type</p:attrName>
                                        </p:attrNameLst>
                                      </p:cBhvr>
                                      <p:to>
                                        <p:strVal val="solid"/>
                                      </p:to>
                                    </p:set>
                                    <p:set>
                                      <p:cBhvr>
                                        <p:cTn id="445" dur="500" fill="hold"/>
                                        <p:tgtEl>
                                          <p:spTgt spid="806"/>
                                        </p:tgtEl>
                                        <p:attrNameLst>
                                          <p:attrName>fill.on</p:attrName>
                                        </p:attrNameLst>
                                      </p:cBhvr>
                                      <p:to>
                                        <p:strVal val="true"/>
                                      </p:to>
                                    </p:set>
                                  </p:childTnLst>
                                </p:cTn>
                              </p:par>
                              <p:par>
                                <p:cTn id="446" nodeType="withEffect" fill="hold" presetClass="emph" presetID="1" presetSubtype="2">
                                  <p:stCondLst>
                                    <p:cond delay="0"/>
                                  </p:stCondLst>
                                  <p:childTnLst>
                                    <p:animClr clrSpc="rgb">
                                      <p:cBhvr>
                                        <p:cTn id="447" dur="500" fill="hold"/>
                                        <p:tgtEl>
                                          <p:spTgt spid="814"/>
                                        </p:tgtEl>
                                        <p:attrNameLst>
                                          <p:attrName>fillcolor</p:attrName>
                                        </p:attrNameLst>
                                      </p:cBhvr>
                                      <p:to>
                                        <a:srgbClr val="95b3d7"/>
                                      </p:to>
                                    </p:animClr>
                                    <p:set>
                                      <p:cBhvr>
                                        <p:cTn id="448" dur="500" fill="hold"/>
                                        <p:tgtEl>
                                          <p:spTgt spid="814"/>
                                        </p:tgtEl>
                                        <p:attrNameLst>
                                          <p:attrName>fill.type</p:attrName>
                                        </p:attrNameLst>
                                      </p:cBhvr>
                                      <p:to>
                                        <p:strVal val="solid"/>
                                      </p:to>
                                    </p:set>
                                    <p:set>
                                      <p:cBhvr>
                                        <p:cTn id="449" dur="500" fill="hold"/>
                                        <p:tgtEl>
                                          <p:spTgt spid="814"/>
                                        </p:tgtEl>
                                        <p:attrNameLst>
                                          <p:attrName>fill.on</p:attrName>
                                        </p:attrNameLst>
                                      </p:cBhvr>
                                      <p:to>
                                        <p:strVal val="true"/>
                                      </p:to>
                                    </p:set>
                                  </p:childTnLst>
                                </p:cTn>
                              </p:par>
                              <p:par>
                                <p:cTn id="450" nodeType="withEffect" fill="hold" presetClass="exit" presetID="10">
                                  <p:stCondLst>
                                    <p:cond delay="0"/>
                                  </p:stCondLst>
                                  <p:childTnLst>
                                    <p:animEffect filter="fade" transition="out">
                                      <p:cBhvr additive="repl">
                                        <p:cTn id="451" dur="500"/>
                                        <p:tgtEl>
                                          <p:spTgt spid="804"/>
                                        </p:tgtEl>
                                      </p:cBhvr>
                                    </p:animEffect>
                                    <p:set>
                                      <p:cBhvr>
                                        <p:cTn id="452" dur="1" fill="hold">
                                          <p:stCondLst>
                                            <p:cond delay="499"/>
                                          </p:stCondLst>
                                        </p:cTn>
                                        <p:tgtEl>
                                          <p:spTgt spid="804"/>
                                        </p:tgtEl>
                                        <p:attrNameLst>
                                          <p:attrName>style.visibility</p:attrName>
                                        </p:attrNameLst>
                                      </p:cBhvr>
                                      <p:to>
                                        <p:strVal val="hidden"/>
                                      </p:to>
                                    </p:set>
                                  </p:childTnLst>
                                </p:cTn>
                              </p:par>
                              <p:par>
                                <p:cTn id="453" nodeType="withEffect" fill="hold" presetClass="exit" presetID="10">
                                  <p:stCondLst>
                                    <p:cond delay="0"/>
                                  </p:stCondLst>
                                  <p:childTnLst>
                                    <p:animEffect filter="fade" transition="out">
                                      <p:cBhvr additive="repl">
                                        <p:cTn id="454" dur="500"/>
                                        <p:tgtEl>
                                          <p:spTgt spid="803"/>
                                        </p:tgtEl>
                                      </p:cBhvr>
                                    </p:animEffect>
                                    <p:set>
                                      <p:cBhvr>
                                        <p:cTn id="455" dur="1" fill="hold">
                                          <p:stCondLst>
                                            <p:cond delay="499"/>
                                          </p:stCondLst>
                                        </p:cTn>
                                        <p:tgtEl>
                                          <p:spTgt spid="803"/>
                                        </p:tgtEl>
                                        <p:attrNameLst>
                                          <p:attrName>style.visibility</p:attrName>
                                        </p:attrNameLst>
                                      </p:cBhvr>
                                      <p:to>
                                        <p:strVal val="hidden"/>
                                      </p:to>
                                    </p:set>
                                  </p:childTnLst>
                                </p:cTn>
                              </p:par>
                              <p:par>
                                <p:cTn id="456" nodeType="withEffect" fill="hold" presetClass="exit" presetID="10">
                                  <p:stCondLst>
                                    <p:cond delay="0"/>
                                  </p:stCondLst>
                                  <p:childTnLst>
                                    <p:animEffect filter="fade" transition="out">
                                      <p:cBhvr additive="repl">
                                        <p:cTn id="457" dur="500"/>
                                        <p:tgtEl>
                                          <p:spTgt spid="808"/>
                                        </p:tgtEl>
                                      </p:cBhvr>
                                    </p:animEffect>
                                    <p:set>
                                      <p:cBhvr>
                                        <p:cTn id="458" dur="1" fill="hold">
                                          <p:stCondLst>
                                            <p:cond delay="499"/>
                                          </p:stCondLst>
                                        </p:cTn>
                                        <p:tgtEl>
                                          <p:spTgt spid="808"/>
                                        </p:tgtEl>
                                        <p:attrNameLst>
                                          <p:attrName>style.visibility</p:attrName>
                                        </p:attrNameLst>
                                      </p:cBhvr>
                                      <p:to>
                                        <p:strVal val="hidden"/>
                                      </p:to>
                                    </p:set>
                                  </p:childTnLst>
                                </p:cTn>
                              </p:par>
                              <p:par>
                                <p:cTn id="459" nodeType="withEffect" fill="hold" presetClass="exit" presetID="10">
                                  <p:stCondLst>
                                    <p:cond delay="0"/>
                                  </p:stCondLst>
                                  <p:childTnLst>
                                    <p:animEffect filter="fade" transition="out">
                                      <p:cBhvr additive="repl">
                                        <p:cTn id="460" dur="500"/>
                                        <p:tgtEl>
                                          <p:spTgt spid="807"/>
                                        </p:tgtEl>
                                      </p:cBhvr>
                                    </p:animEffect>
                                    <p:set>
                                      <p:cBhvr>
                                        <p:cTn id="461" dur="1" fill="hold">
                                          <p:stCondLst>
                                            <p:cond delay="499"/>
                                          </p:stCondLst>
                                        </p:cTn>
                                        <p:tgtEl>
                                          <p:spTgt spid="807"/>
                                        </p:tgtEl>
                                        <p:attrNameLst>
                                          <p:attrName>style.visibility</p:attrName>
                                        </p:attrNameLst>
                                      </p:cBhvr>
                                      <p:to>
                                        <p:strVal val="hidden"/>
                                      </p:to>
                                    </p:set>
                                  </p:childTnLst>
                                </p:cTn>
                              </p:par>
                              <p:par>
                                <p:cTn id="462" nodeType="withEffect" fill="hold" presetClass="exit" presetID="10">
                                  <p:stCondLst>
                                    <p:cond delay="0"/>
                                  </p:stCondLst>
                                  <p:childTnLst>
                                    <p:animEffect filter="fade" transition="out">
                                      <p:cBhvr additive="repl">
                                        <p:cTn id="463" dur="500"/>
                                        <p:tgtEl>
                                          <p:spTgt spid="816"/>
                                        </p:tgtEl>
                                      </p:cBhvr>
                                    </p:animEffect>
                                    <p:set>
                                      <p:cBhvr>
                                        <p:cTn id="464" dur="1" fill="hold">
                                          <p:stCondLst>
                                            <p:cond delay="499"/>
                                          </p:stCondLst>
                                        </p:cTn>
                                        <p:tgtEl>
                                          <p:spTgt spid="816"/>
                                        </p:tgtEl>
                                        <p:attrNameLst>
                                          <p:attrName>style.visibility</p:attrName>
                                        </p:attrNameLst>
                                      </p:cBhvr>
                                      <p:to>
                                        <p:strVal val="hidden"/>
                                      </p:to>
                                    </p:set>
                                  </p:childTnLst>
                                </p:cTn>
                              </p:par>
                              <p:par>
                                <p:cTn id="465" nodeType="withEffect" fill="hold" presetClass="exit" presetID="10">
                                  <p:stCondLst>
                                    <p:cond delay="0"/>
                                  </p:stCondLst>
                                  <p:childTnLst>
                                    <p:animEffect filter="fade" transition="out">
                                      <p:cBhvr additive="repl">
                                        <p:cTn id="466" dur="500"/>
                                        <p:tgtEl>
                                          <p:spTgt spid="815"/>
                                        </p:tgtEl>
                                      </p:cBhvr>
                                    </p:animEffect>
                                    <p:set>
                                      <p:cBhvr>
                                        <p:cTn id="467" dur="1" fill="hold">
                                          <p:stCondLst>
                                            <p:cond delay="499"/>
                                          </p:stCondLst>
                                        </p:cTn>
                                        <p:tgtEl>
                                          <p:spTgt spid="81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68" restart="whenNotActive" nodeType="interactiveSeq" fill="hold">
                <p:stCondLst>
                  <p:cond delay="0" evt="onClick">
                    <p:tgtEl>
                      <p:spTgt spid="812"/>
                    </p:tgtEl>
                  </p:cond>
                </p:stCondLst>
                <p:childTnLst>
                  <p:par>
                    <p:cTn id="469" fill="hold">
                      <p:stCondLst>
                        <p:cond delay="0" evt="onClick">
                          <p:tgtEl>
                            <p:spTgt spid="812"/>
                          </p:tgtEl>
                        </p:cond>
                      </p:stCondLst>
                      <p:childTnLst>
                        <p:par>
                          <p:cTn id="470" fill="hold">
                            <p:stCondLst>
                              <p:cond delay="0"/>
                            </p:stCondLst>
                            <p:childTnLst>
                              <p:par>
                                <p:cTn id="471" nodeType="clickEffect" fill="hold" presetClass="exit" presetID="9">
                                  <p:stCondLst>
                                    <p:cond delay="0"/>
                                  </p:stCondLst>
                                  <p:childTnLst>
                                    <p:animEffect filter="dissolve" transition="out">
                                      <p:cBhvr additive="repl">
                                        <p:cTn id="472" dur="500"/>
                                        <p:tgtEl>
                                          <p:spTgt spid="812"/>
                                        </p:tgtEl>
                                      </p:cBhvr>
                                    </p:animEffect>
                                    <p:set>
                                      <p:cBhvr>
                                        <p:cTn id="473" dur="1" fill="hold">
                                          <p:stCondLst>
                                            <p:cond delay="499"/>
                                          </p:stCondLst>
                                        </p:cTn>
                                        <p:tgtEl>
                                          <p:spTgt spid="812"/>
                                        </p:tgtEl>
                                        <p:attrNameLst>
                                          <p:attrName>style.visibility</p:attrName>
                                        </p:attrNameLst>
                                      </p:cBhvr>
                                      <p:to>
                                        <p:strVal val="hidden"/>
                                      </p:to>
                                    </p:set>
                                  </p:childTnLst>
                                </p:cTn>
                              </p:par>
                              <p:par>
                                <p:cTn id="474" nodeType="withEffect" fill="hold" presetClass="exit" presetID="9">
                                  <p:stCondLst>
                                    <p:cond delay="0"/>
                                  </p:stCondLst>
                                  <p:childTnLst>
                                    <p:animEffect filter="dissolve" transition="out">
                                      <p:cBhvr additive="repl">
                                        <p:cTn id="475" dur="500"/>
                                        <p:tgtEl>
                                          <p:spTgt spid="811"/>
                                        </p:tgtEl>
                                      </p:cBhvr>
                                    </p:animEffect>
                                    <p:set>
                                      <p:cBhvr>
                                        <p:cTn id="476" dur="1" fill="hold">
                                          <p:stCondLst>
                                            <p:cond delay="499"/>
                                          </p:stCondLst>
                                        </p:cTn>
                                        <p:tgtEl>
                                          <p:spTgt spid="811"/>
                                        </p:tgtEl>
                                        <p:attrNameLst>
                                          <p:attrName>style.visibility</p:attrName>
                                        </p:attrNameLst>
                                      </p:cBhvr>
                                      <p:to>
                                        <p:strVal val="hidden"/>
                                      </p:to>
                                    </p:set>
                                  </p:childTnLst>
                                </p:cTn>
                              </p:par>
                              <p:par>
                                <p:cTn id="477" nodeType="withEffect" fill="hold" presetClass="emph" presetID="1" presetSubtype="2">
                                  <p:stCondLst>
                                    <p:cond delay="0"/>
                                  </p:stCondLst>
                                  <p:childTnLst>
                                    <p:animClr clrSpc="rgb">
                                      <p:cBhvr>
                                        <p:cTn id="478" dur="500" fill="hold"/>
                                        <p:tgtEl>
                                          <p:spTgt spid="810"/>
                                        </p:tgtEl>
                                        <p:attrNameLst>
                                          <p:attrName>fillcolor</p:attrName>
                                        </p:attrNameLst>
                                      </p:cBhvr>
                                      <p:to>
                                        <a:srgbClr val="95b3d7"/>
                                      </p:to>
                                    </p:animClr>
                                    <p:set>
                                      <p:cBhvr>
                                        <p:cTn id="479" dur="500" fill="hold"/>
                                        <p:tgtEl>
                                          <p:spTgt spid="810"/>
                                        </p:tgtEl>
                                        <p:attrNameLst>
                                          <p:attrName>fill.type</p:attrName>
                                        </p:attrNameLst>
                                      </p:cBhvr>
                                      <p:to>
                                        <p:strVal val="solid"/>
                                      </p:to>
                                    </p:set>
                                    <p:set>
                                      <p:cBhvr>
                                        <p:cTn id="480" dur="500" fill="hold"/>
                                        <p:tgtEl>
                                          <p:spTgt spid="810"/>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81" restart="whenNotActive" nodeType="interactiveSeq" fill="hold">
                <p:stCondLst>
                  <p:cond delay="0" evt="onClick">
                    <p:tgtEl>
                      <p:spTgt spid="813"/>
                    </p:tgtEl>
                  </p:cond>
                </p:stCondLst>
                <p:childTnLst>
                  <p:par>
                    <p:cTn id="482" fill="hold">
                      <p:stCondLst>
                        <p:cond delay="0" evt="onClick">
                          <p:tgtEl>
                            <p:spTgt spid="813"/>
                          </p:tgtEl>
                        </p:cond>
                      </p:stCondLst>
                      <p:childTnLst>
                        <p:par>
                          <p:cTn id="483" fill="hold">
                            <p:stCondLst>
                              <p:cond delay="0"/>
                            </p:stCondLst>
                            <p:childTnLst>
                              <p:par>
                                <p:cTn id="484" nodeType="clickEffect" fill="hold" presetClass="entr" presetID="16" presetSubtype="21">
                                  <p:stCondLst>
                                    <p:cond delay="0"/>
                                  </p:stCondLst>
                                  <p:childTnLst>
                                    <p:set>
                                      <p:cBhvr>
                                        <p:cTn id="485" dur="1" fill="hold">
                                          <p:stCondLst>
                                            <p:cond delay="0"/>
                                          </p:stCondLst>
                                        </p:cTn>
                                        <p:tgtEl>
                                          <p:spTgt spid="816"/>
                                        </p:tgtEl>
                                        <p:attrNameLst>
                                          <p:attrName>style.visibility</p:attrName>
                                        </p:attrNameLst>
                                      </p:cBhvr>
                                      <p:to>
                                        <p:strVal val="visible"/>
                                      </p:to>
                                    </p:set>
                                    <p:animEffect filter="barn(inVertical)" transition="in">
                                      <p:cBhvr additive="repl">
                                        <p:cTn id="486" dur="500"/>
                                        <p:tgtEl>
                                          <p:spTgt spid="816"/>
                                        </p:tgtEl>
                                      </p:cBhvr>
                                    </p:animEffect>
                                  </p:childTnLst>
                                </p:cTn>
                              </p:par>
                              <p:par>
                                <p:cTn id="487" nodeType="withEffect" fill="hold" presetClass="entr" presetID="16" presetSubtype="21">
                                  <p:stCondLst>
                                    <p:cond delay="0"/>
                                  </p:stCondLst>
                                  <p:childTnLst>
                                    <p:set>
                                      <p:cBhvr>
                                        <p:cTn id="488" dur="1" fill="hold">
                                          <p:stCondLst>
                                            <p:cond delay="0"/>
                                          </p:stCondLst>
                                        </p:cTn>
                                        <p:tgtEl>
                                          <p:spTgt spid="815"/>
                                        </p:tgtEl>
                                        <p:attrNameLst>
                                          <p:attrName>style.visibility</p:attrName>
                                        </p:attrNameLst>
                                      </p:cBhvr>
                                      <p:to>
                                        <p:strVal val="visible"/>
                                      </p:to>
                                    </p:set>
                                    <p:animEffect filter="barn(inVertical)" transition="in">
                                      <p:cBhvr additive="repl">
                                        <p:cTn id="489" dur="500"/>
                                        <p:tgtEl>
                                          <p:spTgt spid="815"/>
                                        </p:tgtEl>
                                      </p:cBhvr>
                                    </p:animEffect>
                                  </p:childTnLst>
                                </p:cTn>
                              </p:par>
                              <p:par>
                                <p:cTn id="490" nodeType="withEffect" fill="hold" presetClass="emph" presetID="1" presetSubtype="2">
                                  <p:stCondLst>
                                    <p:cond delay="0"/>
                                  </p:stCondLst>
                                  <p:childTnLst>
                                    <p:animClr clrSpc="rgb">
                                      <p:cBhvr>
                                        <p:cTn id="491" dur="500" fill="hold"/>
                                        <p:tgtEl>
                                          <p:spTgt spid="814"/>
                                        </p:tgtEl>
                                        <p:attrNameLst>
                                          <p:attrName>fillcolor</p:attrName>
                                        </p:attrNameLst>
                                      </p:cBhvr>
                                      <p:to>
                                        <a:srgbClr val="8a80e4"/>
                                      </p:to>
                                    </p:animClr>
                                    <p:set>
                                      <p:cBhvr>
                                        <p:cTn id="492" dur="500" fill="hold"/>
                                        <p:tgtEl>
                                          <p:spTgt spid="814"/>
                                        </p:tgtEl>
                                        <p:attrNameLst>
                                          <p:attrName>fill.type</p:attrName>
                                        </p:attrNameLst>
                                      </p:cBhvr>
                                      <p:to>
                                        <p:strVal val="solid"/>
                                      </p:to>
                                    </p:set>
                                    <p:set>
                                      <p:cBhvr>
                                        <p:cTn id="493" dur="500" fill="hold"/>
                                        <p:tgtEl>
                                          <p:spTgt spid="814"/>
                                        </p:tgtEl>
                                        <p:attrNameLst>
                                          <p:attrName>fill.on</p:attrName>
                                        </p:attrNameLst>
                                      </p:cBhvr>
                                      <p:to>
                                        <p:strVal val="true"/>
                                      </p:to>
                                    </p:set>
                                  </p:childTnLst>
                                </p:cTn>
                              </p:par>
                              <p:par>
                                <p:cTn id="494" nodeType="withEffect" fill="hold" presetClass="emph" presetID="1" presetSubtype="2">
                                  <p:stCondLst>
                                    <p:cond delay="0"/>
                                  </p:stCondLst>
                                  <p:childTnLst>
                                    <p:animClr clrSpc="rgb">
                                      <p:cBhvr>
                                        <p:cTn id="495" dur="500" fill="hold"/>
                                        <p:tgtEl>
                                          <p:spTgt spid="802"/>
                                        </p:tgtEl>
                                        <p:attrNameLst>
                                          <p:attrName>fillcolor</p:attrName>
                                        </p:attrNameLst>
                                      </p:cBhvr>
                                      <p:to>
                                        <a:srgbClr val="95b3d7"/>
                                      </p:to>
                                    </p:animClr>
                                    <p:set>
                                      <p:cBhvr>
                                        <p:cTn id="496" dur="500" fill="hold"/>
                                        <p:tgtEl>
                                          <p:spTgt spid="802"/>
                                        </p:tgtEl>
                                        <p:attrNameLst>
                                          <p:attrName>fill.type</p:attrName>
                                        </p:attrNameLst>
                                      </p:cBhvr>
                                      <p:to>
                                        <p:strVal val="solid"/>
                                      </p:to>
                                    </p:set>
                                    <p:set>
                                      <p:cBhvr>
                                        <p:cTn id="497" dur="500" fill="hold"/>
                                        <p:tgtEl>
                                          <p:spTgt spid="802"/>
                                        </p:tgtEl>
                                        <p:attrNameLst>
                                          <p:attrName>fill.on</p:attrName>
                                        </p:attrNameLst>
                                      </p:cBhvr>
                                      <p:to>
                                        <p:strVal val="true"/>
                                      </p:to>
                                    </p:set>
                                  </p:childTnLst>
                                </p:cTn>
                              </p:par>
                              <p:par>
                                <p:cTn id="498" nodeType="withEffect" fill="hold" presetClass="emph" presetID="1" presetSubtype="2">
                                  <p:stCondLst>
                                    <p:cond delay="0"/>
                                  </p:stCondLst>
                                  <p:childTnLst>
                                    <p:animClr clrSpc="rgb">
                                      <p:cBhvr>
                                        <p:cTn id="499" dur="500" fill="hold"/>
                                        <p:tgtEl>
                                          <p:spTgt spid="806"/>
                                        </p:tgtEl>
                                        <p:attrNameLst>
                                          <p:attrName>fillcolor</p:attrName>
                                        </p:attrNameLst>
                                      </p:cBhvr>
                                      <p:to>
                                        <a:srgbClr val="95b3d7"/>
                                      </p:to>
                                    </p:animClr>
                                    <p:set>
                                      <p:cBhvr>
                                        <p:cTn id="500" dur="500" fill="hold"/>
                                        <p:tgtEl>
                                          <p:spTgt spid="806"/>
                                        </p:tgtEl>
                                        <p:attrNameLst>
                                          <p:attrName>fill.type</p:attrName>
                                        </p:attrNameLst>
                                      </p:cBhvr>
                                      <p:to>
                                        <p:strVal val="solid"/>
                                      </p:to>
                                    </p:set>
                                    <p:set>
                                      <p:cBhvr>
                                        <p:cTn id="501" dur="500" fill="hold"/>
                                        <p:tgtEl>
                                          <p:spTgt spid="806"/>
                                        </p:tgtEl>
                                        <p:attrNameLst>
                                          <p:attrName>fill.on</p:attrName>
                                        </p:attrNameLst>
                                      </p:cBhvr>
                                      <p:to>
                                        <p:strVal val="true"/>
                                      </p:to>
                                    </p:set>
                                  </p:childTnLst>
                                </p:cTn>
                              </p:par>
                              <p:par>
                                <p:cTn id="502" nodeType="withEffect" fill="hold" presetClass="emph" presetID="1" presetSubtype="2">
                                  <p:stCondLst>
                                    <p:cond delay="0"/>
                                  </p:stCondLst>
                                  <p:childTnLst>
                                    <p:animClr clrSpc="rgb">
                                      <p:cBhvr>
                                        <p:cTn id="503" dur="500" fill="hold"/>
                                        <p:tgtEl>
                                          <p:spTgt spid="810"/>
                                        </p:tgtEl>
                                        <p:attrNameLst>
                                          <p:attrName>fillcolor</p:attrName>
                                        </p:attrNameLst>
                                      </p:cBhvr>
                                      <p:to>
                                        <a:srgbClr val="95b3d7"/>
                                      </p:to>
                                    </p:animClr>
                                    <p:set>
                                      <p:cBhvr>
                                        <p:cTn id="504" dur="500" fill="hold"/>
                                        <p:tgtEl>
                                          <p:spTgt spid="810"/>
                                        </p:tgtEl>
                                        <p:attrNameLst>
                                          <p:attrName>fill.type</p:attrName>
                                        </p:attrNameLst>
                                      </p:cBhvr>
                                      <p:to>
                                        <p:strVal val="solid"/>
                                      </p:to>
                                    </p:set>
                                    <p:set>
                                      <p:cBhvr>
                                        <p:cTn id="505" dur="500" fill="hold"/>
                                        <p:tgtEl>
                                          <p:spTgt spid="810"/>
                                        </p:tgtEl>
                                        <p:attrNameLst>
                                          <p:attrName>fill.on</p:attrName>
                                        </p:attrNameLst>
                                      </p:cBhvr>
                                      <p:to>
                                        <p:strVal val="true"/>
                                      </p:to>
                                    </p:set>
                                  </p:childTnLst>
                                </p:cTn>
                              </p:par>
                              <p:par>
                                <p:cTn id="506" nodeType="withEffect" fill="hold" presetClass="exit" presetID="10">
                                  <p:stCondLst>
                                    <p:cond delay="0"/>
                                  </p:stCondLst>
                                  <p:childTnLst>
                                    <p:animEffect filter="fade" transition="out">
                                      <p:cBhvr additive="repl">
                                        <p:cTn id="507" dur="500"/>
                                        <p:tgtEl>
                                          <p:spTgt spid="804"/>
                                        </p:tgtEl>
                                      </p:cBhvr>
                                    </p:animEffect>
                                    <p:set>
                                      <p:cBhvr>
                                        <p:cTn id="508" dur="1" fill="hold">
                                          <p:stCondLst>
                                            <p:cond delay="499"/>
                                          </p:stCondLst>
                                        </p:cTn>
                                        <p:tgtEl>
                                          <p:spTgt spid="804"/>
                                        </p:tgtEl>
                                        <p:attrNameLst>
                                          <p:attrName>style.visibility</p:attrName>
                                        </p:attrNameLst>
                                      </p:cBhvr>
                                      <p:to>
                                        <p:strVal val="hidden"/>
                                      </p:to>
                                    </p:set>
                                  </p:childTnLst>
                                </p:cTn>
                              </p:par>
                              <p:par>
                                <p:cTn id="509" nodeType="withEffect" fill="hold" presetClass="exit" presetID="10">
                                  <p:stCondLst>
                                    <p:cond delay="0"/>
                                  </p:stCondLst>
                                  <p:childTnLst>
                                    <p:animEffect filter="fade" transition="out">
                                      <p:cBhvr additive="repl">
                                        <p:cTn id="510" dur="500"/>
                                        <p:tgtEl>
                                          <p:spTgt spid="803"/>
                                        </p:tgtEl>
                                      </p:cBhvr>
                                    </p:animEffect>
                                    <p:set>
                                      <p:cBhvr>
                                        <p:cTn id="511" dur="1" fill="hold">
                                          <p:stCondLst>
                                            <p:cond delay="499"/>
                                          </p:stCondLst>
                                        </p:cTn>
                                        <p:tgtEl>
                                          <p:spTgt spid="803"/>
                                        </p:tgtEl>
                                        <p:attrNameLst>
                                          <p:attrName>style.visibility</p:attrName>
                                        </p:attrNameLst>
                                      </p:cBhvr>
                                      <p:to>
                                        <p:strVal val="hidden"/>
                                      </p:to>
                                    </p:set>
                                  </p:childTnLst>
                                </p:cTn>
                              </p:par>
                              <p:par>
                                <p:cTn id="512" nodeType="withEffect" fill="hold" presetClass="exit" presetID="10">
                                  <p:stCondLst>
                                    <p:cond delay="0"/>
                                  </p:stCondLst>
                                  <p:childTnLst>
                                    <p:animEffect filter="fade" transition="out">
                                      <p:cBhvr additive="repl">
                                        <p:cTn id="513" dur="500"/>
                                        <p:tgtEl>
                                          <p:spTgt spid="808"/>
                                        </p:tgtEl>
                                      </p:cBhvr>
                                    </p:animEffect>
                                    <p:set>
                                      <p:cBhvr>
                                        <p:cTn id="514" dur="1" fill="hold">
                                          <p:stCondLst>
                                            <p:cond delay="499"/>
                                          </p:stCondLst>
                                        </p:cTn>
                                        <p:tgtEl>
                                          <p:spTgt spid="808"/>
                                        </p:tgtEl>
                                        <p:attrNameLst>
                                          <p:attrName>style.visibility</p:attrName>
                                        </p:attrNameLst>
                                      </p:cBhvr>
                                      <p:to>
                                        <p:strVal val="hidden"/>
                                      </p:to>
                                    </p:set>
                                  </p:childTnLst>
                                </p:cTn>
                              </p:par>
                              <p:par>
                                <p:cTn id="515" nodeType="withEffect" fill="hold" presetClass="exit" presetID="10">
                                  <p:stCondLst>
                                    <p:cond delay="0"/>
                                  </p:stCondLst>
                                  <p:childTnLst>
                                    <p:animEffect filter="fade" transition="out">
                                      <p:cBhvr additive="repl">
                                        <p:cTn id="516" dur="500"/>
                                        <p:tgtEl>
                                          <p:spTgt spid="807"/>
                                        </p:tgtEl>
                                      </p:cBhvr>
                                    </p:animEffect>
                                    <p:set>
                                      <p:cBhvr>
                                        <p:cTn id="517" dur="1" fill="hold">
                                          <p:stCondLst>
                                            <p:cond delay="499"/>
                                          </p:stCondLst>
                                        </p:cTn>
                                        <p:tgtEl>
                                          <p:spTgt spid="807"/>
                                        </p:tgtEl>
                                        <p:attrNameLst>
                                          <p:attrName>style.visibility</p:attrName>
                                        </p:attrNameLst>
                                      </p:cBhvr>
                                      <p:to>
                                        <p:strVal val="hidden"/>
                                      </p:to>
                                    </p:set>
                                  </p:childTnLst>
                                </p:cTn>
                              </p:par>
                              <p:par>
                                <p:cTn id="518" nodeType="withEffect" fill="hold" presetClass="exit" presetID="10">
                                  <p:stCondLst>
                                    <p:cond delay="0"/>
                                  </p:stCondLst>
                                  <p:childTnLst>
                                    <p:animEffect filter="fade" transition="out">
                                      <p:cBhvr additive="repl">
                                        <p:cTn id="519" dur="500"/>
                                        <p:tgtEl>
                                          <p:spTgt spid="812"/>
                                        </p:tgtEl>
                                      </p:cBhvr>
                                    </p:animEffect>
                                    <p:set>
                                      <p:cBhvr>
                                        <p:cTn id="520" dur="1" fill="hold">
                                          <p:stCondLst>
                                            <p:cond delay="499"/>
                                          </p:stCondLst>
                                        </p:cTn>
                                        <p:tgtEl>
                                          <p:spTgt spid="812"/>
                                        </p:tgtEl>
                                        <p:attrNameLst>
                                          <p:attrName>style.visibility</p:attrName>
                                        </p:attrNameLst>
                                      </p:cBhvr>
                                      <p:to>
                                        <p:strVal val="hidden"/>
                                      </p:to>
                                    </p:set>
                                  </p:childTnLst>
                                </p:cTn>
                              </p:par>
                              <p:par>
                                <p:cTn id="521" nodeType="withEffect" fill="hold" presetClass="exit" presetID="10">
                                  <p:stCondLst>
                                    <p:cond delay="0"/>
                                  </p:stCondLst>
                                  <p:childTnLst>
                                    <p:animEffect filter="fade" transition="out">
                                      <p:cBhvr additive="repl">
                                        <p:cTn id="522" dur="500"/>
                                        <p:tgtEl>
                                          <p:spTgt spid="811"/>
                                        </p:tgtEl>
                                      </p:cBhvr>
                                    </p:animEffect>
                                    <p:set>
                                      <p:cBhvr>
                                        <p:cTn id="523" dur="1" fill="hold">
                                          <p:stCondLst>
                                            <p:cond delay="499"/>
                                          </p:stCondLst>
                                        </p:cTn>
                                        <p:tgtEl>
                                          <p:spTgt spid="81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24" restart="whenNotActive" nodeType="interactiveSeq" fill="hold">
                <p:stCondLst>
                  <p:cond delay="0" evt="onClick">
                    <p:tgtEl>
                      <p:spTgt spid="816"/>
                    </p:tgtEl>
                  </p:cond>
                </p:stCondLst>
                <p:childTnLst>
                  <p:par>
                    <p:cTn id="525" fill="hold">
                      <p:stCondLst>
                        <p:cond delay="0" evt="onClick">
                          <p:tgtEl>
                            <p:spTgt spid="816"/>
                          </p:tgtEl>
                        </p:cond>
                      </p:stCondLst>
                      <p:childTnLst>
                        <p:par>
                          <p:cTn id="526" fill="hold">
                            <p:stCondLst>
                              <p:cond delay="0"/>
                            </p:stCondLst>
                            <p:childTnLst>
                              <p:par>
                                <p:cTn id="527" nodeType="clickEffect" fill="hold" presetClass="exit" presetID="9">
                                  <p:stCondLst>
                                    <p:cond delay="0"/>
                                  </p:stCondLst>
                                  <p:childTnLst>
                                    <p:animEffect filter="dissolve" transition="out">
                                      <p:cBhvr additive="repl">
                                        <p:cTn id="528" dur="500"/>
                                        <p:tgtEl>
                                          <p:spTgt spid="816"/>
                                        </p:tgtEl>
                                      </p:cBhvr>
                                    </p:animEffect>
                                    <p:set>
                                      <p:cBhvr>
                                        <p:cTn id="529" dur="1" fill="hold">
                                          <p:stCondLst>
                                            <p:cond delay="499"/>
                                          </p:stCondLst>
                                        </p:cTn>
                                        <p:tgtEl>
                                          <p:spTgt spid="816"/>
                                        </p:tgtEl>
                                        <p:attrNameLst>
                                          <p:attrName>style.visibility</p:attrName>
                                        </p:attrNameLst>
                                      </p:cBhvr>
                                      <p:to>
                                        <p:strVal val="hidden"/>
                                      </p:to>
                                    </p:set>
                                  </p:childTnLst>
                                </p:cTn>
                              </p:par>
                              <p:par>
                                <p:cTn id="530" nodeType="withEffect" fill="hold" presetClass="exit" presetID="9">
                                  <p:stCondLst>
                                    <p:cond delay="0"/>
                                  </p:stCondLst>
                                  <p:childTnLst>
                                    <p:animEffect filter="dissolve" transition="out">
                                      <p:cBhvr additive="repl">
                                        <p:cTn id="531" dur="500"/>
                                        <p:tgtEl>
                                          <p:spTgt spid="815"/>
                                        </p:tgtEl>
                                      </p:cBhvr>
                                    </p:animEffect>
                                    <p:set>
                                      <p:cBhvr>
                                        <p:cTn id="532" dur="1" fill="hold">
                                          <p:stCondLst>
                                            <p:cond delay="499"/>
                                          </p:stCondLst>
                                        </p:cTn>
                                        <p:tgtEl>
                                          <p:spTgt spid="815"/>
                                        </p:tgtEl>
                                        <p:attrNameLst>
                                          <p:attrName>style.visibility</p:attrName>
                                        </p:attrNameLst>
                                      </p:cBhvr>
                                      <p:to>
                                        <p:strVal val="hidden"/>
                                      </p:to>
                                    </p:set>
                                  </p:childTnLst>
                                </p:cTn>
                              </p:par>
                              <p:par>
                                <p:cTn id="533" nodeType="withEffect" fill="hold" presetClass="emph" presetID="1" presetSubtype="2">
                                  <p:stCondLst>
                                    <p:cond delay="0"/>
                                  </p:stCondLst>
                                  <p:childTnLst>
                                    <p:animClr clrSpc="rgb">
                                      <p:cBhvr>
                                        <p:cTn id="534" dur="500" fill="hold"/>
                                        <p:tgtEl>
                                          <p:spTgt spid="814"/>
                                        </p:tgtEl>
                                        <p:attrNameLst>
                                          <p:attrName>fillcolor</p:attrName>
                                        </p:attrNameLst>
                                      </p:cBhvr>
                                      <p:to>
                                        <a:srgbClr val="95b3d7"/>
                                      </p:to>
                                    </p:animClr>
                                    <p:set>
                                      <p:cBhvr>
                                        <p:cTn id="535" dur="500" fill="hold"/>
                                        <p:tgtEl>
                                          <p:spTgt spid="814"/>
                                        </p:tgtEl>
                                        <p:attrNameLst>
                                          <p:attrName>fill.type</p:attrName>
                                        </p:attrNameLst>
                                      </p:cBhvr>
                                      <p:to>
                                        <p:strVal val="solid"/>
                                      </p:to>
                                    </p:set>
                                    <p:set>
                                      <p:cBhvr>
                                        <p:cTn id="536" dur="500" fill="hold"/>
                                        <p:tgtEl>
                                          <p:spTgt spid="81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818"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819"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03</a:t>
            </a:r>
            <a:br>
              <a:rPr sz="4400"/>
            </a:br>
            <a:endParaRPr b="0" lang="pt-BR" sz="2800" spc="-1" strike="noStrike">
              <a:solidFill>
                <a:schemeClr val="dk1"/>
              </a:solidFill>
              <a:latin typeface="Arial"/>
            </a:endParaRPr>
          </a:p>
        </p:txBody>
      </p:sp>
      <p:sp>
        <p:nvSpPr>
          <p:cNvPr id="821" name="PlaceHolder 2"/>
          <p:cNvSpPr>
            <a:spLocks noGrp="1"/>
          </p:cNvSpPr>
          <p:nvPr>
            <p:ph type="subTitle"/>
          </p:nvPr>
        </p:nvSpPr>
        <p:spPr>
          <a:xfrm>
            <a:off x="1398600" y="126360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O indicador de velocidade do sistema do anemômetro “EVERSHED” é graduado de zero a:</a:t>
            </a:r>
            <a:endParaRPr b="0" lang="pt-BR" sz="1600" spc="-1" strike="noStrike">
              <a:solidFill>
                <a:srgbClr val="000000"/>
              </a:solidFill>
              <a:latin typeface="Arial"/>
            </a:endParaRPr>
          </a:p>
        </p:txBody>
      </p:sp>
      <p:sp>
        <p:nvSpPr>
          <p:cNvPr id="822"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823"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65 nós</a:t>
            </a:r>
            <a:endParaRPr b="0" lang="pt-BR" sz="1800" spc="-1" strike="noStrike">
              <a:solidFill>
                <a:srgbClr val="000000"/>
              </a:solidFill>
              <a:latin typeface="Arial"/>
            </a:endParaRPr>
          </a:p>
        </p:txBody>
      </p:sp>
      <p:sp>
        <p:nvSpPr>
          <p:cNvPr id="824"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25"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26"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827"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75 nós </a:t>
            </a:r>
            <a:endParaRPr b="0" lang="pt-BR" sz="1800" spc="-1" strike="noStrike">
              <a:solidFill>
                <a:srgbClr val="000000"/>
              </a:solidFill>
              <a:latin typeface="Arial"/>
            </a:endParaRPr>
          </a:p>
        </p:txBody>
      </p:sp>
      <p:sp>
        <p:nvSpPr>
          <p:cNvPr id="828"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29"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30"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831"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85 nós </a:t>
            </a:r>
            <a:endParaRPr b="0" lang="pt-BR" sz="1800" spc="-1" strike="noStrike">
              <a:solidFill>
                <a:srgbClr val="000000"/>
              </a:solidFill>
              <a:latin typeface="Arial"/>
            </a:endParaRPr>
          </a:p>
        </p:txBody>
      </p:sp>
      <p:sp>
        <p:nvSpPr>
          <p:cNvPr id="832"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33"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34"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835"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95 nós </a:t>
            </a:r>
            <a:endParaRPr b="0" lang="pt-BR" sz="1800" spc="-1" strike="noStrike">
              <a:solidFill>
                <a:srgbClr val="000000"/>
              </a:solidFill>
              <a:latin typeface="Arial"/>
            </a:endParaRPr>
          </a:p>
        </p:txBody>
      </p:sp>
      <p:sp>
        <p:nvSpPr>
          <p:cNvPr id="836"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37"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537" dur="indefinite" restart="never" nodeType="tmRoot">
          <p:childTnLst>
            <p:seq>
              <p:cTn id="538" dur="indefinite" nodeType="mainSeq">
                <p:childTnLst>
                  <p:par>
                    <p:cTn id="539" fill="hold">
                      <p:stCondLst>
                        <p:cond delay="0"/>
                      </p:stCondLst>
                      <p:childTnLst>
                        <p:par>
                          <p:cTn id="540" fill="hold">
                            <p:stCondLst>
                              <p:cond delay="0"/>
                            </p:stCondLst>
                            <p:childTnLst>
                              <p:par>
                                <p:cTn id="541" nodeType="withEffect" fill="hold" presetClass="entr" presetID="10">
                                  <p:stCondLst>
                                    <p:cond delay="0"/>
                                  </p:stCondLst>
                                  <p:childTnLst>
                                    <p:set>
                                      <p:cBhvr>
                                        <p:cTn id="542" dur="1" fill="hold">
                                          <p:stCondLst>
                                            <p:cond delay="0"/>
                                          </p:stCondLst>
                                        </p:cTn>
                                        <p:tgtEl>
                                          <p:spTgt spid="823"/>
                                        </p:tgtEl>
                                        <p:attrNameLst>
                                          <p:attrName>style.visibility</p:attrName>
                                        </p:attrNameLst>
                                      </p:cBhvr>
                                      <p:to>
                                        <p:strVal val="visible"/>
                                      </p:to>
                                    </p:set>
                                    <p:animEffect filter="fade" transition="in">
                                      <p:cBhvr additive="repl">
                                        <p:cTn id="543" dur="500"/>
                                        <p:tgtEl>
                                          <p:spTgt spid="823"/>
                                        </p:tgtEl>
                                      </p:cBhvr>
                                    </p:animEffect>
                                  </p:childTnLst>
                                </p:cTn>
                              </p:par>
                              <p:par>
                                <p:cTn id="544" nodeType="withEffect" fill="hold" presetClass="entr" presetID="10">
                                  <p:stCondLst>
                                    <p:cond delay="0"/>
                                  </p:stCondLst>
                                  <p:childTnLst>
                                    <p:set>
                                      <p:cBhvr>
                                        <p:cTn id="545" dur="1" fill="hold">
                                          <p:stCondLst>
                                            <p:cond delay="0"/>
                                          </p:stCondLst>
                                        </p:cTn>
                                        <p:tgtEl>
                                          <p:spTgt spid="822"/>
                                        </p:tgtEl>
                                        <p:attrNameLst>
                                          <p:attrName>style.visibility</p:attrName>
                                        </p:attrNameLst>
                                      </p:cBhvr>
                                      <p:to>
                                        <p:strVal val="visible"/>
                                      </p:to>
                                    </p:set>
                                    <p:animEffect filter="fade" transition="in">
                                      <p:cBhvr additive="repl">
                                        <p:cTn id="546" dur="500"/>
                                        <p:tgtEl>
                                          <p:spTgt spid="822"/>
                                        </p:tgtEl>
                                      </p:cBhvr>
                                    </p:animEffect>
                                  </p:childTnLst>
                                </p:cTn>
                              </p:par>
                              <p:par>
                                <p:cTn id="547" nodeType="withEffect" fill="hold" presetClass="entr" presetID="10">
                                  <p:stCondLst>
                                    <p:cond delay="0"/>
                                  </p:stCondLst>
                                  <p:childTnLst>
                                    <p:set>
                                      <p:cBhvr>
                                        <p:cTn id="548" dur="1" fill="hold">
                                          <p:stCondLst>
                                            <p:cond delay="0"/>
                                          </p:stCondLst>
                                        </p:cTn>
                                        <p:tgtEl>
                                          <p:spTgt spid="826"/>
                                        </p:tgtEl>
                                        <p:attrNameLst>
                                          <p:attrName>style.visibility</p:attrName>
                                        </p:attrNameLst>
                                      </p:cBhvr>
                                      <p:to>
                                        <p:strVal val="visible"/>
                                      </p:to>
                                    </p:set>
                                    <p:animEffect filter="fade" transition="in">
                                      <p:cBhvr additive="repl">
                                        <p:cTn id="549" dur="500"/>
                                        <p:tgtEl>
                                          <p:spTgt spid="826"/>
                                        </p:tgtEl>
                                      </p:cBhvr>
                                    </p:animEffect>
                                  </p:childTnLst>
                                </p:cTn>
                              </p:par>
                              <p:par>
                                <p:cTn id="550" nodeType="withEffect" fill="hold" presetClass="entr" presetID="10">
                                  <p:stCondLst>
                                    <p:cond delay="0"/>
                                  </p:stCondLst>
                                  <p:childTnLst>
                                    <p:set>
                                      <p:cBhvr>
                                        <p:cTn id="551" dur="1" fill="hold">
                                          <p:stCondLst>
                                            <p:cond delay="0"/>
                                          </p:stCondLst>
                                        </p:cTn>
                                        <p:tgtEl>
                                          <p:spTgt spid="827"/>
                                        </p:tgtEl>
                                        <p:attrNameLst>
                                          <p:attrName>style.visibility</p:attrName>
                                        </p:attrNameLst>
                                      </p:cBhvr>
                                      <p:to>
                                        <p:strVal val="visible"/>
                                      </p:to>
                                    </p:set>
                                    <p:animEffect filter="fade" transition="in">
                                      <p:cBhvr additive="repl">
                                        <p:cTn id="552" dur="500"/>
                                        <p:tgtEl>
                                          <p:spTgt spid="827"/>
                                        </p:tgtEl>
                                      </p:cBhvr>
                                    </p:animEffect>
                                  </p:childTnLst>
                                </p:cTn>
                              </p:par>
                              <p:par>
                                <p:cTn id="553" nodeType="withEffect" fill="hold" presetClass="entr" presetID="10">
                                  <p:stCondLst>
                                    <p:cond delay="0"/>
                                  </p:stCondLst>
                                  <p:childTnLst>
                                    <p:set>
                                      <p:cBhvr>
                                        <p:cTn id="554" dur="1" fill="hold">
                                          <p:stCondLst>
                                            <p:cond delay="0"/>
                                          </p:stCondLst>
                                        </p:cTn>
                                        <p:tgtEl>
                                          <p:spTgt spid="830"/>
                                        </p:tgtEl>
                                        <p:attrNameLst>
                                          <p:attrName>style.visibility</p:attrName>
                                        </p:attrNameLst>
                                      </p:cBhvr>
                                      <p:to>
                                        <p:strVal val="visible"/>
                                      </p:to>
                                    </p:set>
                                    <p:animEffect filter="fade" transition="in">
                                      <p:cBhvr additive="repl">
                                        <p:cTn id="555" dur="500"/>
                                        <p:tgtEl>
                                          <p:spTgt spid="830"/>
                                        </p:tgtEl>
                                      </p:cBhvr>
                                    </p:animEffect>
                                  </p:childTnLst>
                                </p:cTn>
                              </p:par>
                              <p:par>
                                <p:cTn id="556" nodeType="withEffect" fill="hold" presetClass="entr" presetID="10">
                                  <p:stCondLst>
                                    <p:cond delay="0"/>
                                  </p:stCondLst>
                                  <p:childTnLst>
                                    <p:set>
                                      <p:cBhvr>
                                        <p:cTn id="557" dur="1" fill="hold">
                                          <p:stCondLst>
                                            <p:cond delay="0"/>
                                          </p:stCondLst>
                                        </p:cTn>
                                        <p:tgtEl>
                                          <p:spTgt spid="831"/>
                                        </p:tgtEl>
                                        <p:attrNameLst>
                                          <p:attrName>style.visibility</p:attrName>
                                        </p:attrNameLst>
                                      </p:cBhvr>
                                      <p:to>
                                        <p:strVal val="visible"/>
                                      </p:to>
                                    </p:set>
                                    <p:animEffect filter="fade" transition="in">
                                      <p:cBhvr additive="repl">
                                        <p:cTn id="558" dur="500"/>
                                        <p:tgtEl>
                                          <p:spTgt spid="831"/>
                                        </p:tgtEl>
                                      </p:cBhvr>
                                    </p:animEffect>
                                  </p:childTnLst>
                                </p:cTn>
                              </p:par>
                              <p:par>
                                <p:cTn id="559" nodeType="withEffect" fill="hold" presetClass="entr" presetID="10">
                                  <p:stCondLst>
                                    <p:cond delay="0"/>
                                  </p:stCondLst>
                                  <p:childTnLst>
                                    <p:set>
                                      <p:cBhvr>
                                        <p:cTn id="560" dur="1" fill="hold">
                                          <p:stCondLst>
                                            <p:cond delay="0"/>
                                          </p:stCondLst>
                                        </p:cTn>
                                        <p:tgtEl>
                                          <p:spTgt spid="834"/>
                                        </p:tgtEl>
                                        <p:attrNameLst>
                                          <p:attrName>style.visibility</p:attrName>
                                        </p:attrNameLst>
                                      </p:cBhvr>
                                      <p:to>
                                        <p:strVal val="visible"/>
                                      </p:to>
                                    </p:set>
                                    <p:animEffect filter="fade" transition="in">
                                      <p:cBhvr additive="repl">
                                        <p:cTn id="561" dur="500"/>
                                        <p:tgtEl>
                                          <p:spTgt spid="834"/>
                                        </p:tgtEl>
                                      </p:cBhvr>
                                    </p:animEffect>
                                  </p:childTnLst>
                                </p:cTn>
                              </p:par>
                              <p:par>
                                <p:cTn id="562" nodeType="withEffect" fill="hold" presetClass="entr" presetID="10">
                                  <p:stCondLst>
                                    <p:cond delay="0"/>
                                  </p:stCondLst>
                                  <p:childTnLst>
                                    <p:set>
                                      <p:cBhvr>
                                        <p:cTn id="563" dur="1" fill="hold">
                                          <p:stCondLst>
                                            <p:cond delay="0"/>
                                          </p:stCondLst>
                                        </p:cTn>
                                        <p:tgtEl>
                                          <p:spTgt spid="835"/>
                                        </p:tgtEl>
                                        <p:attrNameLst>
                                          <p:attrName>style.visibility</p:attrName>
                                        </p:attrNameLst>
                                      </p:cBhvr>
                                      <p:to>
                                        <p:strVal val="visible"/>
                                      </p:to>
                                    </p:set>
                                    <p:animEffect filter="fade" transition="in">
                                      <p:cBhvr additive="repl">
                                        <p:cTn id="564" dur="500"/>
                                        <p:tgtEl>
                                          <p:spTgt spid="835"/>
                                        </p:tgtEl>
                                      </p:cBhvr>
                                    </p:animEffect>
                                  </p:childTnLst>
                                </p:cTn>
                              </p:par>
                              <p:par>
                                <p:cTn id="565" nodeType="withEffect" fill="hold" presetClass="exit" presetID="1">
                                  <p:stCondLst>
                                    <p:cond delay="0"/>
                                  </p:stCondLst>
                                  <p:childTnLst>
                                    <p:set>
                                      <p:cBhvr>
                                        <p:cTn id="566" dur="1" fill="hold">
                                          <p:stCondLst>
                                            <p:cond delay="0"/>
                                          </p:stCondLst>
                                        </p:cTn>
                                        <p:tgtEl>
                                          <p:spTgt spid="825"/>
                                        </p:tgtEl>
                                        <p:attrNameLst>
                                          <p:attrName>style.visibility</p:attrName>
                                        </p:attrNameLst>
                                      </p:cBhvr>
                                      <p:to>
                                        <p:strVal val="hidden"/>
                                      </p:to>
                                    </p:set>
                                  </p:childTnLst>
                                </p:cTn>
                              </p:par>
                              <p:par>
                                <p:cTn id="567" nodeType="withEffect" fill="hold" presetClass="exit" presetID="1">
                                  <p:stCondLst>
                                    <p:cond delay="0"/>
                                  </p:stCondLst>
                                  <p:childTnLst>
                                    <p:set>
                                      <p:cBhvr>
                                        <p:cTn id="568" dur="1" fill="hold">
                                          <p:stCondLst>
                                            <p:cond delay="0"/>
                                          </p:stCondLst>
                                        </p:cTn>
                                        <p:tgtEl>
                                          <p:spTgt spid="824"/>
                                        </p:tgtEl>
                                        <p:attrNameLst>
                                          <p:attrName>style.visibility</p:attrName>
                                        </p:attrNameLst>
                                      </p:cBhvr>
                                      <p:to>
                                        <p:strVal val="hidden"/>
                                      </p:to>
                                    </p:set>
                                  </p:childTnLst>
                                </p:cTn>
                              </p:par>
                              <p:par>
                                <p:cTn id="569" nodeType="withEffect" fill="hold" presetClass="exit" presetID="1">
                                  <p:stCondLst>
                                    <p:cond delay="0"/>
                                  </p:stCondLst>
                                  <p:childTnLst>
                                    <p:set>
                                      <p:cBhvr>
                                        <p:cTn id="570" dur="1" fill="hold">
                                          <p:stCondLst>
                                            <p:cond delay="0"/>
                                          </p:stCondLst>
                                        </p:cTn>
                                        <p:tgtEl>
                                          <p:spTgt spid="829"/>
                                        </p:tgtEl>
                                        <p:attrNameLst>
                                          <p:attrName>style.visibility</p:attrName>
                                        </p:attrNameLst>
                                      </p:cBhvr>
                                      <p:to>
                                        <p:strVal val="hidden"/>
                                      </p:to>
                                    </p:set>
                                  </p:childTnLst>
                                </p:cTn>
                              </p:par>
                              <p:par>
                                <p:cTn id="571" nodeType="withEffect" fill="hold" presetClass="exit" presetID="1">
                                  <p:stCondLst>
                                    <p:cond delay="0"/>
                                  </p:stCondLst>
                                  <p:childTnLst>
                                    <p:set>
                                      <p:cBhvr>
                                        <p:cTn id="572" dur="1" fill="hold">
                                          <p:stCondLst>
                                            <p:cond delay="0"/>
                                          </p:stCondLst>
                                        </p:cTn>
                                        <p:tgtEl>
                                          <p:spTgt spid="828"/>
                                        </p:tgtEl>
                                        <p:attrNameLst>
                                          <p:attrName>style.visibility</p:attrName>
                                        </p:attrNameLst>
                                      </p:cBhvr>
                                      <p:to>
                                        <p:strVal val="hidden"/>
                                      </p:to>
                                    </p:set>
                                  </p:childTnLst>
                                </p:cTn>
                              </p:par>
                              <p:par>
                                <p:cTn id="573" nodeType="withEffect" fill="hold" presetClass="exit" presetID="1">
                                  <p:stCondLst>
                                    <p:cond delay="0"/>
                                  </p:stCondLst>
                                  <p:childTnLst>
                                    <p:set>
                                      <p:cBhvr>
                                        <p:cTn id="574" dur="1" fill="hold">
                                          <p:stCondLst>
                                            <p:cond delay="0"/>
                                          </p:stCondLst>
                                        </p:cTn>
                                        <p:tgtEl>
                                          <p:spTgt spid="833"/>
                                        </p:tgtEl>
                                        <p:attrNameLst>
                                          <p:attrName>style.visibility</p:attrName>
                                        </p:attrNameLst>
                                      </p:cBhvr>
                                      <p:to>
                                        <p:strVal val="hidden"/>
                                      </p:to>
                                    </p:set>
                                  </p:childTnLst>
                                </p:cTn>
                              </p:par>
                              <p:par>
                                <p:cTn id="575" nodeType="withEffect" fill="hold" presetClass="exit" presetID="1">
                                  <p:stCondLst>
                                    <p:cond delay="0"/>
                                  </p:stCondLst>
                                  <p:childTnLst>
                                    <p:set>
                                      <p:cBhvr>
                                        <p:cTn id="576" dur="1" fill="hold">
                                          <p:stCondLst>
                                            <p:cond delay="0"/>
                                          </p:stCondLst>
                                        </p:cTn>
                                        <p:tgtEl>
                                          <p:spTgt spid="832"/>
                                        </p:tgtEl>
                                        <p:attrNameLst>
                                          <p:attrName>style.visibility</p:attrName>
                                        </p:attrNameLst>
                                      </p:cBhvr>
                                      <p:to>
                                        <p:strVal val="hidden"/>
                                      </p:to>
                                    </p:set>
                                  </p:childTnLst>
                                </p:cTn>
                              </p:par>
                              <p:par>
                                <p:cTn id="577" nodeType="withEffect" fill="hold" presetClass="exit" presetID="1">
                                  <p:stCondLst>
                                    <p:cond delay="0"/>
                                  </p:stCondLst>
                                  <p:childTnLst>
                                    <p:set>
                                      <p:cBhvr>
                                        <p:cTn id="578" dur="1" fill="hold">
                                          <p:stCondLst>
                                            <p:cond delay="0"/>
                                          </p:stCondLst>
                                        </p:cTn>
                                        <p:tgtEl>
                                          <p:spTgt spid="837"/>
                                        </p:tgtEl>
                                        <p:attrNameLst>
                                          <p:attrName>style.visibility</p:attrName>
                                        </p:attrNameLst>
                                      </p:cBhvr>
                                      <p:to>
                                        <p:strVal val="hidden"/>
                                      </p:to>
                                    </p:set>
                                  </p:childTnLst>
                                </p:cTn>
                              </p:par>
                              <p:par>
                                <p:cTn id="579" nodeType="withEffect" fill="hold" presetClass="exit" presetID="1">
                                  <p:stCondLst>
                                    <p:cond delay="0"/>
                                  </p:stCondLst>
                                  <p:childTnLst>
                                    <p:set>
                                      <p:cBhvr>
                                        <p:cTn id="580" dur="1" fill="hold">
                                          <p:stCondLst>
                                            <p:cond delay="0"/>
                                          </p:stCondLst>
                                        </p:cTn>
                                        <p:tgtEl>
                                          <p:spTgt spid="8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81" restart="whenNotActive" nodeType="interactiveSeq" fill="hold">
                <p:stCondLst>
                  <p:cond delay="0" evt="onClick">
                    <p:tgtEl>
                      <p:spTgt spid="822"/>
                    </p:tgtEl>
                  </p:cond>
                </p:stCondLst>
                <p:childTnLst>
                  <p:par>
                    <p:cTn id="582" fill="hold">
                      <p:stCondLst>
                        <p:cond delay="0" evt="onClick">
                          <p:tgtEl>
                            <p:spTgt spid="822"/>
                          </p:tgtEl>
                        </p:cond>
                      </p:stCondLst>
                      <p:childTnLst>
                        <p:par>
                          <p:cTn id="583" fill="hold">
                            <p:stCondLst>
                              <p:cond delay="0"/>
                            </p:stCondLst>
                            <p:childTnLst>
                              <p:par>
                                <p:cTn id="584" nodeType="clickEffect" fill="hold" presetClass="entr" presetID="16" presetSubtype="21">
                                  <p:stCondLst>
                                    <p:cond delay="0"/>
                                  </p:stCondLst>
                                  <p:childTnLst>
                                    <p:set>
                                      <p:cBhvr>
                                        <p:cTn id="585" dur="1" fill="hold">
                                          <p:stCondLst>
                                            <p:cond delay="0"/>
                                          </p:stCondLst>
                                        </p:cTn>
                                        <p:tgtEl>
                                          <p:spTgt spid="825"/>
                                        </p:tgtEl>
                                        <p:attrNameLst>
                                          <p:attrName>style.visibility</p:attrName>
                                        </p:attrNameLst>
                                      </p:cBhvr>
                                      <p:to>
                                        <p:strVal val="visible"/>
                                      </p:to>
                                    </p:set>
                                    <p:animEffect filter="barn(inVertical)" transition="in">
                                      <p:cBhvr additive="repl">
                                        <p:cTn id="586" dur="500"/>
                                        <p:tgtEl>
                                          <p:spTgt spid="825"/>
                                        </p:tgtEl>
                                      </p:cBhvr>
                                    </p:animEffect>
                                  </p:childTnLst>
                                </p:cTn>
                              </p:par>
                              <p:par>
                                <p:cTn id="587" nodeType="withEffect" fill="hold" presetClass="entr" presetID="16" presetSubtype="21">
                                  <p:stCondLst>
                                    <p:cond delay="0"/>
                                  </p:stCondLst>
                                  <p:childTnLst>
                                    <p:set>
                                      <p:cBhvr>
                                        <p:cTn id="588" dur="1" fill="hold">
                                          <p:stCondLst>
                                            <p:cond delay="0"/>
                                          </p:stCondLst>
                                        </p:cTn>
                                        <p:tgtEl>
                                          <p:spTgt spid="824"/>
                                        </p:tgtEl>
                                        <p:attrNameLst>
                                          <p:attrName>style.visibility</p:attrName>
                                        </p:attrNameLst>
                                      </p:cBhvr>
                                      <p:to>
                                        <p:strVal val="visible"/>
                                      </p:to>
                                    </p:set>
                                    <p:animEffect filter="barn(inVertical)" transition="in">
                                      <p:cBhvr additive="repl">
                                        <p:cTn id="589" dur="500"/>
                                        <p:tgtEl>
                                          <p:spTgt spid="824"/>
                                        </p:tgtEl>
                                      </p:cBhvr>
                                    </p:animEffect>
                                  </p:childTnLst>
                                </p:cTn>
                              </p:par>
                              <p:par>
                                <p:cTn id="590" nodeType="withEffect" fill="hold" presetClass="emph" presetID="1" presetSubtype="2">
                                  <p:stCondLst>
                                    <p:cond delay="0"/>
                                  </p:stCondLst>
                                  <p:childTnLst>
                                    <p:animClr clrSpc="rgb">
                                      <p:cBhvr>
                                        <p:cTn id="591" dur="500" fill="hold"/>
                                        <p:tgtEl>
                                          <p:spTgt spid="823"/>
                                        </p:tgtEl>
                                        <p:attrNameLst>
                                          <p:attrName>fillcolor</p:attrName>
                                        </p:attrNameLst>
                                      </p:cBhvr>
                                      <p:to>
                                        <a:srgbClr val="8a80e4"/>
                                      </p:to>
                                    </p:animClr>
                                    <p:set>
                                      <p:cBhvr>
                                        <p:cTn id="592" dur="500" fill="hold"/>
                                        <p:tgtEl>
                                          <p:spTgt spid="823"/>
                                        </p:tgtEl>
                                        <p:attrNameLst>
                                          <p:attrName>fill.type</p:attrName>
                                        </p:attrNameLst>
                                      </p:cBhvr>
                                      <p:to>
                                        <p:strVal val="solid"/>
                                      </p:to>
                                    </p:set>
                                    <p:set>
                                      <p:cBhvr>
                                        <p:cTn id="593" dur="500" fill="hold"/>
                                        <p:tgtEl>
                                          <p:spTgt spid="823"/>
                                        </p:tgtEl>
                                        <p:attrNameLst>
                                          <p:attrName>fill.on</p:attrName>
                                        </p:attrNameLst>
                                      </p:cBhvr>
                                      <p:to>
                                        <p:strVal val="true"/>
                                      </p:to>
                                    </p:set>
                                  </p:childTnLst>
                                </p:cTn>
                              </p:par>
                              <p:par>
                                <p:cTn id="594" nodeType="withEffect" fill="hold" presetClass="emph" presetID="1" presetSubtype="2">
                                  <p:stCondLst>
                                    <p:cond delay="0"/>
                                  </p:stCondLst>
                                  <p:childTnLst>
                                    <p:animClr clrSpc="rgb">
                                      <p:cBhvr>
                                        <p:cTn id="595" dur="500" fill="hold"/>
                                        <p:tgtEl>
                                          <p:spTgt spid="827"/>
                                        </p:tgtEl>
                                        <p:attrNameLst>
                                          <p:attrName>fillcolor</p:attrName>
                                        </p:attrNameLst>
                                      </p:cBhvr>
                                      <p:to>
                                        <a:srgbClr val="95b3d7"/>
                                      </p:to>
                                    </p:animClr>
                                    <p:set>
                                      <p:cBhvr>
                                        <p:cTn id="596" dur="500" fill="hold"/>
                                        <p:tgtEl>
                                          <p:spTgt spid="827"/>
                                        </p:tgtEl>
                                        <p:attrNameLst>
                                          <p:attrName>fill.type</p:attrName>
                                        </p:attrNameLst>
                                      </p:cBhvr>
                                      <p:to>
                                        <p:strVal val="solid"/>
                                      </p:to>
                                    </p:set>
                                    <p:set>
                                      <p:cBhvr>
                                        <p:cTn id="597" dur="500" fill="hold"/>
                                        <p:tgtEl>
                                          <p:spTgt spid="827"/>
                                        </p:tgtEl>
                                        <p:attrNameLst>
                                          <p:attrName>fill.on</p:attrName>
                                        </p:attrNameLst>
                                      </p:cBhvr>
                                      <p:to>
                                        <p:strVal val="true"/>
                                      </p:to>
                                    </p:set>
                                  </p:childTnLst>
                                </p:cTn>
                              </p:par>
                              <p:par>
                                <p:cTn id="598" nodeType="withEffect" fill="hold" presetClass="emph" presetID="1" presetSubtype="2">
                                  <p:stCondLst>
                                    <p:cond delay="0"/>
                                  </p:stCondLst>
                                  <p:childTnLst>
                                    <p:animClr clrSpc="rgb">
                                      <p:cBhvr>
                                        <p:cTn id="599" dur="500" fill="hold"/>
                                        <p:tgtEl>
                                          <p:spTgt spid="831"/>
                                        </p:tgtEl>
                                        <p:attrNameLst>
                                          <p:attrName>fillcolor</p:attrName>
                                        </p:attrNameLst>
                                      </p:cBhvr>
                                      <p:to>
                                        <a:srgbClr val="95b3d7"/>
                                      </p:to>
                                    </p:animClr>
                                    <p:set>
                                      <p:cBhvr>
                                        <p:cTn id="600" dur="500" fill="hold"/>
                                        <p:tgtEl>
                                          <p:spTgt spid="831"/>
                                        </p:tgtEl>
                                        <p:attrNameLst>
                                          <p:attrName>fill.type</p:attrName>
                                        </p:attrNameLst>
                                      </p:cBhvr>
                                      <p:to>
                                        <p:strVal val="solid"/>
                                      </p:to>
                                    </p:set>
                                    <p:set>
                                      <p:cBhvr>
                                        <p:cTn id="601" dur="500" fill="hold"/>
                                        <p:tgtEl>
                                          <p:spTgt spid="831"/>
                                        </p:tgtEl>
                                        <p:attrNameLst>
                                          <p:attrName>fill.on</p:attrName>
                                        </p:attrNameLst>
                                      </p:cBhvr>
                                      <p:to>
                                        <p:strVal val="true"/>
                                      </p:to>
                                    </p:set>
                                  </p:childTnLst>
                                </p:cTn>
                              </p:par>
                              <p:par>
                                <p:cTn id="602" nodeType="withEffect" fill="hold" presetClass="emph" presetID="1" presetSubtype="2">
                                  <p:stCondLst>
                                    <p:cond delay="0"/>
                                  </p:stCondLst>
                                  <p:childTnLst>
                                    <p:animClr clrSpc="rgb">
                                      <p:cBhvr>
                                        <p:cTn id="603" dur="500" fill="hold"/>
                                        <p:tgtEl>
                                          <p:spTgt spid="835"/>
                                        </p:tgtEl>
                                        <p:attrNameLst>
                                          <p:attrName>fillcolor</p:attrName>
                                        </p:attrNameLst>
                                      </p:cBhvr>
                                      <p:to>
                                        <a:srgbClr val="95b3d7"/>
                                      </p:to>
                                    </p:animClr>
                                    <p:set>
                                      <p:cBhvr>
                                        <p:cTn id="604" dur="500" fill="hold"/>
                                        <p:tgtEl>
                                          <p:spTgt spid="835"/>
                                        </p:tgtEl>
                                        <p:attrNameLst>
                                          <p:attrName>fill.type</p:attrName>
                                        </p:attrNameLst>
                                      </p:cBhvr>
                                      <p:to>
                                        <p:strVal val="solid"/>
                                      </p:to>
                                    </p:set>
                                    <p:set>
                                      <p:cBhvr>
                                        <p:cTn id="605" dur="500" fill="hold"/>
                                        <p:tgtEl>
                                          <p:spTgt spid="835"/>
                                        </p:tgtEl>
                                        <p:attrNameLst>
                                          <p:attrName>fill.on</p:attrName>
                                        </p:attrNameLst>
                                      </p:cBhvr>
                                      <p:to>
                                        <p:strVal val="true"/>
                                      </p:to>
                                    </p:set>
                                  </p:childTnLst>
                                </p:cTn>
                              </p:par>
                              <p:par>
                                <p:cTn id="606" nodeType="withEffect" fill="hold" presetClass="exit" presetID="10">
                                  <p:stCondLst>
                                    <p:cond delay="0"/>
                                  </p:stCondLst>
                                  <p:childTnLst>
                                    <p:animEffect filter="fade" transition="out">
                                      <p:cBhvr additive="repl">
                                        <p:cTn id="607" dur="500"/>
                                        <p:tgtEl>
                                          <p:spTgt spid="829"/>
                                        </p:tgtEl>
                                      </p:cBhvr>
                                    </p:animEffect>
                                    <p:set>
                                      <p:cBhvr>
                                        <p:cTn id="608" dur="1" fill="hold">
                                          <p:stCondLst>
                                            <p:cond delay="499"/>
                                          </p:stCondLst>
                                        </p:cTn>
                                        <p:tgtEl>
                                          <p:spTgt spid="829"/>
                                        </p:tgtEl>
                                        <p:attrNameLst>
                                          <p:attrName>style.visibility</p:attrName>
                                        </p:attrNameLst>
                                      </p:cBhvr>
                                      <p:to>
                                        <p:strVal val="hidden"/>
                                      </p:to>
                                    </p:set>
                                  </p:childTnLst>
                                </p:cTn>
                              </p:par>
                              <p:par>
                                <p:cTn id="609" nodeType="withEffect" fill="hold" presetClass="exit" presetID="10">
                                  <p:stCondLst>
                                    <p:cond delay="0"/>
                                  </p:stCondLst>
                                  <p:childTnLst>
                                    <p:animEffect filter="fade" transition="out">
                                      <p:cBhvr additive="repl">
                                        <p:cTn id="610" dur="500"/>
                                        <p:tgtEl>
                                          <p:spTgt spid="828"/>
                                        </p:tgtEl>
                                      </p:cBhvr>
                                    </p:animEffect>
                                    <p:set>
                                      <p:cBhvr>
                                        <p:cTn id="611" dur="1" fill="hold">
                                          <p:stCondLst>
                                            <p:cond delay="499"/>
                                          </p:stCondLst>
                                        </p:cTn>
                                        <p:tgtEl>
                                          <p:spTgt spid="828"/>
                                        </p:tgtEl>
                                        <p:attrNameLst>
                                          <p:attrName>style.visibility</p:attrName>
                                        </p:attrNameLst>
                                      </p:cBhvr>
                                      <p:to>
                                        <p:strVal val="hidden"/>
                                      </p:to>
                                    </p:set>
                                  </p:childTnLst>
                                </p:cTn>
                              </p:par>
                              <p:par>
                                <p:cTn id="612" nodeType="withEffect" fill="hold" presetClass="exit" presetID="10">
                                  <p:stCondLst>
                                    <p:cond delay="0"/>
                                  </p:stCondLst>
                                  <p:childTnLst>
                                    <p:animEffect filter="fade" transition="out">
                                      <p:cBhvr additive="repl">
                                        <p:cTn id="613" dur="500"/>
                                        <p:tgtEl>
                                          <p:spTgt spid="833"/>
                                        </p:tgtEl>
                                      </p:cBhvr>
                                    </p:animEffect>
                                    <p:set>
                                      <p:cBhvr>
                                        <p:cTn id="614" dur="1" fill="hold">
                                          <p:stCondLst>
                                            <p:cond delay="499"/>
                                          </p:stCondLst>
                                        </p:cTn>
                                        <p:tgtEl>
                                          <p:spTgt spid="833"/>
                                        </p:tgtEl>
                                        <p:attrNameLst>
                                          <p:attrName>style.visibility</p:attrName>
                                        </p:attrNameLst>
                                      </p:cBhvr>
                                      <p:to>
                                        <p:strVal val="hidden"/>
                                      </p:to>
                                    </p:set>
                                  </p:childTnLst>
                                </p:cTn>
                              </p:par>
                              <p:par>
                                <p:cTn id="615" nodeType="withEffect" fill="hold" presetClass="exit" presetID="10">
                                  <p:stCondLst>
                                    <p:cond delay="0"/>
                                  </p:stCondLst>
                                  <p:childTnLst>
                                    <p:animEffect filter="fade" transition="out">
                                      <p:cBhvr additive="repl">
                                        <p:cTn id="616" dur="500"/>
                                        <p:tgtEl>
                                          <p:spTgt spid="832"/>
                                        </p:tgtEl>
                                      </p:cBhvr>
                                    </p:animEffect>
                                    <p:set>
                                      <p:cBhvr>
                                        <p:cTn id="617" dur="1" fill="hold">
                                          <p:stCondLst>
                                            <p:cond delay="499"/>
                                          </p:stCondLst>
                                        </p:cTn>
                                        <p:tgtEl>
                                          <p:spTgt spid="832"/>
                                        </p:tgtEl>
                                        <p:attrNameLst>
                                          <p:attrName>style.visibility</p:attrName>
                                        </p:attrNameLst>
                                      </p:cBhvr>
                                      <p:to>
                                        <p:strVal val="hidden"/>
                                      </p:to>
                                    </p:set>
                                  </p:childTnLst>
                                </p:cTn>
                              </p:par>
                              <p:par>
                                <p:cTn id="618" nodeType="withEffect" fill="hold" presetClass="exit" presetID="10">
                                  <p:stCondLst>
                                    <p:cond delay="0"/>
                                  </p:stCondLst>
                                  <p:childTnLst>
                                    <p:animEffect filter="fade" transition="out">
                                      <p:cBhvr additive="repl">
                                        <p:cTn id="619" dur="500"/>
                                        <p:tgtEl>
                                          <p:spTgt spid="837"/>
                                        </p:tgtEl>
                                      </p:cBhvr>
                                    </p:animEffect>
                                    <p:set>
                                      <p:cBhvr>
                                        <p:cTn id="620" dur="1" fill="hold">
                                          <p:stCondLst>
                                            <p:cond delay="499"/>
                                          </p:stCondLst>
                                        </p:cTn>
                                        <p:tgtEl>
                                          <p:spTgt spid="837"/>
                                        </p:tgtEl>
                                        <p:attrNameLst>
                                          <p:attrName>style.visibility</p:attrName>
                                        </p:attrNameLst>
                                      </p:cBhvr>
                                      <p:to>
                                        <p:strVal val="hidden"/>
                                      </p:to>
                                    </p:set>
                                  </p:childTnLst>
                                </p:cTn>
                              </p:par>
                              <p:par>
                                <p:cTn id="621" nodeType="withEffect" fill="hold" presetClass="exit" presetID="10">
                                  <p:stCondLst>
                                    <p:cond delay="0"/>
                                  </p:stCondLst>
                                  <p:childTnLst>
                                    <p:animEffect filter="fade" transition="out">
                                      <p:cBhvr additive="repl">
                                        <p:cTn id="622" dur="500"/>
                                        <p:tgtEl>
                                          <p:spTgt spid="836"/>
                                        </p:tgtEl>
                                      </p:cBhvr>
                                    </p:animEffect>
                                    <p:set>
                                      <p:cBhvr>
                                        <p:cTn id="623" dur="1" fill="hold">
                                          <p:stCondLst>
                                            <p:cond delay="499"/>
                                          </p:stCondLst>
                                        </p:cTn>
                                        <p:tgtEl>
                                          <p:spTgt spid="8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24" restart="whenNotActive" nodeType="interactiveSeq" fill="hold">
                <p:stCondLst>
                  <p:cond delay="0" evt="onClick">
                    <p:tgtEl>
                      <p:spTgt spid="825"/>
                    </p:tgtEl>
                  </p:cond>
                </p:stCondLst>
                <p:childTnLst>
                  <p:par>
                    <p:cTn id="625" fill="hold">
                      <p:stCondLst>
                        <p:cond delay="0" evt="onClick">
                          <p:tgtEl>
                            <p:spTgt spid="825"/>
                          </p:tgtEl>
                        </p:cond>
                      </p:stCondLst>
                      <p:childTnLst>
                        <p:par>
                          <p:cTn id="626" fill="hold">
                            <p:stCondLst>
                              <p:cond delay="0"/>
                            </p:stCondLst>
                            <p:childTnLst>
                              <p:par>
                                <p:cTn id="627" nodeType="clickEffect" fill="hold" presetClass="exit" presetID="9">
                                  <p:stCondLst>
                                    <p:cond delay="0"/>
                                  </p:stCondLst>
                                  <p:childTnLst>
                                    <p:animEffect filter="dissolve" transition="out">
                                      <p:cBhvr additive="repl">
                                        <p:cTn id="628" dur="500"/>
                                        <p:tgtEl>
                                          <p:spTgt spid="825"/>
                                        </p:tgtEl>
                                      </p:cBhvr>
                                    </p:animEffect>
                                    <p:set>
                                      <p:cBhvr>
                                        <p:cTn id="629" dur="1" fill="hold">
                                          <p:stCondLst>
                                            <p:cond delay="499"/>
                                          </p:stCondLst>
                                        </p:cTn>
                                        <p:tgtEl>
                                          <p:spTgt spid="825"/>
                                        </p:tgtEl>
                                        <p:attrNameLst>
                                          <p:attrName>style.visibility</p:attrName>
                                        </p:attrNameLst>
                                      </p:cBhvr>
                                      <p:to>
                                        <p:strVal val="hidden"/>
                                      </p:to>
                                    </p:set>
                                  </p:childTnLst>
                                </p:cTn>
                              </p:par>
                              <p:par>
                                <p:cTn id="630" nodeType="withEffect" fill="hold" presetClass="exit" presetID="9">
                                  <p:stCondLst>
                                    <p:cond delay="0"/>
                                  </p:stCondLst>
                                  <p:childTnLst>
                                    <p:animEffect filter="dissolve" transition="out">
                                      <p:cBhvr additive="repl">
                                        <p:cTn id="631" dur="500"/>
                                        <p:tgtEl>
                                          <p:spTgt spid="824"/>
                                        </p:tgtEl>
                                      </p:cBhvr>
                                    </p:animEffect>
                                    <p:set>
                                      <p:cBhvr>
                                        <p:cTn id="632" dur="1" fill="hold">
                                          <p:stCondLst>
                                            <p:cond delay="499"/>
                                          </p:stCondLst>
                                        </p:cTn>
                                        <p:tgtEl>
                                          <p:spTgt spid="824"/>
                                        </p:tgtEl>
                                        <p:attrNameLst>
                                          <p:attrName>style.visibility</p:attrName>
                                        </p:attrNameLst>
                                      </p:cBhvr>
                                      <p:to>
                                        <p:strVal val="hidden"/>
                                      </p:to>
                                    </p:set>
                                  </p:childTnLst>
                                </p:cTn>
                              </p:par>
                              <p:par>
                                <p:cTn id="633" nodeType="withEffect" fill="hold" presetClass="emph" presetID="1" presetSubtype="2">
                                  <p:stCondLst>
                                    <p:cond delay="0"/>
                                  </p:stCondLst>
                                  <p:childTnLst>
                                    <p:animClr clrSpc="rgb">
                                      <p:cBhvr>
                                        <p:cTn id="634" dur="500" fill="hold"/>
                                        <p:tgtEl>
                                          <p:spTgt spid="823"/>
                                        </p:tgtEl>
                                        <p:attrNameLst>
                                          <p:attrName>fillcolor</p:attrName>
                                        </p:attrNameLst>
                                      </p:cBhvr>
                                      <p:to>
                                        <a:srgbClr val="95b3d7"/>
                                      </p:to>
                                    </p:animClr>
                                    <p:set>
                                      <p:cBhvr>
                                        <p:cTn id="635" dur="500" fill="hold"/>
                                        <p:tgtEl>
                                          <p:spTgt spid="823"/>
                                        </p:tgtEl>
                                        <p:attrNameLst>
                                          <p:attrName>fill.type</p:attrName>
                                        </p:attrNameLst>
                                      </p:cBhvr>
                                      <p:to>
                                        <p:strVal val="solid"/>
                                      </p:to>
                                    </p:set>
                                    <p:set>
                                      <p:cBhvr>
                                        <p:cTn id="636" dur="500" fill="hold"/>
                                        <p:tgtEl>
                                          <p:spTgt spid="82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37" restart="whenNotActive" nodeType="interactiveSeq" fill="hold">
                <p:stCondLst>
                  <p:cond delay="0" evt="onClick">
                    <p:tgtEl>
                      <p:spTgt spid="826"/>
                    </p:tgtEl>
                  </p:cond>
                </p:stCondLst>
                <p:childTnLst>
                  <p:par>
                    <p:cTn id="638" fill="hold">
                      <p:stCondLst>
                        <p:cond delay="0" evt="onClick">
                          <p:tgtEl>
                            <p:spTgt spid="826"/>
                          </p:tgtEl>
                        </p:cond>
                      </p:stCondLst>
                      <p:childTnLst>
                        <p:par>
                          <p:cTn id="639" fill="hold">
                            <p:stCondLst>
                              <p:cond delay="0"/>
                            </p:stCondLst>
                            <p:childTnLst>
                              <p:par>
                                <p:cTn id="640" nodeType="clickEffect" fill="hold" presetClass="entr" presetID="16" presetSubtype="21">
                                  <p:stCondLst>
                                    <p:cond delay="0"/>
                                  </p:stCondLst>
                                  <p:childTnLst>
                                    <p:set>
                                      <p:cBhvr>
                                        <p:cTn id="641" dur="1" fill="hold">
                                          <p:stCondLst>
                                            <p:cond delay="0"/>
                                          </p:stCondLst>
                                        </p:cTn>
                                        <p:tgtEl>
                                          <p:spTgt spid="829"/>
                                        </p:tgtEl>
                                        <p:attrNameLst>
                                          <p:attrName>style.visibility</p:attrName>
                                        </p:attrNameLst>
                                      </p:cBhvr>
                                      <p:to>
                                        <p:strVal val="visible"/>
                                      </p:to>
                                    </p:set>
                                    <p:animEffect filter="barn(inVertical)" transition="in">
                                      <p:cBhvr additive="repl">
                                        <p:cTn id="642" dur="500"/>
                                        <p:tgtEl>
                                          <p:spTgt spid="829"/>
                                        </p:tgtEl>
                                      </p:cBhvr>
                                    </p:animEffect>
                                  </p:childTnLst>
                                </p:cTn>
                              </p:par>
                              <p:par>
                                <p:cTn id="643" nodeType="withEffect" fill="hold" presetClass="entr" presetID="16" presetSubtype="21">
                                  <p:stCondLst>
                                    <p:cond delay="0"/>
                                  </p:stCondLst>
                                  <p:childTnLst>
                                    <p:set>
                                      <p:cBhvr>
                                        <p:cTn id="644" dur="1" fill="hold">
                                          <p:stCondLst>
                                            <p:cond delay="0"/>
                                          </p:stCondLst>
                                        </p:cTn>
                                        <p:tgtEl>
                                          <p:spTgt spid="828"/>
                                        </p:tgtEl>
                                        <p:attrNameLst>
                                          <p:attrName>style.visibility</p:attrName>
                                        </p:attrNameLst>
                                      </p:cBhvr>
                                      <p:to>
                                        <p:strVal val="visible"/>
                                      </p:to>
                                    </p:set>
                                    <p:animEffect filter="barn(inVertical)" transition="in">
                                      <p:cBhvr additive="repl">
                                        <p:cTn id="645" dur="500"/>
                                        <p:tgtEl>
                                          <p:spTgt spid="828"/>
                                        </p:tgtEl>
                                      </p:cBhvr>
                                    </p:animEffect>
                                  </p:childTnLst>
                                </p:cTn>
                              </p:par>
                              <p:par>
                                <p:cTn id="646" nodeType="withEffect" fill="hold" presetClass="emph" presetID="1" presetSubtype="2">
                                  <p:stCondLst>
                                    <p:cond delay="0"/>
                                  </p:stCondLst>
                                  <p:childTnLst>
                                    <p:animClr clrSpc="rgb">
                                      <p:cBhvr>
                                        <p:cTn id="647" dur="500" fill="hold"/>
                                        <p:tgtEl>
                                          <p:spTgt spid="827"/>
                                        </p:tgtEl>
                                        <p:attrNameLst>
                                          <p:attrName>fillcolor</p:attrName>
                                        </p:attrNameLst>
                                      </p:cBhvr>
                                      <p:to>
                                        <a:srgbClr val="8a80e4"/>
                                      </p:to>
                                    </p:animClr>
                                    <p:set>
                                      <p:cBhvr>
                                        <p:cTn id="648" dur="500" fill="hold"/>
                                        <p:tgtEl>
                                          <p:spTgt spid="827"/>
                                        </p:tgtEl>
                                        <p:attrNameLst>
                                          <p:attrName>fill.type</p:attrName>
                                        </p:attrNameLst>
                                      </p:cBhvr>
                                      <p:to>
                                        <p:strVal val="solid"/>
                                      </p:to>
                                    </p:set>
                                    <p:set>
                                      <p:cBhvr>
                                        <p:cTn id="649" dur="500" fill="hold"/>
                                        <p:tgtEl>
                                          <p:spTgt spid="827"/>
                                        </p:tgtEl>
                                        <p:attrNameLst>
                                          <p:attrName>fill.on</p:attrName>
                                        </p:attrNameLst>
                                      </p:cBhvr>
                                      <p:to>
                                        <p:strVal val="true"/>
                                      </p:to>
                                    </p:set>
                                  </p:childTnLst>
                                </p:cTn>
                              </p:par>
                              <p:par>
                                <p:cTn id="650" nodeType="withEffect" fill="hold" presetClass="emph" presetID="1" presetSubtype="2">
                                  <p:stCondLst>
                                    <p:cond delay="0"/>
                                  </p:stCondLst>
                                  <p:childTnLst>
                                    <p:animClr clrSpc="rgb">
                                      <p:cBhvr>
                                        <p:cTn id="651" dur="500" fill="hold"/>
                                        <p:tgtEl>
                                          <p:spTgt spid="823"/>
                                        </p:tgtEl>
                                        <p:attrNameLst>
                                          <p:attrName>fillcolor</p:attrName>
                                        </p:attrNameLst>
                                      </p:cBhvr>
                                      <p:to>
                                        <a:srgbClr val="95b3d7"/>
                                      </p:to>
                                    </p:animClr>
                                    <p:set>
                                      <p:cBhvr>
                                        <p:cTn id="652" dur="500" fill="hold"/>
                                        <p:tgtEl>
                                          <p:spTgt spid="823"/>
                                        </p:tgtEl>
                                        <p:attrNameLst>
                                          <p:attrName>fill.type</p:attrName>
                                        </p:attrNameLst>
                                      </p:cBhvr>
                                      <p:to>
                                        <p:strVal val="solid"/>
                                      </p:to>
                                    </p:set>
                                    <p:set>
                                      <p:cBhvr>
                                        <p:cTn id="653" dur="500" fill="hold"/>
                                        <p:tgtEl>
                                          <p:spTgt spid="823"/>
                                        </p:tgtEl>
                                        <p:attrNameLst>
                                          <p:attrName>fill.on</p:attrName>
                                        </p:attrNameLst>
                                      </p:cBhvr>
                                      <p:to>
                                        <p:strVal val="true"/>
                                      </p:to>
                                    </p:set>
                                  </p:childTnLst>
                                </p:cTn>
                              </p:par>
                              <p:par>
                                <p:cTn id="654" nodeType="withEffect" fill="hold" presetClass="emph" presetID="1" presetSubtype="2">
                                  <p:stCondLst>
                                    <p:cond delay="0"/>
                                  </p:stCondLst>
                                  <p:childTnLst>
                                    <p:animClr clrSpc="rgb">
                                      <p:cBhvr>
                                        <p:cTn id="655" dur="500" fill="hold"/>
                                        <p:tgtEl>
                                          <p:spTgt spid="831"/>
                                        </p:tgtEl>
                                        <p:attrNameLst>
                                          <p:attrName>fillcolor</p:attrName>
                                        </p:attrNameLst>
                                      </p:cBhvr>
                                      <p:to>
                                        <a:srgbClr val="95b3d7"/>
                                      </p:to>
                                    </p:animClr>
                                    <p:set>
                                      <p:cBhvr>
                                        <p:cTn id="656" dur="500" fill="hold"/>
                                        <p:tgtEl>
                                          <p:spTgt spid="831"/>
                                        </p:tgtEl>
                                        <p:attrNameLst>
                                          <p:attrName>fill.type</p:attrName>
                                        </p:attrNameLst>
                                      </p:cBhvr>
                                      <p:to>
                                        <p:strVal val="solid"/>
                                      </p:to>
                                    </p:set>
                                    <p:set>
                                      <p:cBhvr>
                                        <p:cTn id="657" dur="500" fill="hold"/>
                                        <p:tgtEl>
                                          <p:spTgt spid="831"/>
                                        </p:tgtEl>
                                        <p:attrNameLst>
                                          <p:attrName>fill.on</p:attrName>
                                        </p:attrNameLst>
                                      </p:cBhvr>
                                      <p:to>
                                        <p:strVal val="true"/>
                                      </p:to>
                                    </p:set>
                                  </p:childTnLst>
                                </p:cTn>
                              </p:par>
                              <p:par>
                                <p:cTn id="658" nodeType="withEffect" fill="hold" presetClass="emph" presetID="1" presetSubtype="2">
                                  <p:stCondLst>
                                    <p:cond delay="0"/>
                                  </p:stCondLst>
                                  <p:childTnLst>
                                    <p:animClr clrSpc="rgb">
                                      <p:cBhvr>
                                        <p:cTn id="659" dur="500" fill="hold"/>
                                        <p:tgtEl>
                                          <p:spTgt spid="835"/>
                                        </p:tgtEl>
                                        <p:attrNameLst>
                                          <p:attrName>fillcolor</p:attrName>
                                        </p:attrNameLst>
                                      </p:cBhvr>
                                      <p:to>
                                        <a:srgbClr val="95b3d7"/>
                                      </p:to>
                                    </p:animClr>
                                    <p:set>
                                      <p:cBhvr>
                                        <p:cTn id="660" dur="500" fill="hold"/>
                                        <p:tgtEl>
                                          <p:spTgt spid="835"/>
                                        </p:tgtEl>
                                        <p:attrNameLst>
                                          <p:attrName>fill.type</p:attrName>
                                        </p:attrNameLst>
                                      </p:cBhvr>
                                      <p:to>
                                        <p:strVal val="solid"/>
                                      </p:to>
                                    </p:set>
                                    <p:set>
                                      <p:cBhvr>
                                        <p:cTn id="661" dur="500" fill="hold"/>
                                        <p:tgtEl>
                                          <p:spTgt spid="835"/>
                                        </p:tgtEl>
                                        <p:attrNameLst>
                                          <p:attrName>fill.on</p:attrName>
                                        </p:attrNameLst>
                                      </p:cBhvr>
                                      <p:to>
                                        <p:strVal val="true"/>
                                      </p:to>
                                    </p:set>
                                  </p:childTnLst>
                                </p:cTn>
                              </p:par>
                              <p:par>
                                <p:cTn id="662" nodeType="withEffect" fill="hold" presetClass="exit" presetID="10">
                                  <p:stCondLst>
                                    <p:cond delay="0"/>
                                  </p:stCondLst>
                                  <p:childTnLst>
                                    <p:animEffect filter="fade" transition="out">
                                      <p:cBhvr additive="repl">
                                        <p:cTn id="663" dur="500"/>
                                        <p:tgtEl>
                                          <p:spTgt spid="825"/>
                                        </p:tgtEl>
                                      </p:cBhvr>
                                    </p:animEffect>
                                    <p:set>
                                      <p:cBhvr>
                                        <p:cTn id="664" dur="1" fill="hold">
                                          <p:stCondLst>
                                            <p:cond delay="499"/>
                                          </p:stCondLst>
                                        </p:cTn>
                                        <p:tgtEl>
                                          <p:spTgt spid="825"/>
                                        </p:tgtEl>
                                        <p:attrNameLst>
                                          <p:attrName>style.visibility</p:attrName>
                                        </p:attrNameLst>
                                      </p:cBhvr>
                                      <p:to>
                                        <p:strVal val="hidden"/>
                                      </p:to>
                                    </p:set>
                                  </p:childTnLst>
                                </p:cTn>
                              </p:par>
                              <p:par>
                                <p:cTn id="665" nodeType="withEffect" fill="hold" presetClass="exit" presetID="10">
                                  <p:stCondLst>
                                    <p:cond delay="0"/>
                                  </p:stCondLst>
                                  <p:childTnLst>
                                    <p:animEffect filter="fade" transition="out">
                                      <p:cBhvr additive="repl">
                                        <p:cTn id="666" dur="500"/>
                                        <p:tgtEl>
                                          <p:spTgt spid="824"/>
                                        </p:tgtEl>
                                      </p:cBhvr>
                                    </p:animEffect>
                                    <p:set>
                                      <p:cBhvr>
                                        <p:cTn id="667" dur="1" fill="hold">
                                          <p:stCondLst>
                                            <p:cond delay="499"/>
                                          </p:stCondLst>
                                        </p:cTn>
                                        <p:tgtEl>
                                          <p:spTgt spid="824"/>
                                        </p:tgtEl>
                                        <p:attrNameLst>
                                          <p:attrName>style.visibility</p:attrName>
                                        </p:attrNameLst>
                                      </p:cBhvr>
                                      <p:to>
                                        <p:strVal val="hidden"/>
                                      </p:to>
                                    </p:set>
                                  </p:childTnLst>
                                </p:cTn>
                              </p:par>
                              <p:par>
                                <p:cTn id="668" nodeType="withEffect" fill="hold" presetClass="exit" presetID="10">
                                  <p:stCondLst>
                                    <p:cond delay="0"/>
                                  </p:stCondLst>
                                  <p:childTnLst>
                                    <p:animEffect filter="fade" transition="out">
                                      <p:cBhvr additive="repl">
                                        <p:cTn id="669" dur="500"/>
                                        <p:tgtEl>
                                          <p:spTgt spid="833"/>
                                        </p:tgtEl>
                                      </p:cBhvr>
                                    </p:animEffect>
                                    <p:set>
                                      <p:cBhvr>
                                        <p:cTn id="670" dur="1" fill="hold">
                                          <p:stCondLst>
                                            <p:cond delay="499"/>
                                          </p:stCondLst>
                                        </p:cTn>
                                        <p:tgtEl>
                                          <p:spTgt spid="833"/>
                                        </p:tgtEl>
                                        <p:attrNameLst>
                                          <p:attrName>style.visibility</p:attrName>
                                        </p:attrNameLst>
                                      </p:cBhvr>
                                      <p:to>
                                        <p:strVal val="hidden"/>
                                      </p:to>
                                    </p:set>
                                  </p:childTnLst>
                                </p:cTn>
                              </p:par>
                              <p:par>
                                <p:cTn id="671" nodeType="withEffect" fill="hold" presetClass="exit" presetID="10">
                                  <p:stCondLst>
                                    <p:cond delay="0"/>
                                  </p:stCondLst>
                                  <p:childTnLst>
                                    <p:animEffect filter="fade" transition="out">
                                      <p:cBhvr additive="repl">
                                        <p:cTn id="672" dur="500"/>
                                        <p:tgtEl>
                                          <p:spTgt spid="832"/>
                                        </p:tgtEl>
                                      </p:cBhvr>
                                    </p:animEffect>
                                    <p:set>
                                      <p:cBhvr>
                                        <p:cTn id="673" dur="1" fill="hold">
                                          <p:stCondLst>
                                            <p:cond delay="499"/>
                                          </p:stCondLst>
                                        </p:cTn>
                                        <p:tgtEl>
                                          <p:spTgt spid="832"/>
                                        </p:tgtEl>
                                        <p:attrNameLst>
                                          <p:attrName>style.visibility</p:attrName>
                                        </p:attrNameLst>
                                      </p:cBhvr>
                                      <p:to>
                                        <p:strVal val="hidden"/>
                                      </p:to>
                                    </p:set>
                                  </p:childTnLst>
                                </p:cTn>
                              </p:par>
                              <p:par>
                                <p:cTn id="674" nodeType="withEffect" fill="hold" presetClass="exit" presetID="10">
                                  <p:stCondLst>
                                    <p:cond delay="0"/>
                                  </p:stCondLst>
                                  <p:childTnLst>
                                    <p:animEffect filter="fade" transition="out">
                                      <p:cBhvr additive="repl">
                                        <p:cTn id="675" dur="500"/>
                                        <p:tgtEl>
                                          <p:spTgt spid="837"/>
                                        </p:tgtEl>
                                      </p:cBhvr>
                                    </p:animEffect>
                                    <p:set>
                                      <p:cBhvr>
                                        <p:cTn id="676" dur="1" fill="hold">
                                          <p:stCondLst>
                                            <p:cond delay="499"/>
                                          </p:stCondLst>
                                        </p:cTn>
                                        <p:tgtEl>
                                          <p:spTgt spid="837"/>
                                        </p:tgtEl>
                                        <p:attrNameLst>
                                          <p:attrName>style.visibility</p:attrName>
                                        </p:attrNameLst>
                                      </p:cBhvr>
                                      <p:to>
                                        <p:strVal val="hidden"/>
                                      </p:to>
                                    </p:set>
                                  </p:childTnLst>
                                </p:cTn>
                              </p:par>
                              <p:par>
                                <p:cTn id="677" nodeType="withEffect" fill="hold" presetClass="exit" presetID="10">
                                  <p:stCondLst>
                                    <p:cond delay="0"/>
                                  </p:stCondLst>
                                  <p:childTnLst>
                                    <p:animEffect filter="fade" transition="out">
                                      <p:cBhvr additive="repl">
                                        <p:cTn id="678" dur="500"/>
                                        <p:tgtEl>
                                          <p:spTgt spid="836"/>
                                        </p:tgtEl>
                                      </p:cBhvr>
                                    </p:animEffect>
                                    <p:set>
                                      <p:cBhvr>
                                        <p:cTn id="679" dur="1" fill="hold">
                                          <p:stCondLst>
                                            <p:cond delay="499"/>
                                          </p:stCondLst>
                                        </p:cTn>
                                        <p:tgtEl>
                                          <p:spTgt spid="8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80" restart="whenNotActive" nodeType="interactiveSeq" fill="hold">
                <p:stCondLst>
                  <p:cond delay="0" evt="onClick">
                    <p:tgtEl>
                      <p:spTgt spid="829"/>
                    </p:tgtEl>
                  </p:cond>
                </p:stCondLst>
                <p:childTnLst>
                  <p:par>
                    <p:cTn id="681" fill="hold">
                      <p:stCondLst>
                        <p:cond delay="0" evt="onClick">
                          <p:tgtEl>
                            <p:spTgt spid="829"/>
                          </p:tgtEl>
                        </p:cond>
                      </p:stCondLst>
                      <p:childTnLst>
                        <p:par>
                          <p:cTn id="682" fill="hold">
                            <p:stCondLst>
                              <p:cond delay="0"/>
                            </p:stCondLst>
                            <p:childTnLst>
                              <p:par>
                                <p:cTn id="683" nodeType="clickEffect" fill="hold" presetClass="exit" presetID="9">
                                  <p:stCondLst>
                                    <p:cond delay="0"/>
                                  </p:stCondLst>
                                  <p:childTnLst>
                                    <p:animEffect filter="dissolve" transition="out">
                                      <p:cBhvr additive="repl">
                                        <p:cTn id="684" dur="500"/>
                                        <p:tgtEl>
                                          <p:spTgt spid="829"/>
                                        </p:tgtEl>
                                      </p:cBhvr>
                                    </p:animEffect>
                                    <p:set>
                                      <p:cBhvr>
                                        <p:cTn id="685" dur="1" fill="hold">
                                          <p:stCondLst>
                                            <p:cond delay="499"/>
                                          </p:stCondLst>
                                        </p:cTn>
                                        <p:tgtEl>
                                          <p:spTgt spid="829"/>
                                        </p:tgtEl>
                                        <p:attrNameLst>
                                          <p:attrName>style.visibility</p:attrName>
                                        </p:attrNameLst>
                                      </p:cBhvr>
                                      <p:to>
                                        <p:strVal val="hidden"/>
                                      </p:to>
                                    </p:set>
                                  </p:childTnLst>
                                </p:cTn>
                              </p:par>
                              <p:par>
                                <p:cTn id="686" nodeType="withEffect" fill="hold" presetClass="exit" presetID="9">
                                  <p:stCondLst>
                                    <p:cond delay="0"/>
                                  </p:stCondLst>
                                  <p:childTnLst>
                                    <p:animEffect filter="dissolve" transition="out">
                                      <p:cBhvr additive="repl">
                                        <p:cTn id="687" dur="500"/>
                                        <p:tgtEl>
                                          <p:spTgt spid="828"/>
                                        </p:tgtEl>
                                      </p:cBhvr>
                                    </p:animEffect>
                                    <p:set>
                                      <p:cBhvr>
                                        <p:cTn id="688" dur="1" fill="hold">
                                          <p:stCondLst>
                                            <p:cond delay="499"/>
                                          </p:stCondLst>
                                        </p:cTn>
                                        <p:tgtEl>
                                          <p:spTgt spid="828"/>
                                        </p:tgtEl>
                                        <p:attrNameLst>
                                          <p:attrName>style.visibility</p:attrName>
                                        </p:attrNameLst>
                                      </p:cBhvr>
                                      <p:to>
                                        <p:strVal val="hidden"/>
                                      </p:to>
                                    </p:set>
                                  </p:childTnLst>
                                </p:cTn>
                              </p:par>
                              <p:par>
                                <p:cTn id="689" nodeType="withEffect" fill="hold" presetClass="emph" presetID="1" presetSubtype="2">
                                  <p:stCondLst>
                                    <p:cond delay="0"/>
                                  </p:stCondLst>
                                  <p:childTnLst>
                                    <p:animClr clrSpc="rgb">
                                      <p:cBhvr>
                                        <p:cTn id="690" dur="500" fill="hold"/>
                                        <p:tgtEl>
                                          <p:spTgt spid="827"/>
                                        </p:tgtEl>
                                        <p:attrNameLst>
                                          <p:attrName>fillcolor</p:attrName>
                                        </p:attrNameLst>
                                      </p:cBhvr>
                                      <p:to>
                                        <a:srgbClr val="95b3d7"/>
                                      </p:to>
                                    </p:animClr>
                                    <p:set>
                                      <p:cBhvr>
                                        <p:cTn id="691" dur="500" fill="hold"/>
                                        <p:tgtEl>
                                          <p:spTgt spid="827"/>
                                        </p:tgtEl>
                                        <p:attrNameLst>
                                          <p:attrName>fill.type</p:attrName>
                                        </p:attrNameLst>
                                      </p:cBhvr>
                                      <p:to>
                                        <p:strVal val="solid"/>
                                      </p:to>
                                    </p:set>
                                    <p:set>
                                      <p:cBhvr>
                                        <p:cTn id="692" dur="500" fill="hold"/>
                                        <p:tgtEl>
                                          <p:spTgt spid="82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93" restart="whenNotActive" nodeType="interactiveSeq" fill="hold">
                <p:stCondLst>
                  <p:cond delay="0" evt="onClick">
                    <p:tgtEl>
                      <p:spTgt spid="830"/>
                    </p:tgtEl>
                  </p:cond>
                </p:stCondLst>
                <p:childTnLst>
                  <p:par>
                    <p:cTn id="694" fill="hold">
                      <p:stCondLst>
                        <p:cond delay="0" evt="onClick">
                          <p:tgtEl>
                            <p:spTgt spid="830"/>
                          </p:tgtEl>
                        </p:cond>
                      </p:stCondLst>
                      <p:childTnLst>
                        <p:par>
                          <p:cTn id="695" fill="hold">
                            <p:stCondLst>
                              <p:cond delay="0"/>
                            </p:stCondLst>
                            <p:childTnLst>
                              <p:par>
                                <p:cTn id="696" nodeType="clickEffect" fill="hold" presetClass="entr" presetID="16" presetSubtype="21">
                                  <p:stCondLst>
                                    <p:cond delay="0"/>
                                  </p:stCondLst>
                                  <p:childTnLst>
                                    <p:set>
                                      <p:cBhvr>
                                        <p:cTn id="697" dur="1" fill="hold">
                                          <p:stCondLst>
                                            <p:cond delay="0"/>
                                          </p:stCondLst>
                                        </p:cTn>
                                        <p:tgtEl>
                                          <p:spTgt spid="833"/>
                                        </p:tgtEl>
                                        <p:attrNameLst>
                                          <p:attrName>style.visibility</p:attrName>
                                        </p:attrNameLst>
                                      </p:cBhvr>
                                      <p:to>
                                        <p:strVal val="visible"/>
                                      </p:to>
                                    </p:set>
                                    <p:animEffect filter="barn(inVertical)" transition="in">
                                      <p:cBhvr additive="repl">
                                        <p:cTn id="698" dur="500"/>
                                        <p:tgtEl>
                                          <p:spTgt spid="833"/>
                                        </p:tgtEl>
                                      </p:cBhvr>
                                    </p:animEffect>
                                  </p:childTnLst>
                                </p:cTn>
                              </p:par>
                              <p:par>
                                <p:cTn id="699" nodeType="withEffect" fill="hold" presetClass="entr" presetID="16" presetSubtype="21">
                                  <p:stCondLst>
                                    <p:cond delay="0"/>
                                  </p:stCondLst>
                                  <p:childTnLst>
                                    <p:set>
                                      <p:cBhvr>
                                        <p:cTn id="700" dur="1" fill="hold">
                                          <p:stCondLst>
                                            <p:cond delay="0"/>
                                          </p:stCondLst>
                                        </p:cTn>
                                        <p:tgtEl>
                                          <p:spTgt spid="832"/>
                                        </p:tgtEl>
                                        <p:attrNameLst>
                                          <p:attrName>style.visibility</p:attrName>
                                        </p:attrNameLst>
                                      </p:cBhvr>
                                      <p:to>
                                        <p:strVal val="visible"/>
                                      </p:to>
                                    </p:set>
                                    <p:animEffect filter="barn(inVertical)" transition="in">
                                      <p:cBhvr additive="repl">
                                        <p:cTn id="701" dur="500"/>
                                        <p:tgtEl>
                                          <p:spTgt spid="832"/>
                                        </p:tgtEl>
                                      </p:cBhvr>
                                    </p:animEffect>
                                  </p:childTnLst>
                                </p:cTn>
                              </p:par>
                              <p:par>
                                <p:cTn id="702" nodeType="withEffect" fill="hold" presetClass="emph" presetID="1" presetSubtype="2">
                                  <p:stCondLst>
                                    <p:cond delay="0"/>
                                  </p:stCondLst>
                                  <p:childTnLst>
                                    <p:animClr clrSpc="rgb">
                                      <p:cBhvr>
                                        <p:cTn id="703" dur="500" fill="hold"/>
                                        <p:tgtEl>
                                          <p:spTgt spid="831"/>
                                        </p:tgtEl>
                                        <p:attrNameLst>
                                          <p:attrName>fillcolor</p:attrName>
                                        </p:attrNameLst>
                                      </p:cBhvr>
                                      <p:to>
                                        <a:srgbClr val="8a80e4"/>
                                      </p:to>
                                    </p:animClr>
                                    <p:set>
                                      <p:cBhvr>
                                        <p:cTn id="704" dur="500" fill="hold"/>
                                        <p:tgtEl>
                                          <p:spTgt spid="831"/>
                                        </p:tgtEl>
                                        <p:attrNameLst>
                                          <p:attrName>fill.type</p:attrName>
                                        </p:attrNameLst>
                                      </p:cBhvr>
                                      <p:to>
                                        <p:strVal val="solid"/>
                                      </p:to>
                                    </p:set>
                                    <p:set>
                                      <p:cBhvr>
                                        <p:cTn id="705" dur="500" fill="hold"/>
                                        <p:tgtEl>
                                          <p:spTgt spid="831"/>
                                        </p:tgtEl>
                                        <p:attrNameLst>
                                          <p:attrName>fill.on</p:attrName>
                                        </p:attrNameLst>
                                      </p:cBhvr>
                                      <p:to>
                                        <p:strVal val="true"/>
                                      </p:to>
                                    </p:set>
                                  </p:childTnLst>
                                </p:cTn>
                              </p:par>
                              <p:par>
                                <p:cTn id="706" nodeType="withEffect" fill="hold" presetClass="emph" presetID="1" presetSubtype="2">
                                  <p:stCondLst>
                                    <p:cond delay="0"/>
                                  </p:stCondLst>
                                  <p:childTnLst>
                                    <p:animClr clrSpc="rgb">
                                      <p:cBhvr>
                                        <p:cTn id="707" dur="500" fill="hold"/>
                                        <p:tgtEl>
                                          <p:spTgt spid="823"/>
                                        </p:tgtEl>
                                        <p:attrNameLst>
                                          <p:attrName>fillcolor</p:attrName>
                                        </p:attrNameLst>
                                      </p:cBhvr>
                                      <p:to>
                                        <a:srgbClr val="95b3d7"/>
                                      </p:to>
                                    </p:animClr>
                                    <p:set>
                                      <p:cBhvr>
                                        <p:cTn id="708" dur="500" fill="hold"/>
                                        <p:tgtEl>
                                          <p:spTgt spid="823"/>
                                        </p:tgtEl>
                                        <p:attrNameLst>
                                          <p:attrName>fill.type</p:attrName>
                                        </p:attrNameLst>
                                      </p:cBhvr>
                                      <p:to>
                                        <p:strVal val="solid"/>
                                      </p:to>
                                    </p:set>
                                    <p:set>
                                      <p:cBhvr>
                                        <p:cTn id="709" dur="500" fill="hold"/>
                                        <p:tgtEl>
                                          <p:spTgt spid="823"/>
                                        </p:tgtEl>
                                        <p:attrNameLst>
                                          <p:attrName>fill.on</p:attrName>
                                        </p:attrNameLst>
                                      </p:cBhvr>
                                      <p:to>
                                        <p:strVal val="true"/>
                                      </p:to>
                                    </p:set>
                                  </p:childTnLst>
                                </p:cTn>
                              </p:par>
                              <p:par>
                                <p:cTn id="710" nodeType="withEffect" fill="hold" presetClass="emph" presetID="1" presetSubtype="2">
                                  <p:stCondLst>
                                    <p:cond delay="0"/>
                                  </p:stCondLst>
                                  <p:childTnLst>
                                    <p:animClr clrSpc="rgb">
                                      <p:cBhvr>
                                        <p:cTn id="711" dur="500" fill="hold"/>
                                        <p:tgtEl>
                                          <p:spTgt spid="827"/>
                                        </p:tgtEl>
                                        <p:attrNameLst>
                                          <p:attrName>fillcolor</p:attrName>
                                        </p:attrNameLst>
                                      </p:cBhvr>
                                      <p:to>
                                        <a:srgbClr val="95b3d7"/>
                                      </p:to>
                                    </p:animClr>
                                    <p:set>
                                      <p:cBhvr>
                                        <p:cTn id="712" dur="500" fill="hold"/>
                                        <p:tgtEl>
                                          <p:spTgt spid="827"/>
                                        </p:tgtEl>
                                        <p:attrNameLst>
                                          <p:attrName>fill.type</p:attrName>
                                        </p:attrNameLst>
                                      </p:cBhvr>
                                      <p:to>
                                        <p:strVal val="solid"/>
                                      </p:to>
                                    </p:set>
                                    <p:set>
                                      <p:cBhvr>
                                        <p:cTn id="713" dur="500" fill="hold"/>
                                        <p:tgtEl>
                                          <p:spTgt spid="827"/>
                                        </p:tgtEl>
                                        <p:attrNameLst>
                                          <p:attrName>fill.on</p:attrName>
                                        </p:attrNameLst>
                                      </p:cBhvr>
                                      <p:to>
                                        <p:strVal val="true"/>
                                      </p:to>
                                    </p:set>
                                  </p:childTnLst>
                                </p:cTn>
                              </p:par>
                              <p:par>
                                <p:cTn id="714" nodeType="withEffect" fill="hold" presetClass="emph" presetID="1" presetSubtype="2">
                                  <p:stCondLst>
                                    <p:cond delay="0"/>
                                  </p:stCondLst>
                                  <p:childTnLst>
                                    <p:animClr clrSpc="rgb">
                                      <p:cBhvr>
                                        <p:cTn id="715" dur="500" fill="hold"/>
                                        <p:tgtEl>
                                          <p:spTgt spid="835"/>
                                        </p:tgtEl>
                                        <p:attrNameLst>
                                          <p:attrName>fillcolor</p:attrName>
                                        </p:attrNameLst>
                                      </p:cBhvr>
                                      <p:to>
                                        <a:srgbClr val="95b3d7"/>
                                      </p:to>
                                    </p:animClr>
                                    <p:set>
                                      <p:cBhvr>
                                        <p:cTn id="716" dur="500" fill="hold"/>
                                        <p:tgtEl>
                                          <p:spTgt spid="835"/>
                                        </p:tgtEl>
                                        <p:attrNameLst>
                                          <p:attrName>fill.type</p:attrName>
                                        </p:attrNameLst>
                                      </p:cBhvr>
                                      <p:to>
                                        <p:strVal val="solid"/>
                                      </p:to>
                                    </p:set>
                                    <p:set>
                                      <p:cBhvr>
                                        <p:cTn id="717" dur="500" fill="hold"/>
                                        <p:tgtEl>
                                          <p:spTgt spid="835"/>
                                        </p:tgtEl>
                                        <p:attrNameLst>
                                          <p:attrName>fill.on</p:attrName>
                                        </p:attrNameLst>
                                      </p:cBhvr>
                                      <p:to>
                                        <p:strVal val="true"/>
                                      </p:to>
                                    </p:set>
                                  </p:childTnLst>
                                </p:cTn>
                              </p:par>
                              <p:par>
                                <p:cTn id="718" nodeType="withEffect" fill="hold" presetClass="exit" presetID="10">
                                  <p:stCondLst>
                                    <p:cond delay="0"/>
                                  </p:stCondLst>
                                  <p:childTnLst>
                                    <p:animEffect filter="fade" transition="out">
                                      <p:cBhvr additive="repl">
                                        <p:cTn id="719" dur="500"/>
                                        <p:tgtEl>
                                          <p:spTgt spid="825"/>
                                        </p:tgtEl>
                                      </p:cBhvr>
                                    </p:animEffect>
                                    <p:set>
                                      <p:cBhvr>
                                        <p:cTn id="720" dur="1" fill="hold">
                                          <p:stCondLst>
                                            <p:cond delay="499"/>
                                          </p:stCondLst>
                                        </p:cTn>
                                        <p:tgtEl>
                                          <p:spTgt spid="825"/>
                                        </p:tgtEl>
                                        <p:attrNameLst>
                                          <p:attrName>style.visibility</p:attrName>
                                        </p:attrNameLst>
                                      </p:cBhvr>
                                      <p:to>
                                        <p:strVal val="hidden"/>
                                      </p:to>
                                    </p:set>
                                  </p:childTnLst>
                                </p:cTn>
                              </p:par>
                              <p:par>
                                <p:cTn id="721" nodeType="withEffect" fill="hold" presetClass="exit" presetID="10">
                                  <p:stCondLst>
                                    <p:cond delay="0"/>
                                  </p:stCondLst>
                                  <p:childTnLst>
                                    <p:animEffect filter="fade" transition="out">
                                      <p:cBhvr additive="repl">
                                        <p:cTn id="722" dur="500"/>
                                        <p:tgtEl>
                                          <p:spTgt spid="824"/>
                                        </p:tgtEl>
                                      </p:cBhvr>
                                    </p:animEffect>
                                    <p:set>
                                      <p:cBhvr>
                                        <p:cTn id="723" dur="1" fill="hold">
                                          <p:stCondLst>
                                            <p:cond delay="499"/>
                                          </p:stCondLst>
                                        </p:cTn>
                                        <p:tgtEl>
                                          <p:spTgt spid="824"/>
                                        </p:tgtEl>
                                        <p:attrNameLst>
                                          <p:attrName>style.visibility</p:attrName>
                                        </p:attrNameLst>
                                      </p:cBhvr>
                                      <p:to>
                                        <p:strVal val="hidden"/>
                                      </p:to>
                                    </p:set>
                                  </p:childTnLst>
                                </p:cTn>
                              </p:par>
                              <p:par>
                                <p:cTn id="724" nodeType="withEffect" fill="hold" presetClass="exit" presetID="10">
                                  <p:stCondLst>
                                    <p:cond delay="0"/>
                                  </p:stCondLst>
                                  <p:childTnLst>
                                    <p:animEffect filter="fade" transition="out">
                                      <p:cBhvr additive="repl">
                                        <p:cTn id="725" dur="500"/>
                                        <p:tgtEl>
                                          <p:spTgt spid="829"/>
                                        </p:tgtEl>
                                      </p:cBhvr>
                                    </p:animEffect>
                                    <p:set>
                                      <p:cBhvr>
                                        <p:cTn id="726" dur="1" fill="hold">
                                          <p:stCondLst>
                                            <p:cond delay="499"/>
                                          </p:stCondLst>
                                        </p:cTn>
                                        <p:tgtEl>
                                          <p:spTgt spid="829"/>
                                        </p:tgtEl>
                                        <p:attrNameLst>
                                          <p:attrName>style.visibility</p:attrName>
                                        </p:attrNameLst>
                                      </p:cBhvr>
                                      <p:to>
                                        <p:strVal val="hidden"/>
                                      </p:to>
                                    </p:set>
                                  </p:childTnLst>
                                </p:cTn>
                              </p:par>
                              <p:par>
                                <p:cTn id="727" nodeType="withEffect" fill="hold" presetClass="exit" presetID="10">
                                  <p:stCondLst>
                                    <p:cond delay="0"/>
                                  </p:stCondLst>
                                  <p:childTnLst>
                                    <p:animEffect filter="fade" transition="out">
                                      <p:cBhvr additive="repl">
                                        <p:cTn id="728" dur="500"/>
                                        <p:tgtEl>
                                          <p:spTgt spid="828"/>
                                        </p:tgtEl>
                                      </p:cBhvr>
                                    </p:animEffect>
                                    <p:set>
                                      <p:cBhvr>
                                        <p:cTn id="729" dur="1" fill="hold">
                                          <p:stCondLst>
                                            <p:cond delay="499"/>
                                          </p:stCondLst>
                                        </p:cTn>
                                        <p:tgtEl>
                                          <p:spTgt spid="828"/>
                                        </p:tgtEl>
                                        <p:attrNameLst>
                                          <p:attrName>style.visibility</p:attrName>
                                        </p:attrNameLst>
                                      </p:cBhvr>
                                      <p:to>
                                        <p:strVal val="hidden"/>
                                      </p:to>
                                    </p:set>
                                  </p:childTnLst>
                                </p:cTn>
                              </p:par>
                              <p:par>
                                <p:cTn id="730" nodeType="withEffect" fill="hold" presetClass="exit" presetID="10">
                                  <p:stCondLst>
                                    <p:cond delay="0"/>
                                  </p:stCondLst>
                                  <p:childTnLst>
                                    <p:animEffect filter="fade" transition="out">
                                      <p:cBhvr additive="repl">
                                        <p:cTn id="731" dur="500"/>
                                        <p:tgtEl>
                                          <p:spTgt spid="837"/>
                                        </p:tgtEl>
                                      </p:cBhvr>
                                    </p:animEffect>
                                    <p:set>
                                      <p:cBhvr>
                                        <p:cTn id="732" dur="1" fill="hold">
                                          <p:stCondLst>
                                            <p:cond delay="499"/>
                                          </p:stCondLst>
                                        </p:cTn>
                                        <p:tgtEl>
                                          <p:spTgt spid="837"/>
                                        </p:tgtEl>
                                        <p:attrNameLst>
                                          <p:attrName>style.visibility</p:attrName>
                                        </p:attrNameLst>
                                      </p:cBhvr>
                                      <p:to>
                                        <p:strVal val="hidden"/>
                                      </p:to>
                                    </p:set>
                                  </p:childTnLst>
                                </p:cTn>
                              </p:par>
                              <p:par>
                                <p:cTn id="733" nodeType="withEffect" fill="hold" presetClass="exit" presetID="10">
                                  <p:stCondLst>
                                    <p:cond delay="0"/>
                                  </p:stCondLst>
                                  <p:childTnLst>
                                    <p:animEffect filter="fade" transition="out">
                                      <p:cBhvr additive="repl">
                                        <p:cTn id="734" dur="500"/>
                                        <p:tgtEl>
                                          <p:spTgt spid="836"/>
                                        </p:tgtEl>
                                      </p:cBhvr>
                                    </p:animEffect>
                                    <p:set>
                                      <p:cBhvr>
                                        <p:cTn id="735" dur="1" fill="hold">
                                          <p:stCondLst>
                                            <p:cond delay="499"/>
                                          </p:stCondLst>
                                        </p:cTn>
                                        <p:tgtEl>
                                          <p:spTgt spid="83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736" restart="whenNotActive" nodeType="interactiveSeq" fill="hold">
                <p:stCondLst>
                  <p:cond delay="0" evt="onClick">
                    <p:tgtEl>
                      <p:spTgt spid="833"/>
                    </p:tgtEl>
                  </p:cond>
                </p:stCondLst>
                <p:childTnLst>
                  <p:par>
                    <p:cTn id="737" fill="hold">
                      <p:stCondLst>
                        <p:cond delay="0" evt="onClick">
                          <p:tgtEl>
                            <p:spTgt spid="833"/>
                          </p:tgtEl>
                        </p:cond>
                      </p:stCondLst>
                      <p:childTnLst>
                        <p:par>
                          <p:cTn id="738" fill="hold">
                            <p:stCondLst>
                              <p:cond delay="0"/>
                            </p:stCondLst>
                            <p:childTnLst>
                              <p:par>
                                <p:cTn id="739" nodeType="clickEffect" fill="hold" presetClass="exit" presetID="9">
                                  <p:stCondLst>
                                    <p:cond delay="0"/>
                                  </p:stCondLst>
                                  <p:childTnLst>
                                    <p:animEffect filter="dissolve" transition="out">
                                      <p:cBhvr additive="repl">
                                        <p:cTn id="740" dur="500"/>
                                        <p:tgtEl>
                                          <p:spTgt spid="833"/>
                                        </p:tgtEl>
                                      </p:cBhvr>
                                    </p:animEffect>
                                    <p:set>
                                      <p:cBhvr>
                                        <p:cTn id="741" dur="1" fill="hold">
                                          <p:stCondLst>
                                            <p:cond delay="499"/>
                                          </p:stCondLst>
                                        </p:cTn>
                                        <p:tgtEl>
                                          <p:spTgt spid="833"/>
                                        </p:tgtEl>
                                        <p:attrNameLst>
                                          <p:attrName>style.visibility</p:attrName>
                                        </p:attrNameLst>
                                      </p:cBhvr>
                                      <p:to>
                                        <p:strVal val="hidden"/>
                                      </p:to>
                                    </p:set>
                                  </p:childTnLst>
                                </p:cTn>
                              </p:par>
                              <p:par>
                                <p:cTn id="742" nodeType="withEffect" fill="hold" presetClass="exit" presetID="9">
                                  <p:stCondLst>
                                    <p:cond delay="0"/>
                                  </p:stCondLst>
                                  <p:childTnLst>
                                    <p:animEffect filter="dissolve" transition="out">
                                      <p:cBhvr additive="repl">
                                        <p:cTn id="743" dur="500"/>
                                        <p:tgtEl>
                                          <p:spTgt spid="832"/>
                                        </p:tgtEl>
                                      </p:cBhvr>
                                    </p:animEffect>
                                    <p:set>
                                      <p:cBhvr>
                                        <p:cTn id="744" dur="1" fill="hold">
                                          <p:stCondLst>
                                            <p:cond delay="499"/>
                                          </p:stCondLst>
                                        </p:cTn>
                                        <p:tgtEl>
                                          <p:spTgt spid="832"/>
                                        </p:tgtEl>
                                        <p:attrNameLst>
                                          <p:attrName>style.visibility</p:attrName>
                                        </p:attrNameLst>
                                      </p:cBhvr>
                                      <p:to>
                                        <p:strVal val="hidden"/>
                                      </p:to>
                                    </p:set>
                                  </p:childTnLst>
                                </p:cTn>
                              </p:par>
                              <p:par>
                                <p:cTn id="745" nodeType="withEffect" fill="hold" presetClass="emph" presetID="1" presetSubtype="2">
                                  <p:stCondLst>
                                    <p:cond delay="0"/>
                                  </p:stCondLst>
                                  <p:childTnLst>
                                    <p:animClr clrSpc="rgb">
                                      <p:cBhvr>
                                        <p:cTn id="746" dur="500" fill="hold"/>
                                        <p:tgtEl>
                                          <p:spTgt spid="831"/>
                                        </p:tgtEl>
                                        <p:attrNameLst>
                                          <p:attrName>fillcolor</p:attrName>
                                        </p:attrNameLst>
                                      </p:cBhvr>
                                      <p:to>
                                        <a:srgbClr val="95b3d7"/>
                                      </p:to>
                                    </p:animClr>
                                    <p:set>
                                      <p:cBhvr>
                                        <p:cTn id="747" dur="500" fill="hold"/>
                                        <p:tgtEl>
                                          <p:spTgt spid="831"/>
                                        </p:tgtEl>
                                        <p:attrNameLst>
                                          <p:attrName>fill.type</p:attrName>
                                        </p:attrNameLst>
                                      </p:cBhvr>
                                      <p:to>
                                        <p:strVal val="solid"/>
                                      </p:to>
                                    </p:set>
                                    <p:set>
                                      <p:cBhvr>
                                        <p:cTn id="748" dur="500" fill="hold"/>
                                        <p:tgtEl>
                                          <p:spTgt spid="83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749" restart="whenNotActive" nodeType="interactiveSeq" fill="hold">
                <p:stCondLst>
                  <p:cond delay="0" evt="onClick">
                    <p:tgtEl>
                      <p:spTgt spid="834"/>
                    </p:tgtEl>
                  </p:cond>
                </p:stCondLst>
                <p:childTnLst>
                  <p:par>
                    <p:cTn id="750" fill="hold">
                      <p:stCondLst>
                        <p:cond delay="0" evt="onClick">
                          <p:tgtEl>
                            <p:spTgt spid="834"/>
                          </p:tgtEl>
                        </p:cond>
                      </p:stCondLst>
                      <p:childTnLst>
                        <p:par>
                          <p:cTn id="751" fill="hold">
                            <p:stCondLst>
                              <p:cond delay="0"/>
                            </p:stCondLst>
                            <p:childTnLst>
                              <p:par>
                                <p:cTn id="752" nodeType="clickEffect" fill="hold" presetClass="entr" presetID="16" presetSubtype="21">
                                  <p:stCondLst>
                                    <p:cond delay="0"/>
                                  </p:stCondLst>
                                  <p:childTnLst>
                                    <p:set>
                                      <p:cBhvr>
                                        <p:cTn id="753" dur="1" fill="hold">
                                          <p:stCondLst>
                                            <p:cond delay="0"/>
                                          </p:stCondLst>
                                        </p:cTn>
                                        <p:tgtEl>
                                          <p:spTgt spid="837"/>
                                        </p:tgtEl>
                                        <p:attrNameLst>
                                          <p:attrName>style.visibility</p:attrName>
                                        </p:attrNameLst>
                                      </p:cBhvr>
                                      <p:to>
                                        <p:strVal val="visible"/>
                                      </p:to>
                                    </p:set>
                                    <p:animEffect filter="barn(inVertical)" transition="in">
                                      <p:cBhvr additive="repl">
                                        <p:cTn id="754" dur="500"/>
                                        <p:tgtEl>
                                          <p:spTgt spid="837"/>
                                        </p:tgtEl>
                                      </p:cBhvr>
                                    </p:animEffect>
                                  </p:childTnLst>
                                </p:cTn>
                              </p:par>
                              <p:par>
                                <p:cTn id="755" nodeType="withEffect" fill="hold" presetClass="entr" presetID="16" presetSubtype="21">
                                  <p:stCondLst>
                                    <p:cond delay="0"/>
                                  </p:stCondLst>
                                  <p:childTnLst>
                                    <p:set>
                                      <p:cBhvr>
                                        <p:cTn id="756" dur="1" fill="hold">
                                          <p:stCondLst>
                                            <p:cond delay="0"/>
                                          </p:stCondLst>
                                        </p:cTn>
                                        <p:tgtEl>
                                          <p:spTgt spid="836"/>
                                        </p:tgtEl>
                                        <p:attrNameLst>
                                          <p:attrName>style.visibility</p:attrName>
                                        </p:attrNameLst>
                                      </p:cBhvr>
                                      <p:to>
                                        <p:strVal val="visible"/>
                                      </p:to>
                                    </p:set>
                                    <p:animEffect filter="barn(inVertical)" transition="in">
                                      <p:cBhvr additive="repl">
                                        <p:cTn id="757" dur="500"/>
                                        <p:tgtEl>
                                          <p:spTgt spid="836"/>
                                        </p:tgtEl>
                                      </p:cBhvr>
                                    </p:animEffect>
                                  </p:childTnLst>
                                </p:cTn>
                              </p:par>
                              <p:par>
                                <p:cTn id="758" nodeType="withEffect" fill="hold" presetClass="emph" presetID="1" presetSubtype="2">
                                  <p:stCondLst>
                                    <p:cond delay="0"/>
                                  </p:stCondLst>
                                  <p:childTnLst>
                                    <p:animClr clrSpc="rgb">
                                      <p:cBhvr>
                                        <p:cTn id="759" dur="500" fill="hold"/>
                                        <p:tgtEl>
                                          <p:spTgt spid="835"/>
                                        </p:tgtEl>
                                        <p:attrNameLst>
                                          <p:attrName>fillcolor</p:attrName>
                                        </p:attrNameLst>
                                      </p:cBhvr>
                                      <p:to>
                                        <a:srgbClr val="8a80e4"/>
                                      </p:to>
                                    </p:animClr>
                                    <p:set>
                                      <p:cBhvr>
                                        <p:cTn id="760" dur="500" fill="hold"/>
                                        <p:tgtEl>
                                          <p:spTgt spid="835"/>
                                        </p:tgtEl>
                                        <p:attrNameLst>
                                          <p:attrName>fill.type</p:attrName>
                                        </p:attrNameLst>
                                      </p:cBhvr>
                                      <p:to>
                                        <p:strVal val="solid"/>
                                      </p:to>
                                    </p:set>
                                    <p:set>
                                      <p:cBhvr>
                                        <p:cTn id="761" dur="500" fill="hold"/>
                                        <p:tgtEl>
                                          <p:spTgt spid="835"/>
                                        </p:tgtEl>
                                        <p:attrNameLst>
                                          <p:attrName>fill.on</p:attrName>
                                        </p:attrNameLst>
                                      </p:cBhvr>
                                      <p:to>
                                        <p:strVal val="true"/>
                                      </p:to>
                                    </p:set>
                                  </p:childTnLst>
                                </p:cTn>
                              </p:par>
                              <p:par>
                                <p:cTn id="762" nodeType="withEffect" fill="hold" presetClass="emph" presetID="1" presetSubtype="2">
                                  <p:stCondLst>
                                    <p:cond delay="0"/>
                                  </p:stCondLst>
                                  <p:childTnLst>
                                    <p:animClr clrSpc="rgb">
                                      <p:cBhvr>
                                        <p:cTn id="763" dur="500" fill="hold"/>
                                        <p:tgtEl>
                                          <p:spTgt spid="823"/>
                                        </p:tgtEl>
                                        <p:attrNameLst>
                                          <p:attrName>fillcolor</p:attrName>
                                        </p:attrNameLst>
                                      </p:cBhvr>
                                      <p:to>
                                        <a:srgbClr val="95b3d7"/>
                                      </p:to>
                                    </p:animClr>
                                    <p:set>
                                      <p:cBhvr>
                                        <p:cTn id="764" dur="500" fill="hold"/>
                                        <p:tgtEl>
                                          <p:spTgt spid="823"/>
                                        </p:tgtEl>
                                        <p:attrNameLst>
                                          <p:attrName>fill.type</p:attrName>
                                        </p:attrNameLst>
                                      </p:cBhvr>
                                      <p:to>
                                        <p:strVal val="solid"/>
                                      </p:to>
                                    </p:set>
                                    <p:set>
                                      <p:cBhvr>
                                        <p:cTn id="765" dur="500" fill="hold"/>
                                        <p:tgtEl>
                                          <p:spTgt spid="823"/>
                                        </p:tgtEl>
                                        <p:attrNameLst>
                                          <p:attrName>fill.on</p:attrName>
                                        </p:attrNameLst>
                                      </p:cBhvr>
                                      <p:to>
                                        <p:strVal val="true"/>
                                      </p:to>
                                    </p:set>
                                  </p:childTnLst>
                                </p:cTn>
                              </p:par>
                              <p:par>
                                <p:cTn id="766" nodeType="withEffect" fill="hold" presetClass="emph" presetID="1" presetSubtype="2">
                                  <p:stCondLst>
                                    <p:cond delay="0"/>
                                  </p:stCondLst>
                                  <p:childTnLst>
                                    <p:animClr clrSpc="rgb">
                                      <p:cBhvr>
                                        <p:cTn id="767" dur="500" fill="hold"/>
                                        <p:tgtEl>
                                          <p:spTgt spid="827"/>
                                        </p:tgtEl>
                                        <p:attrNameLst>
                                          <p:attrName>fillcolor</p:attrName>
                                        </p:attrNameLst>
                                      </p:cBhvr>
                                      <p:to>
                                        <a:srgbClr val="95b3d7"/>
                                      </p:to>
                                    </p:animClr>
                                    <p:set>
                                      <p:cBhvr>
                                        <p:cTn id="768" dur="500" fill="hold"/>
                                        <p:tgtEl>
                                          <p:spTgt spid="827"/>
                                        </p:tgtEl>
                                        <p:attrNameLst>
                                          <p:attrName>fill.type</p:attrName>
                                        </p:attrNameLst>
                                      </p:cBhvr>
                                      <p:to>
                                        <p:strVal val="solid"/>
                                      </p:to>
                                    </p:set>
                                    <p:set>
                                      <p:cBhvr>
                                        <p:cTn id="769" dur="500" fill="hold"/>
                                        <p:tgtEl>
                                          <p:spTgt spid="827"/>
                                        </p:tgtEl>
                                        <p:attrNameLst>
                                          <p:attrName>fill.on</p:attrName>
                                        </p:attrNameLst>
                                      </p:cBhvr>
                                      <p:to>
                                        <p:strVal val="true"/>
                                      </p:to>
                                    </p:set>
                                  </p:childTnLst>
                                </p:cTn>
                              </p:par>
                              <p:par>
                                <p:cTn id="770" nodeType="withEffect" fill="hold" presetClass="emph" presetID="1" presetSubtype="2">
                                  <p:stCondLst>
                                    <p:cond delay="0"/>
                                  </p:stCondLst>
                                  <p:childTnLst>
                                    <p:animClr clrSpc="rgb">
                                      <p:cBhvr>
                                        <p:cTn id="771" dur="500" fill="hold"/>
                                        <p:tgtEl>
                                          <p:spTgt spid="831"/>
                                        </p:tgtEl>
                                        <p:attrNameLst>
                                          <p:attrName>fillcolor</p:attrName>
                                        </p:attrNameLst>
                                      </p:cBhvr>
                                      <p:to>
                                        <a:srgbClr val="95b3d7"/>
                                      </p:to>
                                    </p:animClr>
                                    <p:set>
                                      <p:cBhvr>
                                        <p:cTn id="772" dur="500" fill="hold"/>
                                        <p:tgtEl>
                                          <p:spTgt spid="831"/>
                                        </p:tgtEl>
                                        <p:attrNameLst>
                                          <p:attrName>fill.type</p:attrName>
                                        </p:attrNameLst>
                                      </p:cBhvr>
                                      <p:to>
                                        <p:strVal val="solid"/>
                                      </p:to>
                                    </p:set>
                                    <p:set>
                                      <p:cBhvr>
                                        <p:cTn id="773" dur="500" fill="hold"/>
                                        <p:tgtEl>
                                          <p:spTgt spid="831"/>
                                        </p:tgtEl>
                                        <p:attrNameLst>
                                          <p:attrName>fill.on</p:attrName>
                                        </p:attrNameLst>
                                      </p:cBhvr>
                                      <p:to>
                                        <p:strVal val="true"/>
                                      </p:to>
                                    </p:set>
                                  </p:childTnLst>
                                </p:cTn>
                              </p:par>
                              <p:par>
                                <p:cTn id="774" nodeType="withEffect" fill="hold" presetClass="exit" presetID="10">
                                  <p:stCondLst>
                                    <p:cond delay="0"/>
                                  </p:stCondLst>
                                  <p:childTnLst>
                                    <p:animEffect filter="fade" transition="out">
                                      <p:cBhvr additive="repl">
                                        <p:cTn id="775" dur="500"/>
                                        <p:tgtEl>
                                          <p:spTgt spid="825"/>
                                        </p:tgtEl>
                                      </p:cBhvr>
                                    </p:animEffect>
                                    <p:set>
                                      <p:cBhvr>
                                        <p:cTn id="776" dur="1" fill="hold">
                                          <p:stCondLst>
                                            <p:cond delay="499"/>
                                          </p:stCondLst>
                                        </p:cTn>
                                        <p:tgtEl>
                                          <p:spTgt spid="825"/>
                                        </p:tgtEl>
                                        <p:attrNameLst>
                                          <p:attrName>style.visibility</p:attrName>
                                        </p:attrNameLst>
                                      </p:cBhvr>
                                      <p:to>
                                        <p:strVal val="hidden"/>
                                      </p:to>
                                    </p:set>
                                  </p:childTnLst>
                                </p:cTn>
                              </p:par>
                              <p:par>
                                <p:cTn id="777" nodeType="withEffect" fill="hold" presetClass="exit" presetID="10">
                                  <p:stCondLst>
                                    <p:cond delay="0"/>
                                  </p:stCondLst>
                                  <p:childTnLst>
                                    <p:animEffect filter="fade" transition="out">
                                      <p:cBhvr additive="repl">
                                        <p:cTn id="778" dur="500"/>
                                        <p:tgtEl>
                                          <p:spTgt spid="824"/>
                                        </p:tgtEl>
                                      </p:cBhvr>
                                    </p:animEffect>
                                    <p:set>
                                      <p:cBhvr>
                                        <p:cTn id="779" dur="1" fill="hold">
                                          <p:stCondLst>
                                            <p:cond delay="499"/>
                                          </p:stCondLst>
                                        </p:cTn>
                                        <p:tgtEl>
                                          <p:spTgt spid="824"/>
                                        </p:tgtEl>
                                        <p:attrNameLst>
                                          <p:attrName>style.visibility</p:attrName>
                                        </p:attrNameLst>
                                      </p:cBhvr>
                                      <p:to>
                                        <p:strVal val="hidden"/>
                                      </p:to>
                                    </p:set>
                                  </p:childTnLst>
                                </p:cTn>
                              </p:par>
                              <p:par>
                                <p:cTn id="780" nodeType="withEffect" fill="hold" presetClass="exit" presetID="10">
                                  <p:stCondLst>
                                    <p:cond delay="0"/>
                                  </p:stCondLst>
                                  <p:childTnLst>
                                    <p:animEffect filter="fade" transition="out">
                                      <p:cBhvr additive="repl">
                                        <p:cTn id="781" dur="500"/>
                                        <p:tgtEl>
                                          <p:spTgt spid="829"/>
                                        </p:tgtEl>
                                      </p:cBhvr>
                                    </p:animEffect>
                                    <p:set>
                                      <p:cBhvr>
                                        <p:cTn id="782" dur="1" fill="hold">
                                          <p:stCondLst>
                                            <p:cond delay="499"/>
                                          </p:stCondLst>
                                        </p:cTn>
                                        <p:tgtEl>
                                          <p:spTgt spid="829"/>
                                        </p:tgtEl>
                                        <p:attrNameLst>
                                          <p:attrName>style.visibility</p:attrName>
                                        </p:attrNameLst>
                                      </p:cBhvr>
                                      <p:to>
                                        <p:strVal val="hidden"/>
                                      </p:to>
                                    </p:set>
                                  </p:childTnLst>
                                </p:cTn>
                              </p:par>
                              <p:par>
                                <p:cTn id="783" nodeType="withEffect" fill="hold" presetClass="exit" presetID="10">
                                  <p:stCondLst>
                                    <p:cond delay="0"/>
                                  </p:stCondLst>
                                  <p:childTnLst>
                                    <p:animEffect filter="fade" transition="out">
                                      <p:cBhvr additive="repl">
                                        <p:cTn id="784" dur="500"/>
                                        <p:tgtEl>
                                          <p:spTgt spid="828"/>
                                        </p:tgtEl>
                                      </p:cBhvr>
                                    </p:animEffect>
                                    <p:set>
                                      <p:cBhvr>
                                        <p:cTn id="785" dur="1" fill="hold">
                                          <p:stCondLst>
                                            <p:cond delay="499"/>
                                          </p:stCondLst>
                                        </p:cTn>
                                        <p:tgtEl>
                                          <p:spTgt spid="828"/>
                                        </p:tgtEl>
                                        <p:attrNameLst>
                                          <p:attrName>style.visibility</p:attrName>
                                        </p:attrNameLst>
                                      </p:cBhvr>
                                      <p:to>
                                        <p:strVal val="hidden"/>
                                      </p:to>
                                    </p:set>
                                  </p:childTnLst>
                                </p:cTn>
                              </p:par>
                              <p:par>
                                <p:cTn id="786" nodeType="withEffect" fill="hold" presetClass="exit" presetID="10">
                                  <p:stCondLst>
                                    <p:cond delay="0"/>
                                  </p:stCondLst>
                                  <p:childTnLst>
                                    <p:animEffect filter="fade" transition="out">
                                      <p:cBhvr additive="repl">
                                        <p:cTn id="787" dur="500"/>
                                        <p:tgtEl>
                                          <p:spTgt spid="833"/>
                                        </p:tgtEl>
                                      </p:cBhvr>
                                    </p:animEffect>
                                    <p:set>
                                      <p:cBhvr>
                                        <p:cTn id="788" dur="1" fill="hold">
                                          <p:stCondLst>
                                            <p:cond delay="499"/>
                                          </p:stCondLst>
                                        </p:cTn>
                                        <p:tgtEl>
                                          <p:spTgt spid="833"/>
                                        </p:tgtEl>
                                        <p:attrNameLst>
                                          <p:attrName>style.visibility</p:attrName>
                                        </p:attrNameLst>
                                      </p:cBhvr>
                                      <p:to>
                                        <p:strVal val="hidden"/>
                                      </p:to>
                                    </p:set>
                                  </p:childTnLst>
                                </p:cTn>
                              </p:par>
                              <p:par>
                                <p:cTn id="789" nodeType="withEffect" fill="hold" presetClass="exit" presetID="10">
                                  <p:stCondLst>
                                    <p:cond delay="0"/>
                                  </p:stCondLst>
                                  <p:childTnLst>
                                    <p:animEffect filter="fade" transition="out">
                                      <p:cBhvr additive="repl">
                                        <p:cTn id="790" dur="500"/>
                                        <p:tgtEl>
                                          <p:spTgt spid="832"/>
                                        </p:tgtEl>
                                      </p:cBhvr>
                                    </p:animEffect>
                                    <p:set>
                                      <p:cBhvr>
                                        <p:cTn id="791" dur="1" fill="hold">
                                          <p:stCondLst>
                                            <p:cond delay="499"/>
                                          </p:stCondLst>
                                        </p:cTn>
                                        <p:tgtEl>
                                          <p:spTgt spid="83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792" restart="whenNotActive" nodeType="interactiveSeq" fill="hold">
                <p:stCondLst>
                  <p:cond delay="0" evt="onClick">
                    <p:tgtEl>
                      <p:spTgt spid="837"/>
                    </p:tgtEl>
                  </p:cond>
                </p:stCondLst>
                <p:childTnLst>
                  <p:par>
                    <p:cTn id="793" fill="hold">
                      <p:stCondLst>
                        <p:cond delay="0" evt="onClick">
                          <p:tgtEl>
                            <p:spTgt spid="837"/>
                          </p:tgtEl>
                        </p:cond>
                      </p:stCondLst>
                      <p:childTnLst>
                        <p:par>
                          <p:cTn id="794" fill="hold">
                            <p:stCondLst>
                              <p:cond delay="0"/>
                            </p:stCondLst>
                            <p:childTnLst>
                              <p:par>
                                <p:cTn id="795" nodeType="clickEffect" fill="hold" presetClass="exit" presetID="9">
                                  <p:stCondLst>
                                    <p:cond delay="0"/>
                                  </p:stCondLst>
                                  <p:childTnLst>
                                    <p:animEffect filter="dissolve" transition="out">
                                      <p:cBhvr additive="repl">
                                        <p:cTn id="796" dur="500"/>
                                        <p:tgtEl>
                                          <p:spTgt spid="837"/>
                                        </p:tgtEl>
                                      </p:cBhvr>
                                    </p:animEffect>
                                    <p:set>
                                      <p:cBhvr>
                                        <p:cTn id="797" dur="1" fill="hold">
                                          <p:stCondLst>
                                            <p:cond delay="499"/>
                                          </p:stCondLst>
                                        </p:cTn>
                                        <p:tgtEl>
                                          <p:spTgt spid="837"/>
                                        </p:tgtEl>
                                        <p:attrNameLst>
                                          <p:attrName>style.visibility</p:attrName>
                                        </p:attrNameLst>
                                      </p:cBhvr>
                                      <p:to>
                                        <p:strVal val="hidden"/>
                                      </p:to>
                                    </p:set>
                                  </p:childTnLst>
                                </p:cTn>
                              </p:par>
                              <p:par>
                                <p:cTn id="798" nodeType="withEffect" fill="hold" presetClass="exit" presetID="9">
                                  <p:stCondLst>
                                    <p:cond delay="0"/>
                                  </p:stCondLst>
                                  <p:childTnLst>
                                    <p:animEffect filter="dissolve" transition="out">
                                      <p:cBhvr additive="repl">
                                        <p:cTn id="799" dur="500"/>
                                        <p:tgtEl>
                                          <p:spTgt spid="836"/>
                                        </p:tgtEl>
                                      </p:cBhvr>
                                    </p:animEffect>
                                    <p:set>
                                      <p:cBhvr>
                                        <p:cTn id="800" dur="1" fill="hold">
                                          <p:stCondLst>
                                            <p:cond delay="499"/>
                                          </p:stCondLst>
                                        </p:cTn>
                                        <p:tgtEl>
                                          <p:spTgt spid="836"/>
                                        </p:tgtEl>
                                        <p:attrNameLst>
                                          <p:attrName>style.visibility</p:attrName>
                                        </p:attrNameLst>
                                      </p:cBhvr>
                                      <p:to>
                                        <p:strVal val="hidden"/>
                                      </p:to>
                                    </p:set>
                                  </p:childTnLst>
                                </p:cTn>
                              </p:par>
                              <p:par>
                                <p:cTn id="801" nodeType="withEffect" fill="hold" presetClass="emph" presetID="1" presetSubtype="2">
                                  <p:stCondLst>
                                    <p:cond delay="0"/>
                                  </p:stCondLst>
                                  <p:childTnLst>
                                    <p:animClr clrSpc="rgb">
                                      <p:cBhvr>
                                        <p:cTn id="802" dur="500" fill="hold"/>
                                        <p:tgtEl>
                                          <p:spTgt spid="835"/>
                                        </p:tgtEl>
                                        <p:attrNameLst>
                                          <p:attrName>fillcolor</p:attrName>
                                        </p:attrNameLst>
                                      </p:cBhvr>
                                      <p:to>
                                        <a:srgbClr val="95b3d7"/>
                                      </p:to>
                                    </p:animClr>
                                    <p:set>
                                      <p:cBhvr>
                                        <p:cTn id="803" dur="500" fill="hold"/>
                                        <p:tgtEl>
                                          <p:spTgt spid="835"/>
                                        </p:tgtEl>
                                        <p:attrNameLst>
                                          <p:attrName>fill.type</p:attrName>
                                        </p:attrNameLst>
                                      </p:cBhvr>
                                      <p:to>
                                        <p:strVal val="solid"/>
                                      </p:to>
                                    </p:set>
                                    <p:set>
                                      <p:cBhvr>
                                        <p:cTn id="804" dur="500" fill="hold"/>
                                        <p:tgtEl>
                                          <p:spTgt spid="83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839"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840"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04</a:t>
            </a:r>
            <a:br>
              <a:rPr sz="4400"/>
            </a:br>
            <a:endParaRPr b="0" lang="pt-BR" sz="2800" spc="-1" strike="noStrike">
              <a:solidFill>
                <a:schemeClr val="dk1"/>
              </a:solidFill>
              <a:latin typeface="Arial"/>
            </a:endParaRPr>
          </a:p>
        </p:txBody>
      </p:sp>
      <p:sp>
        <p:nvSpPr>
          <p:cNvPr id="842" name="PlaceHolder 2"/>
          <p:cNvSpPr>
            <a:spLocks noGrp="1"/>
          </p:cNvSpPr>
          <p:nvPr>
            <p:ph type="subTitle"/>
          </p:nvPr>
        </p:nvSpPr>
        <p:spPr>
          <a:xfrm>
            <a:off x="1398600" y="126360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Quais são as posições da chave de teste de velocidade do sistema do anemômetro “EVERSHED” ?</a:t>
            </a:r>
            <a:endParaRPr b="0" lang="pt-BR" sz="1600" spc="-1" strike="noStrike">
              <a:solidFill>
                <a:srgbClr val="000000"/>
              </a:solidFill>
              <a:latin typeface="Arial"/>
            </a:endParaRPr>
          </a:p>
        </p:txBody>
      </p:sp>
      <p:sp>
        <p:nvSpPr>
          <p:cNvPr id="843"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844"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RUN,10,15;e30.</a:t>
            </a:r>
            <a:endParaRPr b="0" lang="pt-BR" sz="1800" spc="-1" strike="noStrike">
              <a:solidFill>
                <a:srgbClr val="000000"/>
              </a:solidFill>
              <a:latin typeface="Arial"/>
            </a:endParaRPr>
          </a:p>
        </p:txBody>
      </p:sp>
      <p:sp>
        <p:nvSpPr>
          <p:cNvPr id="845"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46"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47"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848"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RUN,15,25; e 40 </a:t>
            </a:r>
            <a:endParaRPr b="0" lang="pt-BR" sz="1800" spc="-1" strike="noStrike">
              <a:solidFill>
                <a:srgbClr val="000000"/>
              </a:solidFill>
              <a:latin typeface="Arial"/>
            </a:endParaRPr>
          </a:p>
        </p:txBody>
      </p:sp>
      <p:sp>
        <p:nvSpPr>
          <p:cNvPr id="849"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50"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51"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852"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RUN,15,30; e 45 </a:t>
            </a:r>
            <a:endParaRPr b="0" lang="pt-BR" sz="1800" spc="-1" strike="noStrike">
              <a:solidFill>
                <a:srgbClr val="000000"/>
              </a:solidFill>
              <a:latin typeface="Arial"/>
            </a:endParaRPr>
          </a:p>
        </p:txBody>
      </p:sp>
      <p:sp>
        <p:nvSpPr>
          <p:cNvPr id="853" name="Botão de ação: Personalizar 14">
            <a:hlinkClick r:id="" action="ppaction://hlinkshowjump?jump=nex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54"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55"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856"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RUN,15,35; e 45  </a:t>
            </a:r>
            <a:endParaRPr b="0" lang="pt-BR" sz="1800" spc="-1" strike="noStrike">
              <a:solidFill>
                <a:srgbClr val="000000"/>
              </a:solidFill>
              <a:latin typeface="Arial"/>
            </a:endParaRPr>
          </a:p>
        </p:txBody>
      </p:sp>
      <p:sp>
        <p:nvSpPr>
          <p:cNvPr id="857"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58"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05" dur="indefinite" restart="never" nodeType="tmRoot">
          <p:childTnLst>
            <p:seq>
              <p:cTn id="806" dur="indefinite" nodeType="mainSeq">
                <p:childTnLst>
                  <p:par>
                    <p:cTn id="807" fill="hold">
                      <p:stCondLst>
                        <p:cond delay="0"/>
                      </p:stCondLst>
                      <p:childTnLst>
                        <p:par>
                          <p:cTn id="808" fill="hold">
                            <p:stCondLst>
                              <p:cond delay="0"/>
                            </p:stCondLst>
                            <p:childTnLst>
                              <p:par>
                                <p:cTn id="809" nodeType="withEffect" fill="hold" presetClass="entr" presetID="10">
                                  <p:stCondLst>
                                    <p:cond delay="0"/>
                                  </p:stCondLst>
                                  <p:childTnLst>
                                    <p:set>
                                      <p:cBhvr>
                                        <p:cTn id="810" dur="1" fill="hold">
                                          <p:stCondLst>
                                            <p:cond delay="0"/>
                                          </p:stCondLst>
                                        </p:cTn>
                                        <p:tgtEl>
                                          <p:spTgt spid="844"/>
                                        </p:tgtEl>
                                        <p:attrNameLst>
                                          <p:attrName>style.visibility</p:attrName>
                                        </p:attrNameLst>
                                      </p:cBhvr>
                                      <p:to>
                                        <p:strVal val="visible"/>
                                      </p:to>
                                    </p:set>
                                    <p:animEffect filter="fade" transition="in">
                                      <p:cBhvr additive="repl">
                                        <p:cTn id="811" dur="500"/>
                                        <p:tgtEl>
                                          <p:spTgt spid="844"/>
                                        </p:tgtEl>
                                      </p:cBhvr>
                                    </p:animEffect>
                                  </p:childTnLst>
                                </p:cTn>
                              </p:par>
                              <p:par>
                                <p:cTn id="812" nodeType="withEffect" fill="hold" presetClass="entr" presetID="10">
                                  <p:stCondLst>
                                    <p:cond delay="0"/>
                                  </p:stCondLst>
                                  <p:childTnLst>
                                    <p:set>
                                      <p:cBhvr>
                                        <p:cTn id="813" dur="1" fill="hold">
                                          <p:stCondLst>
                                            <p:cond delay="0"/>
                                          </p:stCondLst>
                                        </p:cTn>
                                        <p:tgtEl>
                                          <p:spTgt spid="843"/>
                                        </p:tgtEl>
                                        <p:attrNameLst>
                                          <p:attrName>style.visibility</p:attrName>
                                        </p:attrNameLst>
                                      </p:cBhvr>
                                      <p:to>
                                        <p:strVal val="visible"/>
                                      </p:to>
                                    </p:set>
                                    <p:animEffect filter="fade" transition="in">
                                      <p:cBhvr additive="repl">
                                        <p:cTn id="814" dur="500"/>
                                        <p:tgtEl>
                                          <p:spTgt spid="843"/>
                                        </p:tgtEl>
                                      </p:cBhvr>
                                    </p:animEffect>
                                  </p:childTnLst>
                                </p:cTn>
                              </p:par>
                              <p:par>
                                <p:cTn id="815" nodeType="withEffect" fill="hold" presetClass="entr" presetID="10">
                                  <p:stCondLst>
                                    <p:cond delay="0"/>
                                  </p:stCondLst>
                                  <p:childTnLst>
                                    <p:set>
                                      <p:cBhvr>
                                        <p:cTn id="816" dur="1" fill="hold">
                                          <p:stCondLst>
                                            <p:cond delay="0"/>
                                          </p:stCondLst>
                                        </p:cTn>
                                        <p:tgtEl>
                                          <p:spTgt spid="847"/>
                                        </p:tgtEl>
                                        <p:attrNameLst>
                                          <p:attrName>style.visibility</p:attrName>
                                        </p:attrNameLst>
                                      </p:cBhvr>
                                      <p:to>
                                        <p:strVal val="visible"/>
                                      </p:to>
                                    </p:set>
                                    <p:animEffect filter="fade" transition="in">
                                      <p:cBhvr additive="repl">
                                        <p:cTn id="817" dur="500"/>
                                        <p:tgtEl>
                                          <p:spTgt spid="847"/>
                                        </p:tgtEl>
                                      </p:cBhvr>
                                    </p:animEffect>
                                  </p:childTnLst>
                                </p:cTn>
                              </p:par>
                              <p:par>
                                <p:cTn id="818" nodeType="withEffect" fill="hold" presetClass="entr" presetID="10">
                                  <p:stCondLst>
                                    <p:cond delay="0"/>
                                  </p:stCondLst>
                                  <p:childTnLst>
                                    <p:set>
                                      <p:cBhvr>
                                        <p:cTn id="819" dur="1" fill="hold">
                                          <p:stCondLst>
                                            <p:cond delay="0"/>
                                          </p:stCondLst>
                                        </p:cTn>
                                        <p:tgtEl>
                                          <p:spTgt spid="848"/>
                                        </p:tgtEl>
                                        <p:attrNameLst>
                                          <p:attrName>style.visibility</p:attrName>
                                        </p:attrNameLst>
                                      </p:cBhvr>
                                      <p:to>
                                        <p:strVal val="visible"/>
                                      </p:to>
                                    </p:set>
                                    <p:animEffect filter="fade" transition="in">
                                      <p:cBhvr additive="repl">
                                        <p:cTn id="820" dur="500"/>
                                        <p:tgtEl>
                                          <p:spTgt spid="848"/>
                                        </p:tgtEl>
                                      </p:cBhvr>
                                    </p:animEffect>
                                  </p:childTnLst>
                                </p:cTn>
                              </p:par>
                              <p:par>
                                <p:cTn id="821" nodeType="withEffect" fill="hold" presetClass="entr" presetID="10">
                                  <p:stCondLst>
                                    <p:cond delay="0"/>
                                  </p:stCondLst>
                                  <p:childTnLst>
                                    <p:set>
                                      <p:cBhvr>
                                        <p:cTn id="822" dur="1" fill="hold">
                                          <p:stCondLst>
                                            <p:cond delay="0"/>
                                          </p:stCondLst>
                                        </p:cTn>
                                        <p:tgtEl>
                                          <p:spTgt spid="851"/>
                                        </p:tgtEl>
                                        <p:attrNameLst>
                                          <p:attrName>style.visibility</p:attrName>
                                        </p:attrNameLst>
                                      </p:cBhvr>
                                      <p:to>
                                        <p:strVal val="visible"/>
                                      </p:to>
                                    </p:set>
                                    <p:animEffect filter="fade" transition="in">
                                      <p:cBhvr additive="repl">
                                        <p:cTn id="823" dur="500"/>
                                        <p:tgtEl>
                                          <p:spTgt spid="851"/>
                                        </p:tgtEl>
                                      </p:cBhvr>
                                    </p:animEffect>
                                  </p:childTnLst>
                                </p:cTn>
                              </p:par>
                              <p:par>
                                <p:cTn id="824" nodeType="withEffect" fill="hold" presetClass="entr" presetID="10">
                                  <p:stCondLst>
                                    <p:cond delay="0"/>
                                  </p:stCondLst>
                                  <p:childTnLst>
                                    <p:set>
                                      <p:cBhvr>
                                        <p:cTn id="825" dur="1" fill="hold">
                                          <p:stCondLst>
                                            <p:cond delay="0"/>
                                          </p:stCondLst>
                                        </p:cTn>
                                        <p:tgtEl>
                                          <p:spTgt spid="852"/>
                                        </p:tgtEl>
                                        <p:attrNameLst>
                                          <p:attrName>style.visibility</p:attrName>
                                        </p:attrNameLst>
                                      </p:cBhvr>
                                      <p:to>
                                        <p:strVal val="visible"/>
                                      </p:to>
                                    </p:set>
                                    <p:animEffect filter="fade" transition="in">
                                      <p:cBhvr additive="repl">
                                        <p:cTn id="826" dur="500"/>
                                        <p:tgtEl>
                                          <p:spTgt spid="852"/>
                                        </p:tgtEl>
                                      </p:cBhvr>
                                    </p:animEffect>
                                  </p:childTnLst>
                                </p:cTn>
                              </p:par>
                              <p:par>
                                <p:cTn id="827" nodeType="withEffect" fill="hold" presetClass="entr" presetID="10">
                                  <p:stCondLst>
                                    <p:cond delay="0"/>
                                  </p:stCondLst>
                                  <p:childTnLst>
                                    <p:set>
                                      <p:cBhvr>
                                        <p:cTn id="828" dur="1" fill="hold">
                                          <p:stCondLst>
                                            <p:cond delay="0"/>
                                          </p:stCondLst>
                                        </p:cTn>
                                        <p:tgtEl>
                                          <p:spTgt spid="855"/>
                                        </p:tgtEl>
                                        <p:attrNameLst>
                                          <p:attrName>style.visibility</p:attrName>
                                        </p:attrNameLst>
                                      </p:cBhvr>
                                      <p:to>
                                        <p:strVal val="visible"/>
                                      </p:to>
                                    </p:set>
                                    <p:animEffect filter="fade" transition="in">
                                      <p:cBhvr additive="repl">
                                        <p:cTn id="829" dur="500"/>
                                        <p:tgtEl>
                                          <p:spTgt spid="855"/>
                                        </p:tgtEl>
                                      </p:cBhvr>
                                    </p:animEffect>
                                  </p:childTnLst>
                                </p:cTn>
                              </p:par>
                              <p:par>
                                <p:cTn id="830" nodeType="withEffect" fill="hold" presetClass="entr" presetID="10">
                                  <p:stCondLst>
                                    <p:cond delay="0"/>
                                  </p:stCondLst>
                                  <p:childTnLst>
                                    <p:set>
                                      <p:cBhvr>
                                        <p:cTn id="831" dur="1" fill="hold">
                                          <p:stCondLst>
                                            <p:cond delay="0"/>
                                          </p:stCondLst>
                                        </p:cTn>
                                        <p:tgtEl>
                                          <p:spTgt spid="856"/>
                                        </p:tgtEl>
                                        <p:attrNameLst>
                                          <p:attrName>style.visibility</p:attrName>
                                        </p:attrNameLst>
                                      </p:cBhvr>
                                      <p:to>
                                        <p:strVal val="visible"/>
                                      </p:to>
                                    </p:set>
                                    <p:animEffect filter="fade" transition="in">
                                      <p:cBhvr additive="repl">
                                        <p:cTn id="832" dur="500"/>
                                        <p:tgtEl>
                                          <p:spTgt spid="856"/>
                                        </p:tgtEl>
                                      </p:cBhvr>
                                    </p:animEffect>
                                  </p:childTnLst>
                                </p:cTn>
                              </p:par>
                              <p:par>
                                <p:cTn id="833" nodeType="withEffect" fill="hold" presetClass="exit" presetID="1">
                                  <p:stCondLst>
                                    <p:cond delay="0"/>
                                  </p:stCondLst>
                                  <p:childTnLst>
                                    <p:set>
                                      <p:cBhvr>
                                        <p:cTn id="834" dur="1" fill="hold">
                                          <p:stCondLst>
                                            <p:cond delay="0"/>
                                          </p:stCondLst>
                                        </p:cTn>
                                        <p:tgtEl>
                                          <p:spTgt spid="846"/>
                                        </p:tgtEl>
                                        <p:attrNameLst>
                                          <p:attrName>style.visibility</p:attrName>
                                        </p:attrNameLst>
                                      </p:cBhvr>
                                      <p:to>
                                        <p:strVal val="hidden"/>
                                      </p:to>
                                    </p:set>
                                  </p:childTnLst>
                                </p:cTn>
                              </p:par>
                              <p:par>
                                <p:cTn id="835" nodeType="withEffect" fill="hold" presetClass="exit" presetID="1">
                                  <p:stCondLst>
                                    <p:cond delay="0"/>
                                  </p:stCondLst>
                                  <p:childTnLst>
                                    <p:set>
                                      <p:cBhvr>
                                        <p:cTn id="836" dur="1" fill="hold">
                                          <p:stCondLst>
                                            <p:cond delay="0"/>
                                          </p:stCondLst>
                                        </p:cTn>
                                        <p:tgtEl>
                                          <p:spTgt spid="845"/>
                                        </p:tgtEl>
                                        <p:attrNameLst>
                                          <p:attrName>style.visibility</p:attrName>
                                        </p:attrNameLst>
                                      </p:cBhvr>
                                      <p:to>
                                        <p:strVal val="hidden"/>
                                      </p:to>
                                    </p:set>
                                  </p:childTnLst>
                                </p:cTn>
                              </p:par>
                              <p:par>
                                <p:cTn id="837" nodeType="withEffect" fill="hold" presetClass="exit" presetID="1">
                                  <p:stCondLst>
                                    <p:cond delay="0"/>
                                  </p:stCondLst>
                                  <p:childTnLst>
                                    <p:set>
                                      <p:cBhvr>
                                        <p:cTn id="838" dur="1" fill="hold">
                                          <p:stCondLst>
                                            <p:cond delay="0"/>
                                          </p:stCondLst>
                                        </p:cTn>
                                        <p:tgtEl>
                                          <p:spTgt spid="850"/>
                                        </p:tgtEl>
                                        <p:attrNameLst>
                                          <p:attrName>style.visibility</p:attrName>
                                        </p:attrNameLst>
                                      </p:cBhvr>
                                      <p:to>
                                        <p:strVal val="hidden"/>
                                      </p:to>
                                    </p:set>
                                  </p:childTnLst>
                                </p:cTn>
                              </p:par>
                              <p:par>
                                <p:cTn id="839" nodeType="withEffect" fill="hold" presetClass="exit" presetID="1">
                                  <p:stCondLst>
                                    <p:cond delay="0"/>
                                  </p:stCondLst>
                                  <p:childTnLst>
                                    <p:set>
                                      <p:cBhvr>
                                        <p:cTn id="840" dur="1" fill="hold">
                                          <p:stCondLst>
                                            <p:cond delay="0"/>
                                          </p:stCondLst>
                                        </p:cTn>
                                        <p:tgtEl>
                                          <p:spTgt spid="849"/>
                                        </p:tgtEl>
                                        <p:attrNameLst>
                                          <p:attrName>style.visibility</p:attrName>
                                        </p:attrNameLst>
                                      </p:cBhvr>
                                      <p:to>
                                        <p:strVal val="hidden"/>
                                      </p:to>
                                    </p:set>
                                  </p:childTnLst>
                                </p:cTn>
                              </p:par>
                              <p:par>
                                <p:cTn id="841" nodeType="withEffect" fill="hold" presetClass="exit" presetID="1">
                                  <p:stCondLst>
                                    <p:cond delay="0"/>
                                  </p:stCondLst>
                                  <p:childTnLst>
                                    <p:set>
                                      <p:cBhvr>
                                        <p:cTn id="842" dur="1" fill="hold">
                                          <p:stCondLst>
                                            <p:cond delay="0"/>
                                          </p:stCondLst>
                                        </p:cTn>
                                        <p:tgtEl>
                                          <p:spTgt spid="854"/>
                                        </p:tgtEl>
                                        <p:attrNameLst>
                                          <p:attrName>style.visibility</p:attrName>
                                        </p:attrNameLst>
                                      </p:cBhvr>
                                      <p:to>
                                        <p:strVal val="hidden"/>
                                      </p:to>
                                    </p:set>
                                  </p:childTnLst>
                                </p:cTn>
                              </p:par>
                              <p:par>
                                <p:cTn id="843" nodeType="withEffect" fill="hold" presetClass="exit" presetID="1">
                                  <p:stCondLst>
                                    <p:cond delay="0"/>
                                  </p:stCondLst>
                                  <p:childTnLst>
                                    <p:set>
                                      <p:cBhvr>
                                        <p:cTn id="844" dur="1" fill="hold">
                                          <p:stCondLst>
                                            <p:cond delay="0"/>
                                          </p:stCondLst>
                                        </p:cTn>
                                        <p:tgtEl>
                                          <p:spTgt spid="853"/>
                                        </p:tgtEl>
                                        <p:attrNameLst>
                                          <p:attrName>style.visibility</p:attrName>
                                        </p:attrNameLst>
                                      </p:cBhvr>
                                      <p:to>
                                        <p:strVal val="hidden"/>
                                      </p:to>
                                    </p:set>
                                  </p:childTnLst>
                                </p:cTn>
                              </p:par>
                              <p:par>
                                <p:cTn id="845" nodeType="withEffect" fill="hold" presetClass="exit" presetID="1">
                                  <p:stCondLst>
                                    <p:cond delay="0"/>
                                  </p:stCondLst>
                                  <p:childTnLst>
                                    <p:set>
                                      <p:cBhvr>
                                        <p:cTn id="846" dur="1" fill="hold">
                                          <p:stCondLst>
                                            <p:cond delay="0"/>
                                          </p:stCondLst>
                                        </p:cTn>
                                        <p:tgtEl>
                                          <p:spTgt spid="858"/>
                                        </p:tgtEl>
                                        <p:attrNameLst>
                                          <p:attrName>style.visibility</p:attrName>
                                        </p:attrNameLst>
                                      </p:cBhvr>
                                      <p:to>
                                        <p:strVal val="hidden"/>
                                      </p:to>
                                    </p:set>
                                  </p:childTnLst>
                                </p:cTn>
                              </p:par>
                              <p:par>
                                <p:cTn id="847" nodeType="withEffect" fill="hold" presetClass="exit" presetID="1">
                                  <p:stCondLst>
                                    <p:cond delay="0"/>
                                  </p:stCondLst>
                                  <p:childTnLst>
                                    <p:set>
                                      <p:cBhvr>
                                        <p:cTn id="848" dur="1" fill="hold">
                                          <p:stCondLst>
                                            <p:cond delay="0"/>
                                          </p:stCondLst>
                                        </p:cTn>
                                        <p:tgtEl>
                                          <p:spTgt spid="8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849" restart="whenNotActive" nodeType="interactiveSeq" fill="hold">
                <p:stCondLst>
                  <p:cond delay="0" evt="onClick">
                    <p:tgtEl>
                      <p:spTgt spid="843"/>
                    </p:tgtEl>
                  </p:cond>
                </p:stCondLst>
                <p:childTnLst>
                  <p:par>
                    <p:cTn id="850" fill="hold">
                      <p:stCondLst>
                        <p:cond delay="0" evt="onClick">
                          <p:tgtEl>
                            <p:spTgt spid="843"/>
                          </p:tgtEl>
                        </p:cond>
                      </p:stCondLst>
                      <p:childTnLst>
                        <p:par>
                          <p:cTn id="851" fill="hold">
                            <p:stCondLst>
                              <p:cond delay="0"/>
                            </p:stCondLst>
                            <p:childTnLst>
                              <p:par>
                                <p:cTn id="852" nodeType="clickEffect" fill="hold" presetClass="entr" presetID="16" presetSubtype="21">
                                  <p:stCondLst>
                                    <p:cond delay="0"/>
                                  </p:stCondLst>
                                  <p:childTnLst>
                                    <p:set>
                                      <p:cBhvr>
                                        <p:cTn id="853" dur="1" fill="hold">
                                          <p:stCondLst>
                                            <p:cond delay="0"/>
                                          </p:stCondLst>
                                        </p:cTn>
                                        <p:tgtEl>
                                          <p:spTgt spid="846"/>
                                        </p:tgtEl>
                                        <p:attrNameLst>
                                          <p:attrName>style.visibility</p:attrName>
                                        </p:attrNameLst>
                                      </p:cBhvr>
                                      <p:to>
                                        <p:strVal val="visible"/>
                                      </p:to>
                                    </p:set>
                                    <p:animEffect filter="barn(inVertical)" transition="in">
                                      <p:cBhvr additive="repl">
                                        <p:cTn id="854" dur="500"/>
                                        <p:tgtEl>
                                          <p:spTgt spid="846"/>
                                        </p:tgtEl>
                                      </p:cBhvr>
                                    </p:animEffect>
                                  </p:childTnLst>
                                </p:cTn>
                              </p:par>
                              <p:par>
                                <p:cTn id="855" nodeType="withEffect" fill="hold" presetClass="entr" presetID="16" presetSubtype="21">
                                  <p:stCondLst>
                                    <p:cond delay="0"/>
                                  </p:stCondLst>
                                  <p:childTnLst>
                                    <p:set>
                                      <p:cBhvr>
                                        <p:cTn id="856" dur="1" fill="hold">
                                          <p:stCondLst>
                                            <p:cond delay="0"/>
                                          </p:stCondLst>
                                        </p:cTn>
                                        <p:tgtEl>
                                          <p:spTgt spid="845"/>
                                        </p:tgtEl>
                                        <p:attrNameLst>
                                          <p:attrName>style.visibility</p:attrName>
                                        </p:attrNameLst>
                                      </p:cBhvr>
                                      <p:to>
                                        <p:strVal val="visible"/>
                                      </p:to>
                                    </p:set>
                                    <p:animEffect filter="barn(inVertical)" transition="in">
                                      <p:cBhvr additive="repl">
                                        <p:cTn id="857" dur="500"/>
                                        <p:tgtEl>
                                          <p:spTgt spid="845"/>
                                        </p:tgtEl>
                                      </p:cBhvr>
                                    </p:animEffect>
                                  </p:childTnLst>
                                </p:cTn>
                              </p:par>
                              <p:par>
                                <p:cTn id="858" nodeType="withEffect" fill="hold" presetClass="emph" presetID="1" presetSubtype="2">
                                  <p:stCondLst>
                                    <p:cond delay="0"/>
                                  </p:stCondLst>
                                  <p:childTnLst>
                                    <p:animClr clrSpc="rgb">
                                      <p:cBhvr>
                                        <p:cTn id="859" dur="500" fill="hold"/>
                                        <p:tgtEl>
                                          <p:spTgt spid="844"/>
                                        </p:tgtEl>
                                        <p:attrNameLst>
                                          <p:attrName>fillcolor</p:attrName>
                                        </p:attrNameLst>
                                      </p:cBhvr>
                                      <p:to>
                                        <a:srgbClr val="8a80e4"/>
                                      </p:to>
                                    </p:animClr>
                                    <p:set>
                                      <p:cBhvr>
                                        <p:cTn id="860" dur="500" fill="hold"/>
                                        <p:tgtEl>
                                          <p:spTgt spid="844"/>
                                        </p:tgtEl>
                                        <p:attrNameLst>
                                          <p:attrName>fill.type</p:attrName>
                                        </p:attrNameLst>
                                      </p:cBhvr>
                                      <p:to>
                                        <p:strVal val="solid"/>
                                      </p:to>
                                    </p:set>
                                    <p:set>
                                      <p:cBhvr>
                                        <p:cTn id="861" dur="500" fill="hold"/>
                                        <p:tgtEl>
                                          <p:spTgt spid="844"/>
                                        </p:tgtEl>
                                        <p:attrNameLst>
                                          <p:attrName>fill.on</p:attrName>
                                        </p:attrNameLst>
                                      </p:cBhvr>
                                      <p:to>
                                        <p:strVal val="true"/>
                                      </p:to>
                                    </p:set>
                                  </p:childTnLst>
                                </p:cTn>
                              </p:par>
                              <p:par>
                                <p:cTn id="862" nodeType="withEffect" fill="hold" presetClass="emph" presetID="1" presetSubtype="2">
                                  <p:stCondLst>
                                    <p:cond delay="0"/>
                                  </p:stCondLst>
                                  <p:childTnLst>
                                    <p:animClr clrSpc="rgb">
                                      <p:cBhvr>
                                        <p:cTn id="863" dur="500" fill="hold"/>
                                        <p:tgtEl>
                                          <p:spTgt spid="848"/>
                                        </p:tgtEl>
                                        <p:attrNameLst>
                                          <p:attrName>fillcolor</p:attrName>
                                        </p:attrNameLst>
                                      </p:cBhvr>
                                      <p:to>
                                        <a:srgbClr val="95b3d7"/>
                                      </p:to>
                                    </p:animClr>
                                    <p:set>
                                      <p:cBhvr>
                                        <p:cTn id="864" dur="500" fill="hold"/>
                                        <p:tgtEl>
                                          <p:spTgt spid="848"/>
                                        </p:tgtEl>
                                        <p:attrNameLst>
                                          <p:attrName>fill.type</p:attrName>
                                        </p:attrNameLst>
                                      </p:cBhvr>
                                      <p:to>
                                        <p:strVal val="solid"/>
                                      </p:to>
                                    </p:set>
                                    <p:set>
                                      <p:cBhvr>
                                        <p:cTn id="865" dur="500" fill="hold"/>
                                        <p:tgtEl>
                                          <p:spTgt spid="848"/>
                                        </p:tgtEl>
                                        <p:attrNameLst>
                                          <p:attrName>fill.on</p:attrName>
                                        </p:attrNameLst>
                                      </p:cBhvr>
                                      <p:to>
                                        <p:strVal val="true"/>
                                      </p:to>
                                    </p:set>
                                  </p:childTnLst>
                                </p:cTn>
                              </p:par>
                              <p:par>
                                <p:cTn id="866" nodeType="withEffect" fill="hold" presetClass="emph" presetID="1" presetSubtype="2">
                                  <p:stCondLst>
                                    <p:cond delay="0"/>
                                  </p:stCondLst>
                                  <p:childTnLst>
                                    <p:animClr clrSpc="rgb">
                                      <p:cBhvr>
                                        <p:cTn id="867" dur="500" fill="hold"/>
                                        <p:tgtEl>
                                          <p:spTgt spid="852"/>
                                        </p:tgtEl>
                                        <p:attrNameLst>
                                          <p:attrName>fillcolor</p:attrName>
                                        </p:attrNameLst>
                                      </p:cBhvr>
                                      <p:to>
                                        <a:srgbClr val="95b3d7"/>
                                      </p:to>
                                    </p:animClr>
                                    <p:set>
                                      <p:cBhvr>
                                        <p:cTn id="868" dur="500" fill="hold"/>
                                        <p:tgtEl>
                                          <p:spTgt spid="852"/>
                                        </p:tgtEl>
                                        <p:attrNameLst>
                                          <p:attrName>fill.type</p:attrName>
                                        </p:attrNameLst>
                                      </p:cBhvr>
                                      <p:to>
                                        <p:strVal val="solid"/>
                                      </p:to>
                                    </p:set>
                                    <p:set>
                                      <p:cBhvr>
                                        <p:cTn id="869" dur="500" fill="hold"/>
                                        <p:tgtEl>
                                          <p:spTgt spid="852"/>
                                        </p:tgtEl>
                                        <p:attrNameLst>
                                          <p:attrName>fill.on</p:attrName>
                                        </p:attrNameLst>
                                      </p:cBhvr>
                                      <p:to>
                                        <p:strVal val="true"/>
                                      </p:to>
                                    </p:set>
                                  </p:childTnLst>
                                </p:cTn>
                              </p:par>
                              <p:par>
                                <p:cTn id="870" nodeType="withEffect" fill="hold" presetClass="emph" presetID="1" presetSubtype="2">
                                  <p:stCondLst>
                                    <p:cond delay="0"/>
                                  </p:stCondLst>
                                  <p:childTnLst>
                                    <p:animClr clrSpc="rgb">
                                      <p:cBhvr>
                                        <p:cTn id="871" dur="500" fill="hold"/>
                                        <p:tgtEl>
                                          <p:spTgt spid="856"/>
                                        </p:tgtEl>
                                        <p:attrNameLst>
                                          <p:attrName>fillcolor</p:attrName>
                                        </p:attrNameLst>
                                      </p:cBhvr>
                                      <p:to>
                                        <a:srgbClr val="95b3d7"/>
                                      </p:to>
                                    </p:animClr>
                                    <p:set>
                                      <p:cBhvr>
                                        <p:cTn id="872" dur="500" fill="hold"/>
                                        <p:tgtEl>
                                          <p:spTgt spid="856"/>
                                        </p:tgtEl>
                                        <p:attrNameLst>
                                          <p:attrName>fill.type</p:attrName>
                                        </p:attrNameLst>
                                      </p:cBhvr>
                                      <p:to>
                                        <p:strVal val="solid"/>
                                      </p:to>
                                    </p:set>
                                    <p:set>
                                      <p:cBhvr>
                                        <p:cTn id="873" dur="500" fill="hold"/>
                                        <p:tgtEl>
                                          <p:spTgt spid="856"/>
                                        </p:tgtEl>
                                        <p:attrNameLst>
                                          <p:attrName>fill.on</p:attrName>
                                        </p:attrNameLst>
                                      </p:cBhvr>
                                      <p:to>
                                        <p:strVal val="true"/>
                                      </p:to>
                                    </p:set>
                                  </p:childTnLst>
                                </p:cTn>
                              </p:par>
                              <p:par>
                                <p:cTn id="874" nodeType="withEffect" fill="hold" presetClass="exit" presetID="10">
                                  <p:stCondLst>
                                    <p:cond delay="0"/>
                                  </p:stCondLst>
                                  <p:childTnLst>
                                    <p:animEffect filter="fade" transition="out">
                                      <p:cBhvr additive="repl">
                                        <p:cTn id="875" dur="500"/>
                                        <p:tgtEl>
                                          <p:spTgt spid="850"/>
                                        </p:tgtEl>
                                      </p:cBhvr>
                                    </p:animEffect>
                                    <p:set>
                                      <p:cBhvr>
                                        <p:cTn id="876" dur="1" fill="hold">
                                          <p:stCondLst>
                                            <p:cond delay="499"/>
                                          </p:stCondLst>
                                        </p:cTn>
                                        <p:tgtEl>
                                          <p:spTgt spid="850"/>
                                        </p:tgtEl>
                                        <p:attrNameLst>
                                          <p:attrName>style.visibility</p:attrName>
                                        </p:attrNameLst>
                                      </p:cBhvr>
                                      <p:to>
                                        <p:strVal val="hidden"/>
                                      </p:to>
                                    </p:set>
                                  </p:childTnLst>
                                </p:cTn>
                              </p:par>
                              <p:par>
                                <p:cTn id="877" nodeType="withEffect" fill="hold" presetClass="exit" presetID="10">
                                  <p:stCondLst>
                                    <p:cond delay="0"/>
                                  </p:stCondLst>
                                  <p:childTnLst>
                                    <p:animEffect filter="fade" transition="out">
                                      <p:cBhvr additive="repl">
                                        <p:cTn id="878" dur="500"/>
                                        <p:tgtEl>
                                          <p:spTgt spid="849"/>
                                        </p:tgtEl>
                                      </p:cBhvr>
                                    </p:animEffect>
                                    <p:set>
                                      <p:cBhvr>
                                        <p:cTn id="879" dur="1" fill="hold">
                                          <p:stCondLst>
                                            <p:cond delay="499"/>
                                          </p:stCondLst>
                                        </p:cTn>
                                        <p:tgtEl>
                                          <p:spTgt spid="849"/>
                                        </p:tgtEl>
                                        <p:attrNameLst>
                                          <p:attrName>style.visibility</p:attrName>
                                        </p:attrNameLst>
                                      </p:cBhvr>
                                      <p:to>
                                        <p:strVal val="hidden"/>
                                      </p:to>
                                    </p:set>
                                  </p:childTnLst>
                                </p:cTn>
                              </p:par>
                              <p:par>
                                <p:cTn id="880" nodeType="withEffect" fill="hold" presetClass="exit" presetID="10">
                                  <p:stCondLst>
                                    <p:cond delay="0"/>
                                  </p:stCondLst>
                                  <p:childTnLst>
                                    <p:animEffect filter="fade" transition="out">
                                      <p:cBhvr additive="repl">
                                        <p:cTn id="881" dur="500"/>
                                        <p:tgtEl>
                                          <p:spTgt spid="854"/>
                                        </p:tgtEl>
                                      </p:cBhvr>
                                    </p:animEffect>
                                    <p:set>
                                      <p:cBhvr>
                                        <p:cTn id="882" dur="1" fill="hold">
                                          <p:stCondLst>
                                            <p:cond delay="499"/>
                                          </p:stCondLst>
                                        </p:cTn>
                                        <p:tgtEl>
                                          <p:spTgt spid="854"/>
                                        </p:tgtEl>
                                        <p:attrNameLst>
                                          <p:attrName>style.visibility</p:attrName>
                                        </p:attrNameLst>
                                      </p:cBhvr>
                                      <p:to>
                                        <p:strVal val="hidden"/>
                                      </p:to>
                                    </p:set>
                                  </p:childTnLst>
                                </p:cTn>
                              </p:par>
                              <p:par>
                                <p:cTn id="883" nodeType="withEffect" fill="hold" presetClass="exit" presetID="10">
                                  <p:stCondLst>
                                    <p:cond delay="0"/>
                                  </p:stCondLst>
                                  <p:childTnLst>
                                    <p:animEffect filter="fade" transition="out">
                                      <p:cBhvr additive="repl">
                                        <p:cTn id="884" dur="500"/>
                                        <p:tgtEl>
                                          <p:spTgt spid="853"/>
                                        </p:tgtEl>
                                      </p:cBhvr>
                                    </p:animEffect>
                                    <p:set>
                                      <p:cBhvr>
                                        <p:cTn id="885" dur="1" fill="hold">
                                          <p:stCondLst>
                                            <p:cond delay="499"/>
                                          </p:stCondLst>
                                        </p:cTn>
                                        <p:tgtEl>
                                          <p:spTgt spid="853"/>
                                        </p:tgtEl>
                                        <p:attrNameLst>
                                          <p:attrName>style.visibility</p:attrName>
                                        </p:attrNameLst>
                                      </p:cBhvr>
                                      <p:to>
                                        <p:strVal val="hidden"/>
                                      </p:to>
                                    </p:set>
                                  </p:childTnLst>
                                </p:cTn>
                              </p:par>
                              <p:par>
                                <p:cTn id="886" nodeType="withEffect" fill="hold" presetClass="exit" presetID="10">
                                  <p:stCondLst>
                                    <p:cond delay="0"/>
                                  </p:stCondLst>
                                  <p:childTnLst>
                                    <p:animEffect filter="fade" transition="out">
                                      <p:cBhvr additive="repl">
                                        <p:cTn id="887" dur="500"/>
                                        <p:tgtEl>
                                          <p:spTgt spid="858"/>
                                        </p:tgtEl>
                                      </p:cBhvr>
                                    </p:animEffect>
                                    <p:set>
                                      <p:cBhvr>
                                        <p:cTn id="888" dur="1" fill="hold">
                                          <p:stCondLst>
                                            <p:cond delay="499"/>
                                          </p:stCondLst>
                                        </p:cTn>
                                        <p:tgtEl>
                                          <p:spTgt spid="858"/>
                                        </p:tgtEl>
                                        <p:attrNameLst>
                                          <p:attrName>style.visibility</p:attrName>
                                        </p:attrNameLst>
                                      </p:cBhvr>
                                      <p:to>
                                        <p:strVal val="hidden"/>
                                      </p:to>
                                    </p:set>
                                  </p:childTnLst>
                                </p:cTn>
                              </p:par>
                              <p:par>
                                <p:cTn id="889" nodeType="withEffect" fill="hold" presetClass="exit" presetID="10">
                                  <p:stCondLst>
                                    <p:cond delay="0"/>
                                  </p:stCondLst>
                                  <p:childTnLst>
                                    <p:animEffect filter="fade" transition="out">
                                      <p:cBhvr additive="repl">
                                        <p:cTn id="890" dur="500"/>
                                        <p:tgtEl>
                                          <p:spTgt spid="857"/>
                                        </p:tgtEl>
                                      </p:cBhvr>
                                    </p:animEffect>
                                    <p:set>
                                      <p:cBhvr>
                                        <p:cTn id="891" dur="1" fill="hold">
                                          <p:stCondLst>
                                            <p:cond delay="499"/>
                                          </p:stCondLst>
                                        </p:cTn>
                                        <p:tgtEl>
                                          <p:spTgt spid="8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892" restart="whenNotActive" nodeType="interactiveSeq" fill="hold">
                <p:stCondLst>
                  <p:cond delay="0" evt="onClick">
                    <p:tgtEl>
                      <p:spTgt spid="846"/>
                    </p:tgtEl>
                  </p:cond>
                </p:stCondLst>
                <p:childTnLst>
                  <p:par>
                    <p:cTn id="893" fill="hold">
                      <p:stCondLst>
                        <p:cond delay="0" evt="onClick">
                          <p:tgtEl>
                            <p:spTgt spid="846"/>
                          </p:tgtEl>
                        </p:cond>
                      </p:stCondLst>
                      <p:childTnLst>
                        <p:par>
                          <p:cTn id="894" fill="hold">
                            <p:stCondLst>
                              <p:cond delay="0"/>
                            </p:stCondLst>
                            <p:childTnLst>
                              <p:par>
                                <p:cTn id="895" nodeType="clickEffect" fill="hold" presetClass="exit" presetID="9">
                                  <p:stCondLst>
                                    <p:cond delay="0"/>
                                  </p:stCondLst>
                                  <p:childTnLst>
                                    <p:animEffect filter="dissolve" transition="out">
                                      <p:cBhvr additive="repl">
                                        <p:cTn id="896" dur="500"/>
                                        <p:tgtEl>
                                          <p:spTgt spid="846"/>
                                        </p:tgtEl>
                                      </p:cBhvr>
                                    </p:animEffect>
                                    <p:set>
                                      <p:cBhvr>
                                        <p:cTn id="897" dur="1" fill="hold">
                                          <p:stCondLst>
                                            <p:cond delay="499"/>
                                          </p:stCondLst>
                                        </p:cTn>
                                        <p:tgtEl>
                                          <p:spTgt spid="846"/>
                                        </p:tgtEl>
                                        <p:attrNameLst>
                                          <p:attrName>style.visibility</p:attrName>
                                        </p:attrNameLst>
                                      </p:cBhvr>
                                      <p:to>
                                        <p:strVal val="hidden"/>
                                      </p:to>
                                    </p:set>
                                  </p:childTnLst>
                                </p:cTn>
                              </p:par>
                              <p:par>
                                <p:cTn id="898" nodeType="withEffect" fill="hold" presetClass="exit" presetID="9">
                                  <p:stCondLst>
                                    <p:cond delay="0"/>
                                  </p:stCondLst>
                                  <p:childTnLst>
                                    <p:animEffect filter="dissolve" transition="out">
                                      <p:cBhvr additive="repl">
                                        <p:cTn id="899" dur="500"/>
                                        <p:tgtEl>
                                          <p:spTgt spid="845"/>
                                        </p:tgtEl>
                                      </p:cBhvr>
                                    </p:animEffect>
                                    <p:set>
                                      <p:cBhvr>
                                        <p:cTn id="900" dur="1" fill="hold">
                                          <p:stCondLst>
                                            <p:cond delay="499"/>
                                          </p:stCondLst>
                                        </p:cTn>
                                        <p:tgtEl>
                                          <p:spTgt spid="845"/>
                                        </p:tgtEl>
                                        <p:attrNameLst>
                                          <p:attrName>style.visibility</p:attrName>
                                        </p:attrNameLst>
                                      </p:cBhvr>
                                      <p:to>
                                        <p:strVal val="hidden"/>
                                      </p:to>
                                    </p:set>
                                  </p:childTnLst>
                                </p:cTn>
                              </p:par>
                              <p:par>
                                <p:cTn id="901" nodeType="withEffect" fill="hold" presetClass="emph" presetID="1" presetSubtype="2">
                                  <p:stCondLst>
                                    <p:cond delay="0"/>
                                  </p:stCondLst>
                                  <p:childTnLst>
                                    <p:animClr clrSpc="rgb">
                                      <p:cBhvr>
                                        <p:cTn id="902" dur="500" fill="hold"/>
                                        <p:tgtEl>
                                          <p:spTgt spid="844"/>
                                        </p:tgtEl>
                                        <p:attrNameLst>
                                          <p:attrName>fillcolor</p:attrName>
                                        </p:attrNameLst>
                                      </p:cBhvr>
                                      <p:to>
                                        <a:srgbClr val="95b3d7"/>
                                      </p:to>
                                    </p:animClr>
                                    <p:set>
                                      <p:cBhvr>
                                        <p:cTn id="903" dur="500" fill="hold"/>
                                        <p:tgtEl>
                                          <p:spTgt spid="844"/>
                                        </p:tgtEl>
                                        <p:attrNameLst>
                                          <p:attrName>fill.type</p:attrName>
                                        </p:attrNameLst>
                                      </p:cBhvr>
                                      <p:to>
                                        <p:strVal val="solid"/>
                                      </p:to>
                                    </p:set>
                                    <p:set>
                                      <p:cBhvr>
                                        <p:cTn id="904" dur="500" fill="hold"/>
                                        <p:tgtEl>
                                          <p:spTgt spid="84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905" restart="whenNotActive" nodeType="interactiveSeq" fill="hold">
                <p:stCondLst>
                  <p:cond delay="0" evt="onClick">
                    <p:tgtEl>
                      <p:spTgt spid="847"/>
                    </p:tgtEl>
                  </p:cond>
                </p:stCondLst>
                <p:childTnLst>
                  <p:par>
                    <p:cTn id="906" fill="hold">
                      <p:stCondLst>
                        <p:cond delay="0" evt="onClick">
                          <p:tgtEl>
                            <p:spTgt spid="847"/>
                          </p:tgtEl>
                        </p:cond>
                      </p:stCondLst>
                      <p:childTnLst>
                        <p:par>
                          <p:cTn id="907" fill="hold">
                            <p:stCondLst>
                              <p:cond delay="0"/>
                            </p:stCondLst>
                            <p:childTnLst>
                              <p:par>
                                <p:cTn id="908" nodeType="clickEffect" fill="hold" presetClass="entr" presetID="16" presetSubtype="21">
                                  <p:stCondLst>
                                    <p:cond delay="0"/>
                                  </p:stCondLst>
                                  <p:childTnLst>
                                    <p:set>
                                      <p:cBhvr>
                                        <p:cTn id="909" dur="1" fill="hold">
                                          <p:stCondLst>
                                            <p:cond delay="0"/>
                                          </p:stCondLst>
                                        </p:cTn>
                                        <p:tgtEl>
                                          <p:spTgt spid="850"/>
                                        </p:tgtEl>
                                        <p:attrNameLst>
                                          <p:attrName>style.visibility</p:attrName>
                                        </p:attrNameLst>
                                      </p:cBhvr>
                                      <p:to>
                                        <p:strVal val="visible"/>
                                      </p:to>
                                    </p:set>
                                    <p:animEffect filter="barn(inVertical)" transition="in">
                                      <p:cBhvr additive="repl">
                                        <p:cTn id="910" dur="500"/>
                                        <p:tgtEl>
                                          <p:spTgt spid="850"/>
                                        </p:tgtEl>
                                      </p:cBhvr>
                                    </p:animEffect>
                                  </p:childTnLst>
                                </p:cTn>
                              </p:par>
                              <p:par>
                                <p:cTn id="911" nodeType="withEffect" fill="hold" presetClass="entr" presetID="16" presetSubtype="21">
                                  <p:stCondLst>
                                    <p:cond delay="0"/>
                                  </p:stCondLst>
                                  <p:childTnLst>
                                    <p:set>
                                      <p:cBhvr>
                                        <p:cTn id="912" dur="1" fill="hold">
                                          <p:stCondLst>
                                            <p:cond delay="0"/>
                                          </p:stCondLst>
                                        </p:cTn>
                                        <p:tgtEl>
                                          <p:spTgt spid="849"/>
                                        </p:tgtEl>
                                        <p:attrNameLst>
                                          <p:attrName>style.visibility</p:attrName>
                                        </p:attrNameLst>
                                      </p:cBhvr>
                                      <p:to>
                                        <p:strVal val="visible"/>
                                      </p:to>
                                    </p:set>
                                    <p:animEffect filter="barn(inVertical)" transition="in">
                                      <p:cBhvr additive="repl">
                                        <p:cTn id="913" dur="500"/>
                                        <p:tgtEl>
                                          <p:spTgt spid="849"/>
                                        </p:tgtEl>
                                      </p:cBhvr>
                                    </p:animEffect>
                                  </p:childTnLst>
                                </p:cTn>
                              </p:par>
                              <p:par>
                                <p:cTn id="914" nodeType="withEffect" fill="hold" presetClass="emph" presetID="1" presetSubtype="2">
                                  <p:stCondLst>
                                    <p:cond delay="0"/>
                                  </p:stCondLst>
                                  <p:childTnLst>
                                    <p:animClr clrSpc="rgb">
                                      <p:cBhvr>
                                        <p:cTn id="915" dur="500" fill="hold"/>
                                        <p:tgtEl>
                                          <p:spTgt spid="848"/>
                                        </p:tgtEl>
                                        <p:attrNameLst>
                                          <p:attrName>fillcolor</p:attrName>
                                        </p:attrNameLst>
                                      </p:cBhvr>
                                      <p:to>
                                        <a:srgbClr val="8a80e4"/>
                                      </p:to>
                                    </p:animClr>
                                    <p:set>
                                      <p:cBhvr>
                                        <p:cTn id="916" dur="500" fill="hold"/>
                                        <p:tgtEl>
                                          <p:spTgt spid="848"/>
                                        </p:tgtEl>
                                        <p:attrNameLst>
                                          <p:attrName>fill.type</p:attrName>
                                        </p:attrNameLst>
                                      </p:cBhvr>
                                      <p:to>
                                        <p:strVal val="solid"/>
                                      </p:to>
                                    </p:set>
                                    <p:set>
                                      <p:cBhvr>
                                        <p:cTn id="917" dur="500" fill="hold"/>
                                        <p:tgtEl>
                                          <p:spTgt spid="848"/>
                                        </p:tgtEl>
                                        <p:attrNameLst>
                                          <p:attrName>fill.on</p:attrName>
                                        </p:attrNameLst>
                                      </p:cBhvr>
                                      <p:to>
                                        <p:strVal val="true"/>
                                      </p:to>
                                    </p:set>
                                  </p:childTnLst>
                                </p:cTn>
                              </p:par>
                              <p:par>
                                <p:cTn id="918" nodeType="withEffect" fill="hold" presetClass="emph" presetID="1" presetSubtype="2">
                                  <p:stCondLst>
                                    <p:cond delay="0"/>
                                  </p:stCondLst>
                                  <p:childTnLst>
                                    <p:animClr clrSpc="rgb">
                                      <p:cBhvr>
                                        <p:cTn id="919" dur="500" fill="hold"/>
                                        <p:tgtEl>
                                          <p:spTgt spid="844"/>
                                        </p:tgtEl>
                                        <p:attrNameLst>
                                          <p:attrName>fillcolor</p:attrName>
                                        </p:attrNameLst>
                                      </p:cBhvr>
                                      <p:to>
                                        <a:srgbClr val="95b3d7"/>
                                      </p:to>
                                    </p:animClr>
                                    <p:set>
                                      <p:cBhvr>
                                        <p:cTn id="920" dur="500" fill="hold"/>
                                        <p:tgtEl>
                                          <p:spTgt spid="844"/>
                                        </p:tgtEl>
                                        <p:attrNameLst>
                                          <p:attrName>fill.type</p:attrName>
                                        </p:attrNameLst>
                                      </p:cBhvr>
                                      <p:to>
                                        <p:strVal val="solid"/>
                                      </p:to>
                                    </p:set>
                                    <p:set>
                                      <p:cBhvr>
                                        <p:cTn id="921" dur="500" fill="hold"/>
                                        <p:tgtEl>
                                          <p:spTgt spid="844"/>
                                        </p:tgtEl>
                                        <p:attrNameLst>
                                          <p:attrName>fill.on</p:attrName>
                                        </p:attrNameLst>
                                      </p:cBhvr>
                                      <p:to>
                                        <p:strVal val="true"/>
                                      </p:to>
                                    </p:set>
                                  </p:childTnLst>
                                </p:cTn>
                              </p:par>
                              <p:par>
                                <p:cTn id="922" nodeType="withEffect" fill="hold" presetClass="emph" presetID="1" presetSubtype="2">
                                  <p:stCondLst>
                                    <p:cond delay="0"/>
                                  </p:stCondLst>
                                  <p:childTnLst>
                                    <p:animClr clrSpc="rgb">
                                      <p:cBhvr>
                                        <p:cTn id="923" dur="500" fill="hold"/>
                                        <p:tgtEl>
                                          <p:spTgt spid="852"/>
                                        </p:tgtEl>
                                        <p:attrNameLst>
                                          <p:attrName>fillcolor</p:attrName>
                                        </p:attrNameLst>
                                      </p:cBhvr>
                                      <p:to>
                                        <a:srgbClr val="95b3d7"/>
                                      </p:to>
                                    </p:animClr>
                                    <p:set>
                                      <p:cBhvr>
                                        <p:cTn id="924" dur="500" fill="hold"/>
                                        <p:tgtEl>
                                          <p:spTgt spid="852"/>
                                        </p:tgtEl>
                                        <p:attrNameLst>
                                          <p:attrName>fill.type</p:attrName>
                                        </p:attrNameLst>
                                      </p:cBhvr>
                                      <p:to>
                                        <p:strVal val="solid"/>
                                      </p:to>
                                    </p:set>
                                    <p:set>
                                      <p:cBhvr>
                                        <p:cTn id="925" dur="500" fill="hold"/>
                                        <p:tgtEl>
                                          <p:spTgt spid="852"/>
                                        </p:tgtEl>
                                        <p:attrNameLst>
                                          <p:attrName>fill.on</p:attrName>
                                        </p:attrNameLst>
                                      </p:cBhvr>
                                      <p:to>
                                        <p:strVal val="true"/>
                                      </p:to>
                                    </p:set>
                                  </p:childTnLst>
                                </p:cTn>
                              </p:par>
                              <p:par>
                                <p:cTn id="926" nodeType="withEffect" fill="hold" presetClass="emph" presetID="1" presetSubtype="2">
                                  <p:stCondLst>
                                    <p:cond delay="0"/>
                                  </p:stCondLst>
                                  <p:childTnLst>
                                    <p:animClr clrSpc="rgb">
                                      <p:cBhvr>
                                        <p:cTn id="927" dur="500" fill="hold"/>
                                        <p:tgtEl>
                                          <p:spTgt spid="856"/>
                                        </p:tgtEl>
                                        <p:attrNameLst>
                                          <p:attrName>fillcolor</p:attrName>
                                        </p:attrNameLst>
                                      </p:cBhvr>
                                      <p:to>
                                        <a:srgbClr val="95b3d7"/>
                                      </p:to>
                                    </p:animClr>
                                    <p:set>
                                      <p:cBhvr>
                                        <p:cTn id="928" dur="500" fill="hold"/>
                                        <p:tgtEl>
                                          <p:spTgt spid="856"/>
                                        </p:tgtEl>
                                        <p:attrNameLst>
                                          <p:attrName>fill.type</p:attrName>
                                        </p:attrNameLst>
                                      </p:cBhvr>
                                      <p:to>
                                        <p:strVal val="solid"/>
                                      </p:to>
                                    </p:set>
                                    <p:set>
                                      <p:cBhvr>
                                        <p:cTn id="929" dur="500" fill="hold"/>
                                        <p:tgtEl>
                                          <p:spTgt spid="856"/>
                                        </p:tgtEl>
                                        <p:attrNameLst>
                                          <p:attrName>fill.on</p:attrName>
                                        </p:attrNameLst>
                                      </p:cBhvr>
                                      <p:to>
                                        <p:strVal val="true"/>
                                      </p:to>
                                    </p:set>
                                  </p:childTnLst>
                                </p:cTn>
                              </p:par>
                              <p:par>
                                <p:cTn id="930" nodeType="withEffect" fill="hold" presetClass="exit" presetID="10">
                                  <p:stCondLst>
                                    <p:cond delay="0"/>
                                  </p:stCondLst>
                                  <p:childTnLst>
                                    <p:animEffect filter="fade" transition="out">
                                      <p:cBhvr additive="repl">
                                        <p:cTn id="931" dur="500"/>
                                        <p:tgtEl>
                                          <p:spTgt spid="846"/>
                                        </p:tgtEl>
                                      </p:cBhvr>
                                    </p:animEffect>
                                    <p:set>
                                      <p:cBhvr>
                                        <p:cTn id="932" dur="1" fill="hold">
                                          <p:stCondLst>
                                            <p:cond delay="499"/>
                                          </p:stCondLst>
                                        </p:cTn>
                                        <p:tgtEl>
                                          <p:spTgt spid="846"/>
                                        </p:tgtEl>
                                        <p:attrNameLst>
                                          <p:attrName>style.visibility</p:attrName>
                                        </p:attrNameLst>
                                      </p:cBhvr>
                                      <p:to>
                                        <p:strVal val="hidden"/>
                                      </p:to>
                                    </p:set>
                                  </p:childTnLst>
                                </p:cTn>
                              </p:par>
                              <p:par>
                                <p:cTn id="933" nodeType="withEffect" fill="hold" presetClass="exit" presetID="10">
                                  <p:stCondLst>
                                    <p:cond delay="0"/>
                                  </p:stCondLst>
                                  <p:childTnLst>
                                    <p:animEffect filter="fade" transition="out">
                                      <p:cBhvr additive="repl">
                                        <p:cTn id="934" dur="500"/>
                                        <p:tgtEl>
                                          <p:spTgt spid="845"/>
                                        </p:tgtEl>
                                      </p:cBhvr>
                                    </p:animEffect>
                                    <p:set>
                                      <p:cBhvr>
                                        <p:cTn id="935" dur="1" fill="hold">
                                          <p:stCondLst>
                                            <p:cond delay="499"/>
                                          </p:stCondLst>
                                        </p:cTn>
                                        <p:tgtEl>
                                          <p:spTgt spid="845"/>
                                        </p:tgtEl>
                                        <p:attrNameLst>
                                          <p:attrName>style.visibility</p:attrName>
                                        </p:attrNameLst>
                                      </p:cBhvr>
                                      <p:to>
                                        <p:strVal val="hidden"/>
                                      </p:to>
                                    </p:set>
                                  </p:childTnLst>
                                </p:cTn>
                              </p:par>
                              <p:par>
                                <p:cTn id="936" nodeType="withEffect" fill="hold" presetClass="exit" presetID="10">
                                  <p:stCondLst>
                                    <p:cond delay="0"/>
                                  </p:stCondLst>
                                  <p:childTnLst>
                                    <p:animEffect filter="fade" transition="out">
                                      <p:cBhvr additive="repl">
                                        <p:cTn id="937" dur="500"/>
                                        <p:tgtEl>
                                          <p:spTgt spid="854"/>
                                        </p:tgtEl>
                                      </p:cBhvr>
                                    </p:animEffect>
                                    <p:set>
                                      <p:cBhvr>
                                        <p:cTn id="938" dur="1" fill="hold">
                                          <p:stCondLst>
                                            <p:cond delay="499"/>
                                          </p:stCondLst>
                                        </p:cTn>
                                        <p:tgtEl>
                                          <p:spTgt spid="854"/>
                                        </p:tgtEl>
                                        <p:attrNameLst>
                                          <p:attrName>style.visibility</p:attrName>
                                        </p:attrNameLst>
                                      </p:cBhvr>
                                      <p:to>
                                        <p:strVal val="hidden"/>
                                      </p:to>
                                    </p:set>
                                  </p:childTnLst>
                                </p:cTn>
                              </p:par>
                              <p:par>
                                <p:cTn id="939" nodeType="withEffect" fill="hold" presetClass="exit" presetID="10">
                                  <p:stCondLst>
                                    <p:cond delay="0"/>
                                  </p:stCondLst>
                                  <p:childTnLst>
                                    <p:animEffect filter="fade" transition="out">
                                      <p:cBhvr additive="repl">
                                        <p:cTn id="940" dur="500"/>
                                        <p:tgtEl>
                                          <p:spTgt spid="853"/>
                                        </p:tgtEl>
                                      </p:cBhvr>
                                    </p:animEffect>
                                    <p:set>
                                      <p:cBhvr>
                                        <p:cTn id="941" dur="1" fill="hold">
                                          <p:stCondLst>
                                            <p:cond delay="499"/>
                                          </p:stCondLst>
                                        </p:cTn>
                                        <p:tgtEl>
                                          <p:spTgt spid="853"/>
                                        </p:tgtEl>
                                        <p:attrNameLst>
                                          <p:attrName>style.visibility</p:attrName>
                                        </p:attrNameLst>
                                      </p:cBhvr>
                                      <p:to>
                                        <p:strVal val="hidden"/>
                                      </p:to>
                                    </p:set>
                                  </p:childTnLst>
                                </p:cTn>
                              </p:par>
                              <p:par>
                                <p:cTn id="942" nodeType="withEffect" fill="hold" presetClass="exit" presetID="10">
                                  <p:stCondLst>
                                    <p:cond delay="0"/>
                                  </p:stCondLst>
                                  <p:childTnLst>
                                    <p:animEffect filter="fade" transition="out">
                                      <p:cBhvr additive="repl">
                                        <p:cTn id="943" dur="500"/>
                                        <p:tgtEl>
                                          <p:spTgt spid="858"/>
                                        </p:tgtEl>
                                      </p:cBhvr>
                                    </p:animEffect>
                                    <p:set>
                                      <p:cBhvr>
                                        <p:cTn id="944" dur="1" fill="hold">
                                          <p:stCondLst>
                                            <p:cond delay="499"/>
                                          </p:stCondLst>
                                        </p:cTn>
                                        <p:tgtEl>
                                          <p:spTgt spid="858"/>
                                        </p:tgtEl>
                                        <p:attrNameLst>
                                          <p:attrName>style.visibility</p:attrName>
                                        </p:attrNameLst>
                                      </p:cBhvr>
                                      <p:to>
                                        <p:strVal val="hidden"/>
                                      </p:to>
                                    </p:set>
                                  </p:childTnLst>
                                </p:cTn>
                              </p:par>
                              <p:par>
                                <p:cTn id="945" nodeType="withEffect" fill="hold" presetClass="exit" presetID="10">
                                  <p:stCondLst>
                                    <p:cond delay="0"/>
                                  </p:stCondLst>
                                  <p:childTnLst>
                                    <p:animEffect filter="fade" transition="out">
                                      <p:cBhvr additive="repl">
                                        <p:cTn id="946" dur="500"/>
                                        <p:tgtEl>
                                          <p:spTgt spid="857"/>
                                        </p:tgtEl>
                                      </p:cBhvr>
                                    </p:animEffect>
                                    <p:set>
                                      <p:cBhvr>
                                        <p:cTn id="947" dur="1" fill="hold">
                                          <p:stCondLst>
                                            <p:cond delay="499"/>
                                          </p:stCondLst>
                                        </p:cTn>
                                        <p:tgtEl>
                                          <p:spTgt spid="8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948" restart="whenNotActive" nodeType="interactiveSeq" fill="hold">
                <p:stCondLst>
                  <p:cond delay="0" evt="onClick">
                    <p:tgtEl>
                      <p:spTgt spid="850"/>
                    </p:tgtEl>
                  </p:cond>
                </p:stCondLst>
                <p:childTnLst>
                  <p:par>
                    <p:cTn id="949" fill="hold">
                      <p:stCondLst>
                        <p:cond delay="0" evt="onClick">
                          <p:tgtEl>
                            <p:spTgt spid="850"/>
                          </p:tgtEl>
                        </p:cond>
                      </p:stCondLst>
                      <p:childTnLst>
                        <p:par>
                          <p:cTn id="950" fill="hold">
                            <p:stCondLst>
                              <p:cond delay="0"/>
                            </p:stCondLst>
                            <p:childTnLst>
                              <p:par>
                                <p:cTn id="951" nodeType="clickEffect" fill="hold" presetClass="exit" presetID="9">
                                  <p:stCondLst>
                                    <p:cond delay="0"/>
                                  </p:stCondLst>
                                  <p:childTnLst>
                                    <p:animEffect filter="dissolve" transition="out">
                                      <p:cBhvr additive="repl">
                                        <p:cTn id="952" dur="500"/>
                                        <p:tgtEl>
                                          <p:spTgt spid="850"/>
                                        </p:tgtEl>
                                      </p:cBhvr>
                                    </p:animEffect>
                                    <p:set>
                                      <p:cBhvr>
                                        <p:cTn id="953" dur="1" fill="hold">
                                          <p:stCondLst>
                                            <p:cond delay="499"/>
                                          </p:stCondLst>
                                        </p:cTn>
                                        <p:tgtEl>
                                          <p:spTgt spid="850"/>
                                        </p:tgtEl>
                                        <p:attrNameLst>
                                          <p:attrName>style.visibility</p:attrName>
                                        </p:attrNameLst>
                                      </p:cBhvr>
                                      <p:to>
                                        <p:strVal val="hidden"/>
                                      </p:to>
                                    </p:set>
                                  </p:childTnLst>
                                </p:cTn>
                              </p:par>
                              <p:par>
                                <p:cTn id="954" nodeType="withEffect" fill="hold" presetClass="exit" presetID="9">
                                  <p:stCondLst>
                                    <p:cond delay="0"/>
                                  </p:stCondLst>
                                  <p:childTnLst>
                                    <p:animEffect filter="dissolve" transition="out">
                                      <p:cBhvr additive="repl">
                                        <p:cTn id="955" dur="500"/>
                                        <p:tgtEl>
                                          <p:spTgt spid="849"/>
                                        </p:tgtEl>
                                      </p:cBhvr>
                                    </p:animEffect>
                                    <p:set>
                                      <p:cBhvr>
                                        <p:cTn id="956" dur="1" fill="hold">
                                          <p:stCondLst>
                                            <p:cond delay="499"/>
                                          </p:stCondLst>
                                        </p:cTn>
                                        <p:tgtEl>
                                          <p:spTgt spid="849"/>
                                        </p:tgtEl>
                                        <p:attrNameLst>
                                          <p:attrName>style.visibility</p:attrName>
                                        </p:attrNameLst>
                                      </p:cBhvr>
                                      <p:to>
                                        <p:strVal val="hidden"/>
                                      </p:to>
                                    </p:set>
                                  </p:childTnLst>
                                </p:cTn>
                              </p:par>
                              <p:par>
                                <p:cTn id="957" nodeType="withEffect" fill="hold" presetClass="emph" presetID="1" presetSubtype="2">
                                  <p:stCondLst>
                                    <p:cond delay="0"/>
                                  </p:stCondLst>
                                  <p:childTnLst>
                                    <p:animClr clrSpc="rgb">
                                      <p:cBhvr>
                                        <p:cTn id="958" dur="500" fill="hold"/>
                                        <p:tgtEl>
                                          <p:spTgt spid="848"/>
                                        </p:tgtEl>
                                        <p:attrNameLst>
                                          <p:attrName>fillcolor</p:attrName>
                                        </p:attrNameLst>
                                      </p:cBhvr>
                                      <p:to>
                                        <a:srgbClr val="95b3d7"/>
                                      </p:to>
                                    </p:animClr>
                                    <p:set>
                                      <p:cBhvr>
                                        <p:cTn id="959" dur="500" fill="hold"/>
                                        <p:tgtEl>
                                          <p:spTgt spid="848"/>
                                        </p:tgtEl>
                                        <p:attrNameLst>
                                          <p:attrName>fill.type</p:attrName>
                                        </p:attrNameLst>
                                      </p:cBhvr>
                                      <p:to>
                                        <p:strVal val="solid"/>
                                      </p:to>
                                    </p:set>
                                    <p:set>
                                      <p:cBhvr>
                                        <p:cTn id="960" dur="500" fill="hold"/>
                                        <p:tgtEl>
                                          <p:spTgt spid="848"/>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961" restart="whenNotActive" nodeType="interactiveSeq" fill="hold">
                <p:stCondLst>
                  <p:cond delay="0" evt="onClick">
                    <p:tgtEl>
                      <p:spTgt spid="851"/>
                    </p:tgtEl>
                  </p:cond>
                </p:stCondLst>
                <p:childTnLst>
                  <p:par>
                    <p:cTn id="962" fill="hold">
                      <p:stCondLst>
                        <p:cond delay="0" evt="onClick">
                          <p:tgtEl>
                            <p:spTgt spid="851"/>
                          </p:tgtEl>
                        </p:cond>
                      </p:stCondLst>
                      <p:childTnLst>
                        <p:par>
                          <p:cTn id="963" fill="hold">
                            <p:stCondLst>
                              <p:cond delay="0"/>
                            </p:stCondLst>
                            <p:childTnLst>
                              <p:par>
                                <p:cTn id="964" nodeType="clickEffect" fill="hold" presetClass="entr" presetID="16" presetSubtype="21">
                                  <p:stCondLst>
                                    <p:cond delay="0"/>
                                  </p:stCondLst>
                                  <p:childTnLst>
                                    <p:set>
                                      <p:cBhvr>
                                        <p:cTn id="965" dur="1" fill="hold">
                                          <p:stCondLst>
                                            <p:cond delay="0"/>
                                          </p:stCondLst>
                                        </p:cTn>
                                        <p:tgtEl>
                                          <p:spTgt spid="854"/>
                                        </p:tgtEl>
                                        <p:attrNameLst>
                                          <p:attrName>style.visibility</p:attrName>
                                        </p:attrNameLst>
                                      </p:cBhvr>
                                      <p:to>
                                        <p:strVal val="visible"/>
                                      </p:to>
                                    </p:set>
                                    <p:animEffect filter="barn(inVertical)" transition="in">
                                      <p:cBhvr additive="repl">
                                        <p:cTn id="966" dur="500"/>
                                        <p:tgtEl>
                                          <p:spTgt spid="854"/>
                                        </p:tgtEl>
                                      </p:cBhvr>
                                    </p:animEffect>
                                  </p:childTnLst>
                                </p:cTn>
                              </p:par>
                              <p:par>
                                <p:cTn id="967" nodeType="withEffect" fill="hold" presetClass="entr" presetID="16" presetSubtype="21">
                                  <p:stCondLst>
                                    <p:cond delay="0"/>
                                  </p:stCondLst>
                                  <p:childTnLst>
                                    <p:set>
                                      <p:cBhvr>
                                        <p:cTn id="968" dur="1" fill="hold">
                                          <p:stCondLst>
                                            <p:cond delay="0"/>
                                          </p:stCondLst>
                                        </p:cTn>
                                        <p:tgtEl>
                                          <p:spTgt spid="853"/>
                                        </p:tgtEl>
                                        <p:attrNameLst>
                                          <p:attrName>style.visibility</p:attrName>
                                        </p:attrNameLst>
                                      </p:cBhvr>
                                      <p:to>
                                        <p:strVal val="visible"/>
                                      </p:to>
                                    </p:set>
                                    <p:animEffect filter="barn(inVertical)" transition="in">
                                      <p:cBhvr additive="repl">
                                        <p:cTn id="969" dur="500"/>
                                        <p:tgtEl>
                                          <p:spTgt spid="853"/>
                                        </p:tgtEl>
                                      </p:cBhvr>
                                    </p:animEffect>
                                  </p:childTnLst>
                                </p:cTn>
                              </p:par>
                              <p:par>
                                <p:cTn id="970" nodeType="withEffect" fill="hold" presetClass="emph" presetID="1" presetSubtype="2">
                                  <p:stCondLst>
                                    <p:cond delay="0"/>
                                  </p:stCondLst>
                                  <p:childTnLst>
                                    <p:animClr clrSpc="rgb">
                                      <p:cBhvr>
                                        <p:cTn id="971" dur="500" fill="hold"/>
                                        <p:tgtEl>
                                          <p:spTgt spid="852"/>
                                        </p:tgtEl>
                                        <p:attrNameLst>
                                          <p:attrName>fillcolor</p:attrName>
                                        </p:attrNameLst>
                                      </p:cBhvr>
                                      <p:to>
                                        <a:srgbClr val="8a80e4"/>
                                      </p:to>
                                    </p:animClr>
                                    <p:set>
                                      <p:cBhvr>
                                        <p:cTn id="972" dur="500" fill="hold"/>
                                        <p:tgtEl>
                                          <p:spTgt spid="852"/>
                                        </p:tgtEl>
                                        <p:attrNameLst>
                                          <p:attrName>fill.type</p:attrName>
                                        </p:attrNameLst>
                                      </p:cBhvr>
                                      <p:to>
                                        <p:strVal val="solid"/>
                                      </p:to>
                                    </p:set>
                                    <p:set>
                                      <p:cBhvr>
                                        <p:cTn id="973" dur="500" fill="hold"/>
                                        <p:tgtEl>
                                          <p:spTgt spid="852"/>
                                        </p:tgtEl>
                                        <p:attrNameLst>
                                          <p:attrName>fill.on</p:attrName>
                                        </p:attrNameLst>
                                      </p:cBhvr>
                                      <p:to>
                                        <p:strVal val="true"/>
                                      </p:to>
                                    </p:set>
                                  </p:childTnLst>
                                </p:cTn>
                              </p:par>
                              <p:par>
                                <p:cTn id="974" nodeType="withEffect" fill="hold" presetClass="emph" presetID="1" presetSubtype="2">
                                  <p:stCondLst>
                                    <p:cond delay="0"/>
                                  </p:stCondLst>
                                  <p:childTnLst>
                                    <p:animClr clrSpc="rgb">
                                      <p:cBhvr>
                                        <p:cTn id="975" dur="500" fill="hold"/>
                                        <p:tgtEl>
                                          <p:spTgt spid="844"/>
                                        </p:tgtEl>
                                        <p:attrNameLst>
                                          <p:attrName>fillcolor</p:attrName>
                                        </p:attrNameLst>
                                      </p:cBhvr>
                                      <p:to>
                                        <a:srgbClr val="95b3d7"/>
                                      </p:to>
                                    </p:animClr>
                                    <p:set>
                                      <p:cBhvr>
                                        <p:cTn id="976" dur="500" fill="hold"/>
                                        <p:tgtEl>
                                          <p:spTgt spid="844"/>
                                        </p:tgtEl>
                                        <p:attrNameLst>
                                          <p:attrName>fill.type</p:attrName>
                                        </p:attrNameLst>
                                      </p:cBhvr>
                                      <p:to>
                                        <p:strVal val="solid"/>
                                      </p:to>
                                    </p:set>
                                    <p:set>
                                      <p:cBhvr>
                                        <p:cTn id="977" dur="500" fill="hold"/>
                                        <p:tgtEl>
                                          <p:spTgt spid="844"/>
                                        </p:tgtEl>
                                        <p:attrNameLst>
                                          <p:attrName>fill.on</p:attrName>
                                        </p:attrNameLst>
                                      </p:cBhvr>
                                      <p:to>
                                        <p:strVal val="true"/>
                                      </p:to>
                                    </p:set>
                                  </p:childTnLst>
                                </p:cTn>
                              </p:par>
                              <p:par>
                                <p:cTn id="978" nodeType="withEffect" fill="hold" presetClass="emph" presetID="1" presetSubtype="2">
                                  <p:stCondLst>
                                    <p:cond delay="0"/>
                                  </p:stCondLst>
                                  <p:childTnLst>
                                    <p:animClr clrSpc="rgb">
                                      <p:cBhvr>
                                        <p:cTn id="979" dur="500" fill="hold"/>
                                        <p:tgtEl>
                                          <p:spTgt spid="848"/>
                                        </p:tgtEl>
                                        <p:attrNameLst>
                                          <p:attrName>fillcolor</p:attrName>
                                        </p:attrNameLst>
                                      </p:cBhvr>
                                      <p:to>
                                        <a:srgbClr val="95b3d7"/>
                                      </p:to>
                                    </p:animClr>
                                    <p:set>
                                      <p:cBhvr>
                                        <p:cTn id="980" dur="500" fill="hold"/>
                                        <p:tgtEl>
                                          <p:spTgt spid="848"/>
                                        </p:tgtEl>
                                        <p:attrNameLst>
                                          <p:attrName>fill.type</p:attrName>
                                        </p:attrNameLst>
                                      </p:cBhvr>
                                      <p:to>
                                        <p:strVal val="solid"/>
                                      </p:to>
                                    </p:set>
                                    <p:set>
                                      <p:cBhvr>
                                        <p:cTn id="981" dur="500" fill="hold"/>
                                        <p:tgtEl>
                                          <p:spTgt spid="848"/>
                                        </p:tgtEl>
                                        <p:attrNameLst>
                                          <p:attrName>fill.on</p:attrName>
                                        </p:attrNameLst>
                                      </p:cBhvr>
                                      <p:to>
                                        <p:strVal val="true"/>
                                      </p:to>
                                    </p:set>
                                  </p:childTnLst>
                                </p:cTn>
                              </p:par>
                              <p:par>
                                <p:cTn id="982" nodeType="withEffect" fill="hold" presetClass="emph" presetID="1" presetSubtype="2">
                                  <p:stCondLst>
                                    <p:cond delay="0"/>
                                  </p:stCondLst>
                                  <p:childTnLst>
                                    <p:animClr clrSpc="rgb">
                                      <p:cBhvr>
                                        <p:cTn id="983" dur="500" fill="hold"/>
                                        <p:tgtEl>
                                          <p:spTgt spid="856"/>
                                        </p:tgtEl>
                                        <p:attrNameLst>
                                          <p:attrName>fillcolor</p:attrName>
                                        </p:attrNameLst>
                                      </p:cBhvr>
                                      <p:to>
                                        <a:srgbClr val="95b3d7"/>
                                      </p:to>
                                    </p:animClr>
                                    <p:set>
                                      <p:cBhvr>
                                        <p:cTn id="984" dur="500" fill="hold"/>
                                        <p:tgtEl>
                                          <p:spTgt spid="856"/>
                                        </p:tgtEl>
                                        <p:attrNameLst>
                                          <p:attrName>fill.type</p:attrName>
                                        </p:attrNameLst>
                                      </p:cBhvr>
                                      <p:to>
                                        <p:strVal val="solid"/>
                                      </p:to>
                                    </p:set>
                                    <p:set>
                                      <p:cBhvr>
                                        <p:cTn id="985" dur="500" fill="hold"/>
                                        <p:tgtEl>
                                          <p:spTgt spid="856"/>
                                        </p:tgtEl>
                                        <p:attrNameLst>
                                          <p:attrName>fill.on</p:attrName>
                                        </p:attrNameLst>
                                      </p:cBhvr>
                                      <p:to>
                                        <p:strVal val="true"/>
                                      </p:to>
                                    </p:set>
                                  </p:childTnLst>
                                </p:cTn>
                              </p:par>
                              <p:par>
                                <p:cTn id="986" nodeType="withEffect" fill="hold" presetClass="exit" presetID="10">
                                  <p:stCondLst>
                                    <p:cond delay="0"/>
                                  </p:stCondLst>
                                  <p:childTnLst>
                                    <p:animEffect filter="fade" transition="out">
                                      <p:cBhvr additive="repl">
                                        <p:cTn id="987" dur="500"/>
                                        <p:tgtEl>
                                          <p:spTgt spid="846"/>
                                        </p:tgtEl>
                                      </p:cBhvr>
                                    </p:animEffect>
                                    <p:set>
                                      <p:cBhvr>
                                        <p:cTn id="988" dur="1" fill="hold">
                                          <p:stCondLst>
                                            <p:cond delay="499"/>
                                          </p:stCondLst>
                                        </p:cTn>
                                        <p:tgtEl>
                                          <p:spTgt spid="846"/>
                                        </p:tgtEl>
                                        <p:attrNameLst>
                                          <p:attrName>style.visibility</p:attrName>
                                        </p:attrNameLst>
                                      </p:cBhvr>
                                      <p:to>
                                        <p:strVal val="hidden"/>
                                      </p:to>
                                    </p:set>
                                  </p:childTnLst>
                                </p:cTn>
                              </p:par>
                              <p:par>
                                <p:cTn id="989" nodeType="withEffect" fill="hold" presetClass="exit" presetID="10">
                                  <p:stCondLst>
                                    <p:cond delay="0"/>
                                  </p:stCondLst>
                                  <p:childTnLst>
                                    <p:animEffect filter="fade" transition="out">
                                      <p:cBhvr additive="repl">
                                        <p:cTn id="990" dur="500"/>
                                        <p:tgtEl>
                                          <p:spTgt spid="845"/>
                                        </p:tgtEl>
                                      </p:cBhvr>
                                    </p:animEffect>
                                    <p:set>
                                      <p:cBhvr>
                                        <p:cTn id="991" dur="1" fill="hold">
                                          <p:stCondLst>
                                            <p:cond delay="499"/>
                                          </p:stCondLst>
                                        </p:cTn>
                                        <p:tgtEl>
                                          <p:spTgt spid="845"/>
                                        </p:tgtEl>
                                        <p:attrNameLst>
                                          <p:attrName>style.visibility</p:attrName>
                                        </p:attrNameLst>
                                      </p:cBhvr>
                                      <p:to>
                                        <p:strVal val="hidden"/>
                                      </p:to>
                                    </p:set>
                                  </p:childTnLst>
                                </p:cTn>
                              </p:par>
                              <p:par>
                                <p:cTn id="992" nodeType="withEffect" fill="hold" presetClass="exit" presetID="10">
                                  <p:stCondLst>
                                    <p:cond delay="0"/>
                                  </p:stCondLst>
                                  <p:childTnLst>
                                    <p:animEffect filter="fade" transition="out">
                                      <p:cBhvr additive="repl">
                                        <p:cTn id="993" dur="500"/>
                                        <p:tgtEl>
                                          <p:spTgt spid="850"/>
                                        </p:tgtEl>
                                      </p:cBhvr>
                                    </p:animEffect>
                                    <p:set>
                                      <p:cBhvr>
                                        <p:cTn id="994" dur="1" fill="hold">
                                          <p:stCondLst>
                                            <p:cond delay="499"/>
                                          </p:stCondLst>
                                        </p:cTn>
                                        <p:tgtEl>
                                          <p:spTgt spid="850"/>
                                        </p:tgtEl>
                                        <p:attrNameLst>
                                          <p:attrName>style.visibility</p:attrName>
                                        </p:attrNameLst>
                                      </p:cBhvr>
                                      <p:to>
                                        <p:strVal val="hidden"/>
                                      </p:to>
                                    </p:set>
                                  </p:childTnLst>
                                </p:cTn>
                              </p:par>
                              <p:par>
                                <p:cTn id="995" nodeType="withEffect" fill="hold" presetClass="exit" presetID="10">
                                  <p:stCondLst>
                                    <p:cond delay="0"/>
                                  </p:stCondLst>
                                  <p:childTnLst>
                                    <p:animEffect filter="fade" transition="out">
                                      <p:cBhvr additive="repl">
                                        <p:cTn id="996" dur="500"/>
                                        <p:tgtEl>
                                          <p:spTgt spid="849"/>
                                        </p:tgtEl>
                                      </p:cBhvr>
                                    </p:animEffect>
                                    <p:set>
                                      <p:cBhvr>
                                        <p:cTn id="997" dur="1" fill="hold">
                                          <p:stCondLst>
                                            <p:cond delay="499"/>
                                          </p:stCondLst>
                                        </p:cTn>
                                        <p:tgtEl>
                                          <p:spTgt spid="849"/>
                                        </p:tgtEl>
                                        <p:attrNameLst>
                                          <p:attrName>style.visibility</p:attrName>
                                        </p:attrNameLst>
                                      </p:cBhvr>
                                      <p:to>
                                        <p:strVal val="hidden"/>
                                      </p:to>
                                    </p:set>
                                  </p:childTnLst>
                                </p:cTn>
                              </p:par>
                              <p:par>
                                <p:cTn id="998" nodeType="withEffect" fill="hold" presetClass="exit" presetID="10">
                                  <p:stCondLst>
                                    <p:cond delay="0"/>
                                  </p:stCondLst>
                                  <p:childTnLst>
                                    <p:animEffect filter="fade" transition="out">
                                      <p:cBhvr additive="repl">
                                        <p:cTn id="999" dur="500"/>
                                        <p:tgtEl>
                                          <p:spTgt spid="858"/>
                                        </p:tgtEl>
                                      </p:cBhvr>
                                    </p:animEffect>
                                    <p:set>
                                      <p:cBhvr>
                                        <p:cTn id="1000" dur="1" fill="hold">
                                          <p:stCondLst>
                                            <p:cond delay="499"/>
                                          </p:stCondLst>
                                        </p:cTn>
                                        <p:tgtEl>
                                          <p:spTgt spid="858"/>
                                        </p:tgtEl>
                                        <p:attrNameLst>
                                          <p:attrName>style.visibility</p:attrName>
                                        </p:attrNameLst>
                                      </p:cBhvr>
                                      <p:to>
                                        <p:strVal val="hidden"/>
                                      </p:to>
                                    </p:set>
                                  </p:childTnLst>
                                </p:cTn>
                              </p:par>
                              <p:par>
                                <p:cTn id="1001" nodeType="withEffect" fill="hold" presetClass="exit" presetID="10">
                                  <p:stCondLst>
                                    <p:cond delay="0"/>
                                  </p:stCondLst>
                                  <p:childTnLst>
                                    <p:animEffect filter="fade" transition="out">
                                      <p:cBhvr additive="repl">
                                        <p:cTn id="1002" dur="500"/>
                                        <p:tgtEl>
                                          <p:spTgt spid="857"/>
                                        </p:tgtEl>
                                      </p:cBhvr>
                                    </p:animEffect>
                                    <p:set>
                                      <p:cBhvr>
                                        <p:cTn id="1003" dur="1" fill="hold">
                                          <p:stCondLst>
                                            <p:cond delay="499"/>
                                          </p:stCondLst>
                                        </p:cTn>
                                        <p:tgtEl>
                                          <p:spTgt spid="85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004" restart="whenNotActive" nodeType="interactiveSeq" fill="hold">
                <p:stCondLst>
                  <p:cond delay="0" evt="onClick">
                    <p:tgtEl>
                      <p:spTgt spid="854"/>
                    </p:tgtEl>
                  </p:cond>
                </p:stCondLst>
                <p:childTnLst>
                  <p:par>
                    <p:cTn id="1005" fill="hold">
                      <p:stCondLst>
                        <p:cond delay="0" evt="onClick">
                          <p:tgtEl>
                            <p:spTgt spid="854"/>
                          </p:tgtEl>
                        </p:cond>
                      </p:stCondLst>
                      <p:childTnLst>
                        <p:par>
                          <p:cTn id="1006" fill="hold">
                            <p:stCondLst>
                              <p:cond delay="0"/>
                            </p:stCondLst>
                            <p:childTnLst>
                              <p:par>
                                <p:cTn id="1007" nodeType="clickEffect" fill="hold" presetClass="exit" presetID="9">
                                  <p:stCondLst>
                                    <p:cond delay="0"/>
                                  </p:stCondLst>
                                  <p:childTnLst>
                                    <p:animEffect filter="dissolve" transition="out">
                                      <p:cBhvr additive="repl">
                                        <p:cTn id="1008" dur="500"/>
                                        <p:tgtEl>
                                          <p:spTgt spid="854"/>
                                        </p:tgtEl>
                                      </p:cBhvr>
                                    </p:animEffect>
                                    <p:set>
                                      <p:cBhvr>
                                        <p:cTn id="1009" dur="1" fill="hold">
                                          <p:stCondLst>
                                            <p:cond delay="499"/>
                                          </p:stCondLst>
                                        </p:cTn>
                                        <p:tgtEl>
                                          <p:spTgt spid="854"/>
                                        </p:tgtEl>
                                        <p:attrNameLst>
                                          <p:attrName>style.visibility</p:attrName>
                                        </p:attrNameLst>
                                      </p:cBhvr>
                                      <p:to>
                                        <p:strVal val="hidden"/>
                                      </p:to>
                                    </p:set>
                                  </p:childTnLst>
                                </p:cTn>
                              </p:par>
                              <p:par>
                                <p:cTn id="1010" nodeType="withEffect" fill="hold" presetClass="exit" presetID="9">
                                  <p:stCondLst>
                                    <p:cond delay="0"/>
                                  </p:stCondLst>
                                  <p:childTnLst>
                                    <p:animEffect filter="dissolve" transition="out">
                                      <p:cBhvr additive="repl">
                                        <p:cTn id="1011" dur="500"/>
                                        <p:tgtEl>
                                          <p:spTgt spid="853"/>
                                        </p:tgtEl>
                                      </p:cBhvr>
                                    </p:animEffect>
                                    <p:set>
                                      <p:cBhvr>
                                        <p:cTn id="1012" dur="1" fill="hold">
                                          <p:stCondLst>
                                            <p:cond delay="499"/>
                                          </p:stCondLst>
                                        </p:cTn>
                                        <p:tgtEl>
                                          <p:spTgt spid="853"/>
                                        </p:tgtEl>
                                        <p:attrNameLst>
                                          <p:attrName>style.visibility</p:attrName>
                                        </p:attrNameLst>
                                      </p:cBhvr>
                                      <p:to>
                                        <p:strVal val="hidden"/>
                                      </p:to>
                                    </p:set>
                                  </p:childTnLst>
                                </p:cTn>
                              </p:par>
                              <p:par>
                                <p:cTn id="1013" nodeType="withEffect" fill="hold" presetClass="emph" presetID="1" presetSubtype="2">
                                  <p:stCondLst>
                                    <p:cond delay="0"/>
                                  </p:stCondLst>
                                  <p:childTnLst>
                                    <p:animClr clrSpc="rgb">
                                      <p:cBhvr>
                                        <p:cTn id="1014" dur="500" fill="hold"/>
                                        <p:tgtEl>
                                          <p:spTgt spid="852"/>
                                        </p:tgtEl>
                                        <p:attrNameLst>
                                          <p:attrName>fillcolor</p:attrName>
                                        </p:attrNameLst>
                                      </p:cBhvr>
                                      <p:to>
                                        <a:srgbClr val="95b3d7"/>
                                      </p:to>
                                    </p:animClr>
                                    <p:set>
                                      <p:cBhvr>
                                        <p:cTn id="1015" dur="500" fill="hold"/>
                                        <p:tgtEl>
                                          <p:spTgt spid="852"/>
                                        </p:tgtEl>
                                        <p:attrNameLst>
                                          <p:attrName>fill.type</p:attrName>
                                        </p:attrNameLst>
                                      </p:cBhvr>
                                      <p:to>
                                        <p:strVal val="solid"/>
                                      </p:to>
                                    </p:set>
                                    <p:set>
                                      <p:cBhvr>
                                        <p:cTn id="1016" dur="500" fill="hold"/>
                                        <p:tgtEl>
                                          <p:spTgt spid="85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017" restart="whenNotActive" nodeType="interactiveSeq" fill="hold">
                <p:stCondLst>
                  <p:cond delay="0" evt="onClick">
                    <p:tgtEl>
                      <p:spTgt spid="855"/>
                    </p:tgtEl>
                  </p:cond>
                </p:stCondLst>
                <p:childTnLst>
                  <p:par>
                    <p:cTn id="1018" fill="hold">
                      <p:stCondLst>
                        <p:cond delay="0" evt="onClick">
                          <p:tgtEl>
                            <p:spTgt spid="855"/>
                          </p:tgtEl>
                        </p:cond>
                      </p:stCondLst>
                      <p:childTnLst>
                        <p:par>
                          <p:cTn id="1019" fill="hold">
                            <p:stCondLst>
                              <p:cond delay="0"/>
                            </p:stCondLst>
                            <p:childTnLst>
                              <p:par>
                                <p:cTn id="1020" nodeType="clickEffect" fill="hold" presetClass="entr" presetID="16" presetSubtype="21">
                                  <p:stCondLst>
                                    <p:cond delay="0"/>
                                  </p:stCondLst>
                                  <p:childTnLst>
                                    <p:set>
                                      <p:cBhvr>
                                        <p:cTn id="1021" dur="1" fill="hold">
                                          <p:stCondLst>
                                            <p:cond delay="0"/>
                                          </p:stCondLst>
                                        </p:cTn>
                                        <p:tgtEl>
                                          <p:spTgt spid="858"/>
                                        </p:tgtEl>
                                        <p:attrNameLst>
                                          <p:attrName>style.visibility</p:attrName>
                                        </p:attrNameLst>
                                      </p:cBhvr>
                                      <p:to>
                                        <p:strVal val="visible"/>
                                      </p:to>
                                    </p:set>
                                    <p:animEffect filter="barn(inVertical)" transition="in">
                                      <p:cBhvr additive="repl">
                                        <p:cTn id="1022" dur="500"/>
                                        <p:tgtEl>
                                          <p:spTgt spid="858"/>
                                        </p:tgtEl>
                                      </p:cBhvr>
                                    </p:animEffect>
                                  </p:childTnLst>
                                </p:cTn>
                              </p:par>
                              <p:par>
                                <p:cTn id="1023" nodeType="withEffect" fill="hold" presetClass="entr" presetID="16" presetSubtype="21">
                                  <p:stCondLst>
                                    <p:cond delay="0"/>
                                  </p:stCondLst>
                                  <p:childTnLst>
                                    <p:set>
                                      <p:cBhvr>
                                        <p:cTn id="1024" dur="1" fill="hold">
                                          <p:stCondLst>
                                            <p:cond delay="0"/>
                                          </p:stCondLst>
                                        </p:cTn>
                                        <p:tgtEl>
                                          <p:spTgt spid="857"/>
                                        </p:tgtEl>
                                        <p:attrNameLst>
                                          <p:attrName>style.visibility</p:attrName>
                                        </p:attrNameLst>
                                      </p:cBhvr>
                                      <p:to>
                                        <p:strVal val="visible"/>
                                      </p:to>
                                    </p:set>
                                    <p:animEffect filter="barn(inVertical)" transition="in">
                                      <p:cBhvr additive="repl">
                                        <p:cTn id="1025" dur="500"/>
                                        <p:tgtEl>
                                          <p:spTgt spid="857"/>
                                        </p:tgtEl>
                                      </p:cBhvr>
                                    </p:animEffect>
                                  </p:childTnLst>
                                </p:cTn>
                              </p:par>
                              <p:par>
                                <p:cTn id="1026" nodeType="withEffect" fill="hold" presetClass="emph" presetID="1" presetSubtype="2">
                                  <p:stCondLst>
                                    <p:cond delay="0"/>
                                  </p:stCondLst>
                                  <p:childTnLst>
                                    <p:animClr clrSpc="rgb">
                                      <p:cBhvr>
                                        <p:cTn id="1027" dur="500" fill="hold"/>
                                        <p:tgtEl>
                                          <p:spTgt spid="856"/>
                                        </p:tgtEl>
                                        <p:attrNameLst>
                                          <p:attrName>fillcolor</p:attrName>
                                        </p:attrNameLst>
                                      </p:cBhvr>
                                      <p:to>
                                        <a:srgbClr val="8a80e4"/>
                                      </p:to>
                                    </p:animClr>
                                    <p:set>
                                      <p:cBhvr>
                                        <p:cTn id="1028" dur="500" fill="hold"/>
                                        <p:tgtEl>
                                          <p:spTgt spid="856"/>
                                        </p:tgtEl>
                                        <p:attrNameLst>
                                          <p:attrName>fill.type</p:attrName>
                                        </p:attrNameLst>
                                      </p:cBhvr>
                                      <p:to>
                                        <p:strVal val="solid"/>
                                      </p:to>
                                    </p:set>
                                    <p:set>
                                      <p:cBhvr>
                                        <p:cTn id="1029" dur="500" fill="hold"/>
                                        <p:tgtEl>
                                          <p:spTgt spid="856"/>
                                        </p:tgtEl>
                                        <p:attrNameLst>
                                          <p:attrName>fill.on</p:attrName>
                                        </p:attrNameLst>
                                      </p:cBhvr>
                                      <p:to>
                                        <p:strVal val="true"/>
                                      </p:to>
                                    </p:set>
                                  </p:childTnLst>
                                </p:cTn>
                              </p:par>
                              <p:par>
                                <p:cTn id="1030" nodeType="withEffect" fill="hold" presetClass="emph" presetID="1" presetSubtype="2">
                                  <p:stCondLst>
                                    <p:cond delay="0"/>
                                  </p:stCondLst>
                                  <p:childTnLst>
                                    <p:animClr clrSpc="rgb">
                                      <p:cBhvr>
                                        <p:cTn id="1031" dur="500" fill="hold"/>
                                        <p:tgtEl>
                                          <p:spTgt spid="844"/>
                                        </p:tgtEl>
                                        <p:attrNameLst>
                                          <p:attrName>fillcolor</p:attrName>
                                        </p:attrNameLst>
                                      </p:cBhvr>
                                      <p:to>
                                        <a:srgbClr val="95b3d7"/>
                                      </p:to>
                                    </p:animClr>
                                    <p:set>
                                      <p:cBhvr>
                                        <p:cTn id="1032" dur="500" fill="hold"/>
                                        <p:tgtEl>
                                          <p:spTgt spid="844"/>
                                        </p:tgtEl>
                                        <p:attrNameLst>
                                          <p:attrName>fill.type</p:attrName>
                                        </p:attrNameLst>
                                      </p:cBhvr>
                                      <p:to>
                                        <p:strVal val="solid"/>
                                      </p:to>
                                    </p:set>
                                    <p:set>
                                      <p:cBhvr>
                                        <p:cTn id="1033" dur="500" fill="hold"/>
                                        <p:tgtEl>
                                          <p:spTgt spid="844"/>
                                        </p:tgtEl>
                                        <p:attrNameLst>
                                          <p:attrName>fill.on</p:attrName>
                                        </p:attrNameLst>
                                      </p:cBhvr>
                                      <p:to>
                                        <p:strVal val="true"/>
                                      </p:to>
                                    </p:set>
                                  </p:childTnLst>
                                </p:cTn>
                              </p:par>
                              <p:par>
                                <p:cTn id="1034" nodeType="withEffect" fill="hold" presetClass="emph" presetID="1" presetSubtype="2">
                                  <p:stCondLst>
                                    <p:cond delay="0"/>
                                  </p:stCondLst>
                                  <p:childTnLst>
                                    <p:animClr clrSpc="rgb">
                                      <p:cBhvr>
                                        <p:cTn id="1035" dur="500" fill="hold"/>
                                        <p:tgtEl>
                                          <p:spTgt spid="848"/>
                                        </p:tgtEl>
                                        <p:attrNameLst>
                                          <p:attrName>fillcolor</p:attrName>
                                        </p:attrNameLst>
                                      </p:cBhvr>
                                      <p:to>
                                        <a:srgbClr val="95b3d7"/>
                                      </p:to>
                                    </p:animClr>
                                    <p:set>
                                      <p:cBhvr>
                                        <p:cTn id="1036" dur="500" fill="hold"/>
                                        <p:tgtEl>
                                          <p:spTgt spid="848"/>
                                        </p:tgtEl>
                                        <p:attrNameLst>
                                          <p:attrName>fill.type</p:attrName>
                                        </p:attrNameLst>
                                      </p:cBhvr>
                                      <p:to>
                                        <p:strVal val="solid"/>
                                      </p:to>
                                    </p:set>
                                    <p:set>
                                      <p:cBhvr>
                                        <p:cTn id="1037" dur="500" fill="hold"/>
                                        <p:tgtEl>
                                          <p:spTgt spid="848"/>
                                        </p:tgtEl>
                                        <p:attrNameLst>
                                          <p:attrName>fill.on</p:attrName>
                                        </p:attrNameLst>
                                      </p:cBhvr>
                                      <p:to>
                                        <p:strVal val="true"/>
                                      </p:to>
                                    </p:set>
                                  </p:childTnLst>
                                </p:cTn>
                              </p:par>
                              <p:par>
                                <p:cTn id="1038" nodeType="withEffect" fill="hold" presetClass="emph" presetID="1" presetSubtype="2">
                                  <p:stCondLst>
                                    <p:cond delay="0"/>
                                  </p:stCondLst>
                                  <p:childTnLst>
                                    <p:animClr clrSpc="rgb">
                                      <p:cBhvr>
                                        <p:cTn id="1039" dur="500" fill="hold"/>
                                        <p:tgtEl>
                                          <p:spTgt spid="852"/>
                                        </p:tgtEl>
                                        <p:attrNameLst>
                                          <p:attrName>fillcolor</p:attrName>
                                        </p:attrNameLst>
                                      </p:cBhvr>
                                      <p:to>
                                        <a:srgbClr val="95b3d7"/>
                                      </p:to>
                                    </p:animClr>
                                    <p:set>
                                      <p:cBhvr>
                                        <p:cTn id="1040" dur="500" fill="hold"/>
                                        <p:tgtEl>
                                          <p:spTgt spid="852"/>
                                        </p:tgtEl>
                                        <p:attrNameLst>
                                          <p:attrName>fill.type</p:attrName>
                                        </p:attrNameLst>
                                      </p:cBhvr>
                                      <p:to>
                                        <p:strVal val="solid"/>
                                      </p:to>
                                    </p:set>
                                    <p:set>
                                      <p:cBhvr>
                                        <p:cTn id="1041" dur="500" fill="hold"/>
                                        <p:tgtEl>
                                          <p:spTgt spid="852"/>
                                        </p:tgtEl>
                                        <p:attrNameLst>
                                          <p:attrName>fill.on</p:attrName>
                                        </p:attrNameLst>
                                      </p:cBhvr>
                                      <p:to>
                                        <p:strVal val="true"/>
                                      </p:to>
                                    </p:set>
                                  </p:childTnLst>
                                </p:cTn>
                              </p:par>
                              <p:par>
                                <p:cTn id="1042" nodeType="withEffect" fill="hold" presetClass="exit" presetID="10">
                                  <p:stCondLst>
                                    <p:cond delay="0"/>
                                  </p:stCondLst>
                                  <p:childTnLst>
                                    <p:animEffect filter="fade" transition="out">
                                      <p:cBhvr additive="repl">
                                        <p:cTn id="1043" dur="500"/>
                                        <p:tgtEl>
                                          <p:spTgt spid="846"/>
                                        </p:tgtEl>
                                      </p:cBhvr>
                                    </p:animEffect>
                                    <p:set>
                                      <p:cBhvr>
                                        <p:cTn id="1044" dur="1" fill="hold">
                                          <p:stCondLst>
                                            <p:cond delay="499"/>
                                          </p:stCondLst>
                                        </p:cTn>
                                        <p:tgtEl>
                                          <p:spTgt spid="846"/>
                                        </p:tgtEl>
                                        <p:attrNameLst>
                                          <p:attrName>style.visibility</p:attrName>
                                        </p:attrNameLst>
                                      </p:cBhvr>
                                      <p:to>
                                        <p:strVal val="hidden"/>
                                      </p:to>
                                    </p:set>
                                  </p:childTnLst>
                                </p:cTn>
                              </p:par>
                              <p:par>
                                <p:cTn id="1045" nodeType="withEffect" fill="hold" presetClass="exit" presetID="10">
                                  <p:stCondLst>
                                    <p:cond delay="0"/>
                                  </p:stCondLst>
                                  <p:childTnLst>
                                    <p:animEffect filter="fade" transition="out">
                                      <p:cBhvr additive="repl">
                                        <p:cTn id="1046" dur="500"/>
                                        <p:tgtEl>
                                          <p:spTgt spid="845"/>
                                        </p:tgtEl>
                                      </p:cBhvr>
                                    </p:animEffect>
                                    <p:set>
                                      <p:cBhvr>
                                        <p:cTn id="1047" dur="1" fill="hold">
                                          <p:stCondLst>
                                            <p:cond delay="499"/>
                                          </p:stCondLst>
                                        </p:cTn>
                                        <p:tgtEl>
                                          <p:spTgt spid="845"/>
                                        </p:tgtEl>
                                        <p:attrNameLst>
                                          <p:attrName>style.visibility</p:attrName>
                                        </p:attrNameLst>
                                      </p:cBhvr>
                                      <p:to>
                                        <p:strVal val="hidden"/>
                                      </p:to>
                                    </p:set>
                                  </p:childTnLst>
                                </p:cTn>
                              </p:par>
                              <p:par>
                                <p:cTn id="1048" nodeType="withEffect" fill="hold" presetClass="exit" presetID="10">
                                  <p:stCondLst>
                                    <p:cond delay="0"/>
                                  </p:stCondLst>
                                  <p:childTnLst>
                                    <p:animEffect filter="fade" transition="out">
                                      <p:cBhvr additive="repl">
                                        <p:cTn id="1049" dur="500"/>
                                        <p:tgtEl>
                                          <p:spTgt spid="850"/>
                                        </p:tgtEl>
                                      </p:cBhvr>
                                    </p:animEffect>
                                    <p:set>
                                      <p:cBhvr>
                                        <p:cTn id="1050" dur="1" fill="hold">
                                          <p:stCondLst>
                                            <p:cond delay="499"/>
                                          </p:stCondLst>
                                        </p:cTn>
                                        <p:tgtEl>
                                          <p:spTgt spid="850"/>
                                        </p:tgtEl>
                                        <p:attrNameLst>
                                          <p:attrName>style.visibility</p:attrName>
                                        </p:attrNameLst>
                                      </p:cBhvr>
                                      <p:to>
                                        <p:strVal val="hidden"/>
                                      </p:to>
                                    </p:set>
                                  </p:childTnLst>
                                </p:cTn>
                              </p:par>
                              <p:par>
                                <p:cTn id="1051" nodeType="withEffect" fill="hold" presetClass="exit" presetID="10">
                                  <p:stCondLst>
                                    <p:cond delay="0"/>
                                  </p:stCondLst>
                                  <p:childTnLst>
                                    <p:animEffect filter="fade" transition="out">
                                      <p:cBhvr additive="repl">
                                        <p:cTn id="1052" dur="500"/>
                                        <p:tgtEl>
                                          <p:spTgt spid="849"/>
                                        </p:tgtEl>
                                      </p:cBhvr>
                                    </p:animEffect>
                                    <p:set>
                                      <p:cBhvr>
                                        <p:cTn id="1053" dur="1" fill="hold">
                                          <p:stCondLst>
                                            <p:cond delay="499"/>
                                          </p:stCondLst>
                                        </p:cTn>
                                        <p:tgtEl>
                                          <p:spTgt spid="849"/>
                                        </p:tgtEl>
                                        <p:attrNameLst>
                                          <p:attrName>style.visibility</p:attrName>
                                        </p:attrNameLst>
                                      </p:cBhvr>
                                      <p:to>
                                        <p:strVal val="hidden"/>
                                      </p:to>
                                    </p:set>
                                  </p:childTnLst>
                                </p:cTn>
                              </p:par>
                              <p:par>
                                <p:cTn id="1054" nodeType="withEffect" fill="hold" presetClass="exit" presetID="10">
                                  <p:stCondLst>
                                    <p:cond delay="0"/>
                                  </p:stCondLst>
                                  <p:childTnLst>
                                    <p:animEffect filter="fade" transition="out">
                                      <p:cBhvr additive="repl">
                                        <p:cTn id="1055" dur="500"/>
                                        <p:tgtEl>
                                          <p:spTgt spid="854"/>
                                        </p:tgtEl>
                                      </p:cBhvr>
                                    </p:animEffect>
                                    <p:set>
                                      <p:cBhvr>
                                        <p:cTn id="1056" dur="1" fill="hold">
                                          <p:stCondLst>
                                            <p:cond delay="499"/>
                                          </p:stCondLst>
                                        </p:cTn>
                                        <p:tgtEl>
                                          <p:spTgt spid="854"/>
                                        </p:tgtEl>
                                        <p:attrNameLst>
                                          <p:attrName>style.visibility</p:attrName>
                                        </p:attrNameLst>
                                      </p:cBhvr>
                                      <p:to>
                                        <p:strVal val="hidden"/>
                                      </p:to>
                                    </p:set>
                                  </p:childTnLst>
                                </p:cTn>
                              </p:par>
                              <p:par>
                                <p:cTn id="1057" nodeType="withEffect" fill="hold" presetClass="exit" presetID="10">
                                  <p:stCondLst>
                                    <p:cond delay="0"/>
                                  </p:stCondLst>
                                  <p:childTnLst>
                                    <p:animEffect filter="fade" transition="out">
                                      <p:cBhvr additive="repl">
                                        <p:cTn id="1058" dur="500"/>
                                        <p:tgtEl>
                                          <p:spTgt spid="853"/>
                                        </p:tgtEl>
                                      </p:cBhvr>
                                    </p:animEffect>
                                    <p:set>
                                      <p:cBhvr>
                                        <p:cTn id="1059" dur="1" fill="hold">
                                          <p:stCondLst>
                                            <p:cond delay="499"/>
                                          </p:stCondLst>
                                        </p:cTn>
                                        <p:tgtEl>
                                          <p:spTgt spid="85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060" restart="whenNotActive" nodeType="interactiveSeq" fill="hold">
                <p:stCondLst>
                  <p:cond delay="0" evt="onClick">
                    <p:tgtEl>
                      <p:spTgt spid="858"/>
                    </p:tgtEl>
                  </p:cond>
                </p:stCondLst>
                <p:childTnLst>
                  <p:par>
                    <p:cTn id="1061" fill="hold">
                      <p:stCondLst>
                        <p:cond delay="0" evt="onClick">
                          <p:tgtEl>
                            <p:spTgt spid="858"/>
                          </p:tgtEl>
                        </p:cond>
                      </p:stCondLst>
                      <p:childTnLst>
                        <p:par>
                          <p:cTn id="1062" fill="hold">
                            <p:stCondLst>
                              <p:cond delay="0"/>
                            </p:stCondLst>
                            <p:childTnLst>
                              <p:par>
                                <p:cTn id="1063" nodeType="clickEffect" fill="hold" presetClass="exit" presetID="9">
                                  <p:stCondLst>
                                    <p:cond delay="0"/>
                                  </p:stCondLst>
                                  <p:childTnLst>
                                    <p:animEffect filter="dissolve" transition="out">
                                      <p:cBhvr additive="repl">
                                        <p:cTn id="1064" dur="500"/>
                                        <p:tgtEl>
                                          <p:spTgt spid="858"/>
                                        </p:tgtEl>
                                      </p:cBhvr>
                                    </p:animEffect>
                                    <p:set>
                                      <p:cBhvr>
                                        <p:cTn id="1065" dur="1" fill="hold">
                                          <p:stCondLst>
                                            <p:cond delay="499"/>
                                          </p:stCondLst>
                                        </p:cTn>
                                        <p:tgtEl>
                                          <p:spTgt spid="858"/>
                                        </p:tgtEl>
                                        <p:attrNameLst>
                                          <p:attrName>style.visibility</p:attrName>
                                        </p:attrNameLst>
                                      </p:cBhvr>
                                      <p:to>
                                        <p:strVal val="hidden"/>
                                      </p:to>
                                    </p:set>
                                  </p:childTnLst>
                                </p:cTn>
                              </p:par>
                              <p:par>
                                <p:cTn id="1066" nodeType="withEffect" fill="hold" presetClass="exit" presetID="9">
                                  <p:stCondLst>
                                    <p:cond delay="0"/>
                                  </p:stCondLst>
                                  <p:childTnLst>
                                    <p:animEffect filter="dissolve" transition="out">
                                      <p:cBhvr additive="repl">
                                        <p:cTn id="1067" dur="500"/>
                                        <p:tgtEl>
                                          <p:spTgt spid="857"/>
                                        </p:tgtEl>
                                      </p:cBhvr>
                                    </p:animEffect>
                                    <p:set>
                                      <p:cBhvr>
                                        <p:cTn id="1068" dur="1" fill="hold">
                                          <p:stCondLst>
                                            <p:cond delay="499"/>
                                          </p:stCondLst>
                                        </p:cTn>
                                        <p:tgtEl>
                                          <p:spTgt spid="857"/>
                                        </p:tgtEl>
                                        <p:attrNameLst>
                                          <p:attrName>style.visibility</p:attrName>
                                        </p:attrNameLst>
                                      </p:cBhvr>
                                      <p:to>
                                        <p:strVal val="hidden"/>
                                      </p:to>
                                    </p:set>
                                  </p:childTnLst>
                                </p:cTn>
                              </p:par>
                              <p:par>
                                <p:cTn id="1069" nodeType="withEffect" fill="hold" presetClass="emph" presetID="1" presetSubtype="2">
                                  <p:stCondLst>
                                    <p:cond delay="0"/>
                                  </p:stCondLst>
                                  <p:childTnLst>
                                    <p:animClr clrSpc="rgb">
                                      <p:cBhvr>
                                        <p:cTn id="1070" dur="500" fill="hold"/>
                                        <p:tgtEl>
                                          <p:spTgt spid="856"/>
                                        </p:tgtEl>
                                        <p:attrNameLst>
                                          <p:attrName>fillcolor</p:attrName>
                                        </p:attrNameLst>
                                      </p:cBhvr>
                                      <p:to>
                                        <a:srgbClr val="95b3d7"/>
                                      </p:to>
                                    </p:animClr>
                                    <p:set>
                                      <p:cBhvr>
                                        <p:cTn id="1071" dur="500" fill="hold"/>
                                        <p:tgtEl>
                                          <p:spTgt spid="856"/>
                                        </p:tgtEl>
                                        <p:attrNameLst>
                                          <p:attrName>fill.type</p:attrName>
                                        </p:attrNameLst>
                                      </p:cBhvr>
                                      <p:to>
                                        <p:strVal val="solid"/>
                                      </p:to>
                                    </p:set>
                                    <p:set>
                                      <p:cBhvr>
                                        <p:cTn id="1072" dur="500" fill="hold"/>
                                        <p:tgtEl>
                                          <p:spTgt spid="85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860"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861"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type="title"/>
          </p:nvPr>
        </p:nvSpPr>
        <p:spPr>
          <a:xfrm>
            <a:off x="541440" y="477720"/>
            <a:ext cx="8570880" cy="43056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06</a:t>
            </a:r>
            <a:endParaRPr b="0" lang="pt-BR" sz="2800" spc="-1" strike="noStrike">
              <a:solidFill>
                <a:schemeClr val="dk1"/>
              </a:solidFill>
              <a:latin typeface="Arial"/>
            </a:endParaRPr>
          </a:p>
        </p:txBody>
      </p:sp>
      <p:sp>
        <p:nvSpPr>
          <p:cNvPr id="863" name="PlaceHolder 2"/>
          <p:cNvSpPr>
            <a:spLocks noGrp="1"/>
          </p:cNvSpPr>
          <p:nvPr>
            <p:ph type="subTitle"/>
          </p:nvPr>
        </p:nvSpPr>
        <p:spPr>
          <a:xfrm>
            <a:off x="1398600" y="126360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sistema do anemômetro “EVERSHED”, no servo de direção, o componente que funciona como detector de erros?</a:t>
            </a:r>
            <a:endParaRPr b="0" lang="pt-BR" sz="1600" spc="-1" strike="noStrike">
              <a:solidFill>
                <a:srgbClr val="000000"/>
              </a:solidFill>
              <a:latin typeface="Arial"/>
            </a:endParaRPr>
          </a:p>
        </p:txBody>
      </p:sp>
      <p:sp>
        <p:nvSpPr>
          <p:cNvPr id="864"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865"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CT</a:t>
            </a:r>
            <a:endParaRPr b="0" lang="pt-BR" sz="1800" spc="-1" strike="noStrike">
              <a:solidFill>
                <a:srgbClr val="000000"/>
              </a:solidFill>
              <a:latin typeface="Arial"/>
            </a:endParaRPr>
          </a:p>
        </p:txBody>
      </p:sp>
      <p:sp>
        <p:nvSpPr>
          <p:cNvPr id="866"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67"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68"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869"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CX </a:t>
            </a:r>
            <a:endParaRPr b="0" lang="pt-BR" sz="1800" spc="-1" strike="noStrike">
              <a:solidFill>
                <a:srgbClr val="000000"/>
              </a:solidFill>
              <a:latin typeface="Arial"/>
            </a:endParaRPr>
          </a:p>
        </p:txBody>
      </p:sp>
      <p:sp>
        <p:nvSpPr>
          <p:cNvPr id="870"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71"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72"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873"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 </a:t>
            </a:r>
            <a:endParaRPr b="0" lang="pt-BR" sz="1800" spc="-1" strike="noStrike">
              <a:solidFill>
                <a:srgbClr val="000000"/>
              </a:solidFill>
              <a:latin typeface="Arial"/>
            </a:endParaRPr>
          </a:p>
        </p:txBody>
      </p:sp>
      <p:sp>
        <p:nvSpPr>
          <p:cNvPr id="874"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75"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76"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877"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 </a:t>
            </a:r>
            <a:r>
              <a:rPr b="0" lang="pt-BR" sz="1800" spc="-1" strike="noStrike">
                <a:solidFill>
                  <a:schemeClr val="dk2">
                    <a:lumMod val="75000"/>
                  </a:schemeClr>
                </a:solidFill>
                <a:latin typeface="Calibri"/>
              </a:rPr>
              <a:t>TX</a:t>
            </a:r>
            <a:endParaRPr b="0" lang="pt-BR" sz="1800" spc="-1" strike="noStrike">
              <a:solidFill>
                <a:srgbClr val="000000"/>
              </a:solidFill>
              <a:latin typeface="Arial"/>
            </a:endParaRPr>
          </a:p>
        </p:txBody>
      </p:sp>
      <p:sp>
        <p:nvSpPr>
          <p:cNvPr id="878"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79"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073" dur="indefinite" restart="never" nodeType="tmRoot">
          <p:childTnLst>
            <p:seq>
              <p:cTn id="1074" dur="indefinite" nodeType="mainSeq">
                <p:childTnLst>
                  <p:par>
                    <p:cTn id="1075" fill="hold">
                      <p:stCondLst>
                        <p:cond delay="0"/>
                      </p:stCondLst>
                      <p:childTnLst>
                        <p:par>
                          <p:cTn id="1076" fill="hold">
                            <p:stCondLst>
                              <p:cond delay="0"/>
                            </p:stCondLst>
                            <p:childTnLst>
                              <p:par>
                                <p:cTn id="1077" nodeType="withEffect" fill="hold" presetClass="entr" presetID="10">
                                  <p:stCondLst>
                                    <p:cond delay="0"/>
                                  </p:stCondLst>
                                  <p:childTnLst>
                                    <p:set>
                                      <p:cBhvr>
                                        <p:cTn id="1078" dur="1" fill="hold">
                                          <p:stCondLst>
                                            <p:cond delay="0"/>
                                          </p:stCondLst>
                                        </p:cTn>
                                        <p:tgtEl>
                                          <p:spTgt spid="865"/>
                                        </p:tgtEl>
                                        <p:attrNameLst>
                                          <p:attrName>style.visibility</p:attrName>
                                        </p:attrNameLst>
                                      </p:cBhvr>
                                      <p:to>
                                        <p:strVal val="visible"/>
                                      </p:to>
                                    </p:set>
                                    <p:animEffect filter="fade" transition="in">
                                      <p:cBhvr additive="repl">
                                        <p:cTn id="1079" dur="500"/>
                                        <p:tgtEl>
                                          <p:spTgt spid="865"/>
                                        </p:tgtEl>
                                      </p:cBhvr>
                                    </p:animEffect>
                                  </p:childTnLst>
                                </p:cTn>
                              </p:par>
                              <p:par>
                                <p:cTn id="1080" nodeType="withEffect" fill="hold" presetClass="entr" presetID="10">
                                  <p:stCondLst>
                                    <p:cond delay="0"/>
                                  </p:stCondLst>
                                  <p:childTnLst>
                                    <p:set>
                                      <p:cBhvr>
                                        <p:cTn id="1081" dur="1" fill="hold">
                                          <p:stCondLst>
                                            <p:cond delay="0"/>
                                          </p:stCondLst>
                                        </p:cTn>
                                        <p:tgtEl>
                                          <p:spTgt spid="864"/>
                                        </p:tgtEl>
                                        <p:attrNameLst>
                                          <p:attrName>style.visibility</p:attrName>
                                        </p:attrNameLst>
                                      </p:cBhvr>
                                      <p:to>
                                        <p:strVal val="visible"/>
                                      </p:to>
                                    </p:set>
                                    <p:animEffect filter="fade" transition="in">
                                      <p:cBhvr additive="repl">
                                        <p:cTn id="1082" dur="500"/>
                                        <p:tgtEl>
                                          <p:spTgt spid="864"/>
                                        </p:tgtEl>
                                      </p:cBhvr>
                                    </p:animEffect>
                                  </p:childTnLst>
                                </p:cTn>
                              </p:par>
                              <p:par>
                                <p:cTn id="1083" nodeType="withEffect" fill="hold" presetClass="entr" presetID="10">
                                  <p:stCondLst>
                                    <p:cond delay="0"/>
                                  </p:stCondLst>
                                  <p:childTnLst>
                                    <p:set>
                                      <p:cBhvr>
                                        <p:cTn id="1084" dur="1" fill="hold">
                                          <p:stCondLst>
                                            <p:cond delay="0"/>
                                          </p:stCondLst>
                                        </p:cTn>
                                        <p:tgtEl>
                                          <p:spTgt spid="868"/>
                                        </p:tgtEl>
                                        <p:attrNameLst>
                                          <p:attrName>style.visibility</p:attrName>
                                        </p:attrNameLst>
                                      </p:cBhvr>
                                      <p:to>
                                        <p:strVal val="visible"/>
                                      </p:to>
                                    </p:set>
                                    <p:animEffect filter="fade" transition="in">
                                      <p:cBhvr additive="repl">
                                        <p:cTn id="1085" dur="500"/>
                                        <p:tgtEl>
                                          <p:spTgt spid="868"/>
                                        </p:tgtEl>
                                      </p:cBhvr>
                                    </p:animEffect>
                                  </p:childTnLst>
                                </p:cTn>
                              </p:par>
                              <p:par>
                                <p:cTn id="1086" nodeType="withEffect" fill="hold" presetClass="entr" presetID="10">
                                  <p:stCondLst>
                                    <p:cond delay="0"/>
                                  </p:stCondLst>
                                  <p:childTnLst>
                                    <p:set>
                                      <p:cBhvr>
                                        <p:cTn id="1087" dur="1" fill="hold">
                                          <p:stCondLst>
                                            <p:cond delay="0"/>
                                          </p:stCondLst>
                                        </p:cTn>
                                        <p:tgtEl>
                                          <p:spTgt spid="869"/>
                                        </p:tgtEl>
                                        <p:attrNameLst>
                                          <p:attrName>style.visibility</p:attrName>
                                        </p:attrNameLst>
                                      </p:cBhvr>
                                      <p:to>
                                        <p:strVal val="visible"/>
                                      </p:to>
                                    </p:set>
                                    <p:animEffect filter="fade" transition="in">
                                      <p:cBhvr additive="repl">
                                        <p:cTn id="1088" dur="500"/>
                                        <p:tgtEl>
                                          <p:spTgt spid="869"/>
                                        </p:tgtEl>
                                      </p:cBhvr>
                                    </p:animEffect>
                                  </p:childTnLst>
                                </p:cTn>
                              </p:par>
                              <p:par>
                                <p:cTn id="1089" nodeType="withEffect" fill="hold" presetClass="entr" presetID="10">
                                  <p:stCondLst>
                                    <p:cond delay="0"/>
                                  </p:stCondLst>
                                  <p:childTnLst>
                                    <p:set>
                                      <p:cBhvr>
                                        <p:cTn id="1090" dur="1" fill="hold">
                                          <p:stCondLst>
                                            <p:cond delay="0"/>
                                          </p:stCondLst>
                                        </p:cTn>
                                        <p:tgtEl>
                                          <p:spTgt spid="872"/>
                                        </p:tgtEl>
                                        <p:attrNameLst>
                                          <p:attrName>style.visibility</p:attrName>
                                        </p:attrNameLst>
                                      </p:cBhvr>
                                      <p:to>
                                        <p:strVal val="visible"/>
                                      </p:to>
                                    </p:set>
                                    <p:animEffect filter="fade" transition="in">
                                      <p:cBhvr additive="repl">
                                        <p:cTn id="1091" dur="500"/>
                                        <p:tgtEl>
                                          <p:spTgt spid="872"/>
                                        </p:tgtEl>
                                      </p:cBhvr>
                                    </p:animEffect>
                                  </p:childTnLst>
                                </p:cTn>
                              </p:par>
                              <p:par>
                                <p:cTn id="1092" nodeType="withEffect" fill="hold" presetClass="entr" presetID="10">
                                  <p:stCondLst>
                                    <p:cond delay="0"/>
                                  </p:stCondLst>
                                  <p:childTnLst>
                                    <p:set>
                                      <p:cBhvr>
                                        <p:cTn id="1093" dur="1" fill="hold">
                                          <p:stCondLst>
                                            <p:cond delay="0"/>
                                          </p:stCondLst>
                                        </p:cTn>
                                        <p:tgtEl>
                                          <p:spTgt spid="873"/>
                                        </p:tgtEl>
                                        <p:attrNameLst>
                                          <p:attrName>style.visibility</p:attrName>
                                        </p:attrNameLst>
                                      </p:cBhvr>
                                      <p:to>
                                        <p:strVal val="visible"/>
                                      </p:to>
                                    </p:set>
                                    <p:animEffect filter="fade" transition="in">
                                      <p:cBhvr additive="repl">
                                        <p:cTn id="1094" dur="500"/>
                                        <p:tgtEl>
                                          <p:spTgt spid="873"/>
                                        </p:tgtEl>
                                      </p:cBhvr>
                                    </p:animEffect>
                                  </p:childTnLst>
                                </p:cTn>
                              </p:par>
                              <p:par>
                                <p:cTn id="1095" nodeType="withEffect" fill="hold" presetClass="entr" presetID="10">
                                  <p:stCondLst>
                                    <p:cond delay="0"/>
                                  </p:stCondLst>
                                  <p:childTnLst>
                                    <p:set>
                                      <p:cBhvr>
                                        <p:cTn id="1096" dur="1" fill="hold">
                                          <p:stCondLst>
                                            <p:cond delay="0"/>
                                          </p:stCondLst>
                                        </p:cTn>
                                        <p:tgtEl>
                                          <p:spTgt spid="876"/>
                                        </p:tgtEl>
                                        <p:attrNameLst>
                                          <p:attrName>style.visibility</p:attrName>
                                        </p:attrNameLst>
                                      </p:cBhvr>
                                      <p:to>
                                        <p:strVal val="visible"/>
                                      </p:to>
                                    </p:set>
                                    <p:animEffect filter="fade" transition="in">
                                      <p:cBhvr additive="repl">
                                        <p:cTn id="1097" dur="500"/>
                                        <p:tgtEl>
                                          <p:spTgt spid="876"/>
                                        </p:tgtEl>
                                      </p:cBhvr>
                                    </p:animEffect>
                                  </p:childTnLst>
                                </p:cTn>
                              </p:par>
                              <p:par>
                                <p:cTn id="1098" nodeType="withEffect" fill="hold" presetClass="entr" presetID="10">
                                  <p:stCondLst>
                                    <p:cond delay="0"/>
                                  </p:stCondLst>
                                  <p:childTnLst>
                                    <p:set>
                                      <p:cBhvr>
                                        <p:cTn id="1099" dur="1" fill="hold">
                                          <p:stCondLst>
                                            <p:cond delay="0"/>
                                          </p:stCondLst>
                                        </p:cTn>
                                        <p:tgtEl>
                                          <p:spTgt spid="877"/>
                                        </p:tgtEl>
                                        <p:attrNameLst>
                                          <p:attrName>style.visibility</p:attrName>
                                        </p:attrNameLst>
                                      </p:cBhvr>
                                      <p:to>
                                        <p:strVal val="visible"/>
                                      </p:to>
                                    </p:set>
                                    <p:animEffect filter="fade" transition="in">
                                      <p:cBhvr additive="repl">
                                        <p:cTn id="1100" dur="500"/>
                                        <p:tgtEl>
                                          <p:spTgt spid="877"/>
                                        </p:tgtEl>
                                      </p:cBhvr>
                                    </p:animEffect>
                                  </p:childTnLst>
                                </p:cTn>
                              </p:par>
                              <p:par>
                                <p:cTn id="1101" nodeType="withEffect" fill="hold" presetClass="exit" presetID="1">
                                  <p:stCondLst>
                                    <p:cond delay="0"/>
                                  </p:stCondLst>
                                  <p:childTnLst>
                                    <p:set>
                                      <p:cBhvr>
                                        <p:cTn id="1102" dur="1" fill="hold">
                                          <p:stCondLst>
                                            <p:cond delay="0"/>
                                          </p:stCondLst>
                                        </p:cTn>
                                        <p:tgtEl>
                                          <p:spTgt spid="867"/>
                                        </p:tgtEl>
                                        <p:attrNameLst>
                                          <p:attrName>style.visibility</p:attrName>
                                        </p:attrNameLst>
                                      </p:cBhvr>
                                      <p:to>
                                        <p:strVal val="hidden"/>
                                      </p:to>
                                    </p:set>
                                  </p:childTnLst>
                                </p:cTn>
                              </p:par>
                              <p:par>
                                <p:cTn id="1103" nodeType="withEffect" fill="hold" presetClass="exit" presetID="1">
                                  <p:stCondLst>
                                    <p:cond delay="0"/>
                                  </p:stCondLst>
                                  <p:childTnLst>
                                    <p:set>
                                      <p:cBhvr>
                                        <p:cTn id="1104" dur="1" fill="hold">
                                          <p:stCondLst>
                                            <p:cond delay="0"/>
                                          </p:stCondLst>
                                        </p:cTn>
                                        <p:tgtEl>
                                          <p:spTgt spid="866"/>
                                        </p:tgtEl>
                                        <p:attrNameLst>
                                          <p:attrName>style.visibility</p:attrName>
                                        </p:attrNameLst>
                                      </p:cBhvr>
                                      <p:to>
                                        <p:strVal val="hidden"/>
                                      </p:to>
                                    </p:set>
                                  </p:childTnLst>
                                </p:cTn>
                              </p:par>
                              <p:par>
                                <p:cTn id="1105" nodeType="withEffect" fill="hold" presetClass="exit" presetID="1">
                                  <p:stCondLst>
                                    <p:cond delay="0"/>
                                  </p:stCondLst>
                                  <p:childTnLst>
                                    <p:set>
                                      <p:cBhvr>
                                        <p:cTn id="1106" dur="1" fill="hold">
                                          <p:stCondLst>
                                            <p:cond delay="0"/>
                                          </p:stCondLst>
                                        </p:cTn>
                                        <p:tgtEl>
                                          <p:spTgt spid="871"/>
                                        </p:tgtEl>
                                        <p:attrNameLst>
                                          <p:attrName>style.visibility</p:attrName>
                                        </p:attrNameLst>
                                      </p:cBhvr>
                                      <p:to>
                                        <p:strVal val="hidden"/>
                                      </p:to>
                                    </p:set>
                                  </p:childTnLst>
                                </p:cTn>
                              </p:par>
                              <p:par>
                                <p:cTn id="1107" nodeType="withEffect" fill="hold" presetClass="exit" presetID="1">
                                  <p:stCondLst>
                                    <p:cond delay="0"/>
                                  </p:stCondLst>
                                  <p:childTnLst>
                                    <p:set>
                                      <p:cBhvr>
                                        <p:cTn id="1108" dur="1" fill="hold">
                                          <p:stCondLst>
                                            <p:cond delay="0"/>
                                          </p:stCondLst>
                                        </p:cTn>
                                        <p:tgtEl>
                                          <p:spTgt spid="870"/>
                                        </p:tgtEl>
                                        <p:attrNameLst>
                                          <p:attrName>style.visibility</p:attrName>
                                        </p:attrNameLst>
                                      </p:cBhvr>
                                      <p:to>
                                        <p:strVal val="hidden"/>
                                      </p:to>
                                    </p:set>
                                  </p:childTnLst>
                                </p:cTn>
                              </p:par>
                              <p:par>
                                <p:cTn id="1109" nodeType="withEffect" fill="hold" presetClass="exit" presetID="1">
                                  <p:stCondLst>
                                    <p:cond delay="0"/>
                                  </p:stCondLst>
                                  <p:childTnLst>
                                    <p:set>
                                      <p:cBhvr>
                                        <p:cTn id="1110" dur="1" fill="hold">
                                          <p:stCondLst>
                                            <p:cond delay="0"/>
                                          </p:stCondLst>
                                        </p:cTn>
                                        <p:tgtEl>
                                          <p:spTgt spid="875"/>
                                        </p:tgtEl>
                                        <p:attrNameLst>
                                          <p:attrName>style.visibility</p:attrName>
                                        </p:attrNameLst>
                                      </p:cBhvr>
                                      <p:to>
                                        <p:strVal val="hidden"/>
                                      </p:to>
                                    </p:set>
                                  </p:childTnLst>
                                </p:cTn>
                              </p:par>
                              <p:par>
                                <p:cTn id="1111" nodeType="withEffect" fill="hold" presetClass="exit" presetID="1">
                                  <p:stCondLst>
                                    <p:cond delay="0"/>
                                  </p:stCondLst>
                                  <p:childTnLst>
                                    <p:set>
                                      <p:cBhvr>
                                        <p:cTn id="1112" dur="1" fill="hold">
                                          <p:stCondLst>
                                            <p:cond delay="0"/>
                                          </p:stCondLst>
                                        </p:cTn>
                                        <p:tgtEl>
                                          <p:spTgt spid="874"/>
                                        </p:tgtEl>
                                        <p:attrNameLst>
                                          <p:attrName>style.visibility</p:attrName>
                                        </p:attrNameLst>
                                      </p:cBhvr>
                                      <p:to>
                                        <p:strVal val="hidden"/>
                                      </p:to>
                                    </p:set>
                                  </p:childTnLst>
                                </p:cTn>
                              </p:par>
                              <p:par>
                                <p:cTn id="1113" nodeType="withEffect" fill="hold" presetClass="exit" presetID="1">
                                  <p:stCondLst>
                                    <p:cond delay="0"/>
                                  </p:stCondLst>
                                  <p:childTnLst>
                                    <p:set>
                                      <p:cBhvr>
                                        <p:cTn id="1114" dur="1" fill="hold">
                                          <p:stCondLst>
                                            <p:cond delay="0"/>
                                          </p:stCondLst>
                                        </p:cTn>
                                        <p:tgtEl>
                                          <p:spTgt spid="879"/>
                                        </p:tgtEl>
                                        <p:attrNameLst>
                                          <p:attrName>style.visibility</p:attrName>
                                        </p:attrNameLst>
                                      </p:cBhvr>
                                      <p:to>
                                        <p:strVal val="hidden"/>
                                      </p:to>
                                    </p:set>
                                  </p:childTnLst>
                                </p:cTn>
                              </p:par>
                              <p:par>
                                <p:cTn id="1115" nodeType="withEffect" fill="hold" presetClass="exit" presetID="1">
                                  <p:stCondLst>
                                    <p:cond delay="0"/>
                                  </p:stCondLst>
                                  <p:childTnLst>
                                    <p:set>
                                      <p:cBhvr>
                                        <p:cTn id="1116" dur="1" fill="hold">
                                          <p:stCondLst>
                                            <p:cond delay="0"/>
                                          </p:stCondLst>
                                        </p:cTn>
                                        <p:tgtEl>
                                          <p:spTgt spid="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117" restart="whenNotActive" nodeType="interactiveSeq" fill="hold">
                <p:stCondLst>
                  <p:cond delay="0" evt="onClick">
                    <p:tgtEl>
                      <p:spTgt spid="864"/>
                    </p:tgtEl>
                  </p:cond>
                </p:stCondLst>
                <p:childTnLst>
                  <p:par>
                    <p:cTn id="1118" fill="hold">
                      <p:stCondLst>
                        <p:cond delay="0" evt="onClick">
                          <p:tgtEl>
                            <p:spTgt spid="864"/>
                          </p:tgtEl>
                        </p:cond>
                      </p:stCondLst>
                      <p:childTnLst>
                        <p:par>
                          <p:cTn id="1119" fill="hold">
                            <p:stCondLst>
                              <p:cond delay="0"/>
                            </p:stCondLst>
                            <p:childTnLst>
                              <p:par>
                                <p:cTn id="1120" nodeType="clickEffect" fill="hold" presetClass="entr" presetID="16" presetSubtype="21">
                                  <p:stCondLst>
                                    <p:cond delay="0"/>
                                  </p:stCondLst>
                                  <p:childTnLst>
                                    <p:set>
                                      <p:cBhvr>
                                        <p:cTn id="1121" dur="1" fill="hold">
                                          <p:stCondLst>
                                            <p:cond delay="0"/>
                                          </p:stCondLst>
                                        </p:cTn>
                                        <p:tgtEl>
                                          <p:spTgt spid="867"/>
                                        </p:tgtEl>
                                        <p:attrNameLst>
                                          <p:attrName>style.visibility</p:attrName>
                                        </p:attrNameLst>
                                      </p:cBhvr>
                                      <p:to>
                                        <p:strVal val="visible"/>
                                      </p:to>
                                    </p:set>
                                    <p:animEffect filter="barn(inVertical)" transition="in">
                                      <p:cBhvr additive="repl">
                                        <p:cTn id="1122" dur="500"/>
                                        <p:tgtEl>
                                          <p:spTgt spid="867"/>
                                        </p:tgtEl>
                                      </p:cBhvr>
                                    </p:animEffect>
                                  </p:childTnLst>
                                </p:cTn>
                              </p:par>
                              <p:par>
                                <p:cTn id="1123" nodeType="withEffect" fill="hold" presetClass="entr" presetID="16" presetSubtype="21">
                                  <p:stCondLst>
                                    <p:cond delay="0"/>
                                  </p:stCondLst>
                                  <p:childTnLst>
                                    <p:set>
                                      <p:cBhvr>
                                        <p:cTn id="1124" dur="1" fill="hold">
                                          <p:stCondLst>
                                            <p:cond delay="0"/>
                                          </p:stCondLst>
                                        </p:cTn>
                                        <p:tgtEl>
                                          <p:spTgt spid="866"/>
                                        </p:tgtEl>
                                        <p:attrNameLst>
                                          <p:attrName>style.visibility</p:attrName>
                                        </p:attrNameLst>
                                      </p:cBhvr>
                                      <p:to>
                                        <p:strVal val="visible"/>
                                      </p:to>
                                    </p:set>
                                    <p:animEffect filter="barn(inVertical)" transition="in">
                                      <p:cBhvr additive="repl">
                                        <p:cTn id="1125" dur="500"/>
                                        <p:tgtEl>
                                          <p:spTgt spid="866"/>
                                        </p:tgtEl>
                                      </p:cBhvr>
                                    </p:animEffect>
                                  </p:childTnLst>
                                </p:cTn>
                              </p:par>
                              <p:par>
                                <p:cTn id="1126" nodeType="withEffect" fill="hold" presetClass="emph" presetID="1" presetSubtype="2">
                                  <p:stCondLst>
                                    <p:cond delay="0"/>
                                  </p:stCondLst>
                                  <p:childTnLst>
                                    <p:animClr clrSpc="rgb">
                                      <p:cBhvr>
                                        <p:cTn id="1127" dur="500" fill="hold"/>
                                        <p:tgtEl>
                                          <p:spTgt spid="865"/>
                                        </p:tgtEl>
                                        <p:attrNameLst>
                                          <p:attrName>fillcolor</p:attrName>
                                        </p:attrNameLst>
                                      </p:cBhvr>
                                      <p:to>
                                        <a:srgbClr val="8a80e4"/>
                                      </p:to>
                                    </p:animClr>
                                    <p:set>
                                      <p:cBhvr>
                                        <p:cTn id="1128" dur="500" fill="hold"/>
                                        <p:tgtEl>
                                          <p:spTgt spid="865"/>
                                        </p:tgtEl>
                                        <p:attrNameLst>
                                          <p:attrName>fill.type</p:attrName>
                                        </p:attrNameLst>
                                      </p:cBhvr>
                                      <p:to>
                                        <p:strVal val="solid"/>
                                      </p:to>
                                    </p:set>
                                    <p:set>
                                      <p:cBhvr>
                                        <p:cTn id="1129" dur="500" fill="hold"/>
                                        <p:tgtEl>
                                          <p:spTgt spid="865"/>
                                        </p:tgtEl>
                                        <p:attrNameLst>
                                          <p:attrName>fill.on</p:attrName>
                                        </p:attrNameLst>
                                      </p:cBhvr>
                                      <p:to>
                                        <p:strVal val="true"/>
                                      </p:to>
                                    </p:set>
                                  </p:childTnLst>
                                </p:cTn>
                              </p:par>
                              <p:par>
                                <p:cTn id="1130" nodeType="withEffect" fill="hold" presetClass="emph" presetID="1" presetSubtype="2">
                                  <p:stCondLst>
                                    <p:cond delay="0"/>
                                  </p:stCondLst>
                                  <p:childTnLst>
                                    <p:animClr clrSpc="rgb">
                                      <p:cBhvr>
                                        <p:cTn id="1131" dur="500" fill="hold"/>
                                        <p:tgtEl>
                                          <p:spTgt spid="869"/>
                                        </p:tgtEl>
                                        <p:attrNameLst>
                                          <p:attrName>fillcolor</p:attrName>
                                        </p:attrNameLst>
                                      </p:cBhvr>
                                      <p:to>
                                        <a:srgbClr val="95b3d7"/>
                                      </p:to>
                                    </p:animClr>
                                    <p:set>
                                      <p:cBhvr>
                                        <p:cTn id="1132" dur="500" fill="hold"/>
                                        <p:tgtEl>
                                          <p:spTgt spid="869"/>
                                        </p:tgtEl>
                                        <p:attrNameLst>
                                          <p:attrName>fill.type</p:attrName>
                                        </p:attrNameLst>
                                      </p:cBhvr>
                                      <p:to>
                                        <p:strVal val="solid"/>
                                      </p:to>
                                    </p:set>
                                    <p:set>
                                      <p:cBhvr>
                                        <p:cTn id="1133" dur="500" fill="hold"/>
                                        <p:tgtEl>
                                          <p:spTgt spid="869"/>
                                        </p:tgtEl>
                                        <p:attrNameLst>
                                          <p:attrName>fill.on</p:attrName>
                                        </p:attrNameLst>
                                      </p:cBhvr>
                                      <p:to>
                                        <p:strVal val="true"/>
                                      </p:to>
                                    </p:set>
                                  </p:childTnLst>
                                </p:cTn>
                              </p:par>
                              <p:par>
                                <p:cTn id="1134" nodeType="withEffect" fill="hold" presetClass="emph" presetID="1" presetSubtype="2">
                                  <p:stCondLst>
                                    <p:cond delay="0"/>
                                  </p:stCondLst>
                                  <p:childTnLst>
                                    <p:animClr clrSpc="rgb">
                                      <p:cBhvr>
                                        <p:cTn id="1135" dur="500" fill="hold"/>
                                        <p:tgtEl>
                                          <p:spTgt spid="873"/>
                                        </p:tgtEl>
                                        <p:attrNameLst>
                                          <p:attrName>fillcolor</p:attrName>
                                        </p:attrNameLst>
                                      </p:cBhvr>
                                      <p:to>
                                        <a:srgbClr val="95b3d7"/>
                                      </p:to>
                                    </p:animClr>
                                    <p:set>
                                      <p:cBhvr>
                                        <p:cTn id="1136" dur="500" fill="hold"/>
                                        <p:tgtEl>
                                          <p:spTgt spid="873"/>
                                        </p:tgtEl>
                                        <p:attrNameLst>
                                          <p:attrName>fill.type</p:attrName>
                                        </p:attrNameLst>
                                      </p:cBhvr>
                                      <p:to>
                                        <p:strVal val="solid"/>
                                      </p:to>
                                    </p:set>
                                    <p:set>
                                      <p:cBhvr>
                                        <p:cTn id="1137" dur="500" fill="hold"/>
                                        <p:tgtEl>
                                          <p:spTgt spid="873"/>
                                        </p:tgtEl>
                                        <p:attrNameLst>
                                          <p:attrName>fill.on</p:attrName>
                                        </p:attrNameLst>
                                      </p:cBhvr>
                                      <p:to>
                                        <p:strVal val="true"/>
                                      </p:to>
                                    </p:set>
                                  </p:childTnLst>
                                </p:cTn>
                              </p:par>
                              <p:par>
                                <p:cTn id="1138" nodeType="withEffect" fill="hold" presetClass="emph" presetID="1" presetSubtype="2">
                                  <p:stCondLst>
                                    <p:cond delay="0"/>
                                  </p:stCondLst>
                                  <p:childTnLst>
                                    <p:animClr clrSpc="rgb">
                                      <p:cBhvr>
                                        <p:cTn id="1139" dur="500" fill="hold"/>
                                        <p:tgtEl>
                                          <p:spTgt spid="877"/>
                                        </p:tgtEl>
                                        <p:attrNameLst>
                                          <p:attrName>fillcolor</p:attrName>
                                        </p:attrNameLst>
                                      </p:cBhvr>
                                      <p:to>
                                        <a:srgbClr val="95b3d7"/>
                                      </p:to>
                                    </p:animClr>
                                    <p:set>
                                      <p:cBhvr>
                                        <p:cTn id="1140" dur="500" fill="hold"/>
                                        <p:tgtEl>
                                          <p:spTgt spid="877"/>
                                        </p:tgtEl>
                                        <p:attrNameLst>
                                          <p:attrName>fill.type</p:attrName>
                                        </p:attrNameLst>
                                      </p:cBhvr>
                                      <p:to>
                                        <p:strVal val="solid"/>
                                      </p:to>
                                    </p:set>
                                    <p:set>
                                      <p:cBhvr>
                                        <p:cTn id="1141" dur="500" fill="hold"/>
                                        <p:tgtEl>
                                          <p:spTgt spid="877"/>
                                        </p:tgtEl>
                                        <p:attrNameLst>
                                          <p:attrName>fill.on</p:attrName>
                                        </p:attrNameLst>
                                      </p:cBhvr>
                                      <p:to>
                                        <p:strVal val="true"/>
                                      </p:to>
                                    </p:set>
                                  </p:childTnLst>
                                </p:cTn>
                              </p:par>
                              <p:par>
                                <p:cTn id="1142" nodeType="withEffect" fill="hold" presetClass="exit" presetID="10">
                                  <p:stCondLst>
                                    <p:cond delay="0"/>
                                  </p:stCondLst>
                                  <p:childTnLst>
                                    <p:animEffect filter="fade" transition="out">
                                      <p:cBhvr additive="repl">
                                        <p:cTn id="1143" dur="500"/>
                                        <p:tgtEl>
                                          <p:spTgt spid="871"/>
                                        </p:tgtEl>
                                      </p:cBhvr>
                                    </p:animEffect>
                                    <p:set>
                                      <p:cBhvr>
                                        <p:cTn id="1144" dur="1" fill="hold">
                                          <p:stCondLst>
                                            <p:cond delay="499"/>
                                          </p:stCondLst>
                                        </p:cTn>
                                        <p:tgtEl>
                                          <p:spTgt spid="871"/>
                                        </p:tgtEl>
                                        <p:attrNameLst>
                                          <p:attrName>style.visibility</p:attrName>
                                        </p:attrNameLst>
                                      </p:cBhvr>
                                      <p:to>
                                        <p:strVal val="hidden"/>
                                      </p:to>
                                    </p:set>
                                  </p:childTnLst>
                                </p:cTn>
                              </p:par>
                              <p:par>
                                <p:cTn id="1145" nodeType="withEffect" fill="hold" presetClass="exit" presetID="10">
                                  <p:stCondLst>
                                    <p:cond delay="0"/>
                                  </p:stCondLst>
                                  <p:childTnLst>
                                    <p:animEffect filter="fade" transition="out">
                                      <p:cBhvr additive="repl">
                                        <p:cTn id="1146" dur="500"/>
                                        <p:tgtEl>
                                          <p:spTgt spid="870"/>
                                        </p:tgtEl>
                                      </p:cBhvr>
                                    </p:animEffect>
                                    <p:set>
                                      <p:cBhvr>
                                        <p:cTn id="1147" dur="1" fill="hold">
                                          <p:stCondLst>
                                            <p:cond delay="499"/>
                                          </p:stCondLst>
                                        </p:cTn>
                                        <p:tgtEl>
                                          <p:spTgt spid="870"/>
                                        </p:tgtEl>
                                        <p:attrNameLst>
                                          <p:attrName>style.visibility</p:attrName>
                                        </p:attrNameLst>
                                      </p:cBhvr>
                                      <p:to>
                                        <p:strVal val="hidden"/>
                                      </p:to>
                                    </p:set>
                                  </p:childTnLst>
                                </p:cTn>
                              </p:par>
                              <p:par>
                                <p:cTn id="1148" nodeType="withEffect" fill="hold" presetClass="exit" presetID="10">
                                  <p:stCondLst>
                                    <p:cond delay="0"/>
                                  </p:stCondLst>
                                  <p:childTnLst>
                                    <p:animEffect filter="fade" transition="out">
                                      <p:cBhvr additive="repl">
                                        <p:cTn id="1149" dur="500"/>
                                        <p:tgtEl>
                                          <p:spTgt spid="875"/>
                                        </p:tgtEl>
                                      </p:cBhvr>
                                    </p:animEffect>
                                    <p:set>
                                      <p:cBhvr>
                                        <p:cTn id="1150" dur="1" fill="hold">
                                          <p:stCondLst>
                                            <p:cond delay="499"/>
                                          </p:stCondLst>
                                        </p:cTn>
                                        <p:tgtEl>
                                          <p:spTgt spid="875"/>
                                        </p:tgtEl>
                                        <p:attrNameLst>
                                          <p:attrName>style.visibility</p:attrName>
                                        </p:attrNameLst>
                                      </p:cBhvr>
                                      <p:to>
                                        <p:strVal val="hidden"/>
                                      </p:to>
                                    </p:set>
                                  </p:childTnLst>
                                </p:cTn>
                              </p:par>
                              <p:par>
                                <p:cTn id="1151" nodeType="withEffect" fill="hold" presetClass="exit" presetID="10">
                                  <p:stCondLst>
                                    <p:cond delay="0"/>
                                  </p:stCondLst>
                                  <p:childTnLst>
                                    <p:animEffect filter="fade" transition="out">
                                      <p:cBhvr additive="repl">
                                        <p:cTn id="1152" dur="500"/>
                                        <p:tgtEl>
                                          <p:spTgt spid="874"/>
                                        </p:tgtEl>
                                      </p:cBhvr>
                                    </p:animEffect>
                                    <p:set>
                                      <p:cBhvr>
                                        <p:cTn id="1153" dur="1" fill="hold">
                                          <p:stCondLst>
                                            <p:cond delay="499"/>
                                          </p:stCondLst>
                                        </p:cTn>
                                        <p:tgtEl>
                                          <p:spTgt spid="874"/>
                                        </p:tgtEl>
                                        <p:attrNameLst>
                                          <p:attrName>style.visibility</p:attrName>
                                        </p:attrNameLst>
                                      </p:cBhvr>
                                      <p:to>
                                        <p:strVal val="hidden"/>
                                      </p:to>
                                    </p:set>
                                  </p:childTnLst>
                                </p:cTn>
                              </p:par>
                              <p:par>
                                <p:cTn id="1154" nodeType="withEffect" fill="hold" presetClass="exit" presetID="10">
                                  <p:stCondLst>
                                    <p:cond delay="0"/>
                                  </p:stCondLst>
                                  <p:childTnLst>
                                    <p:animEffect filter="fade" transition="out">
                                      <p:cBhvr additive="repl">
                                        <p:cTn id="1155" dur="500"/>
                                        <p:tgtEl>
                                          <p:spTgt spid="879"/>
                                        </p:tgtEl>
                                      </p:cBhvr>
                                    </p:animEffect>
                                    <p:set>
                                      <p:cBhvr>
                                        <p:cTn id="1156" dur="1" fill="hold">
                                          <p:stCondLst>
                                            <p:cond delay="499"/>
                                          </p:stCondLst>
                                        </p:cTn>
                                        <p:tgtEl>
                                          <p:spTgt spid="879"/>
                                        </p:tgtEl>
                                        <p:attrNameLst>
                                          <p:attrName>style.visibility</p:attrName>
                                        </p:attrNameLst>
                                      </p:cBhvr>
                                      <p:to>
                                        <p:strVal val="hidden"/>
                                      </p:to>
                                    </p:set>
                                  </p:childTnLst>
                                </p:cTn>
                              </p:par>
                              <p:par>
                                <p:cTn id="1157" nodeType="withEffect" fill="hold" presetClass="exit" presetID="10">
                                  <p:stCondLst>
                                    <p:cond delay="0"/>
                                  </p:stCondLst>
                                  <p:childTnLst>
                                    <p:animEffect filter="fade" transition="out">
                                      <p:cBhvr additive="repl">
                                        <p:cTn id="1158" dur="500"/>
                                        <p:tgtEl>
                                          <p:spTgt spid="878"/>
                                        </p:tgtEl>
                                      </p:cBhvr>
                                    </p:animEffect>
                                    <p:set>
                                      <p:cBhvr>
                                        <p:cTn id="1159" dur="1" fill="hold">
                                          <p:stCondLst>
                                            <p:cond delay="499"/>
                                          </p:stCondLst>
                                        </p:cTn>
                                        <p:tgtEl>
                                          <p:spTgt spid="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160" restart="whenNotActive" nodeType="interactiveSeq" fill="hold">
                <p:stCondLst>
                  <p:cond delay="0" evt="onClick">
                    <p:tgtEl>
                      <p:spTgt spid="867"/>
                    </p:tgtEl>
                  </p:cond>
                </p:stCondLst>
                <p:childTnLst>
                  <p:par>
                    <p:cTn id="1161" fill="hold">
                      <p:stCondLst>
                        <p:cond delay="0" evt="onClick">
                          <p:tgtEl>
                            <p:spTgt spid="867"/>
                          </p:tgtEl>
                        </p:cond>
                      </p:stCondLst>
                      <p:childTnLst>
                        <p:par>
                          <p:cTn id="1162" fill="hold">
                            <p:stCondLst>
                              <p:cond delay="0"/>
                            </p:stCondLst>
                            <p:childTnLst>
                              <p:par>
                                <p:cTn id="1163" nodeType="clickEffect" fill="hold" presetClass="exit" presetID="9">
                                  <p:stCondLst>
                                    <p:cond delay="0"/>
                                  </p:stCondLst>
                                  <p:childTnLst>
                                    <p:animEffect filter="dissolve" transition="out">
                                      <p:cBhvr additive="repl">
                                        <p:cTn id="1164" dur="500"/>
                                        <p:tgtEl>
                                          <p:spTgt spid="867"/>
                                        </p:tgtEl>
                                      </p:cBhvr>
                                    </p:animEffect>
                                    <p:set>
                                      <p:cBhvr>
                                        <p:cTn id="1165" dur="1" fill="hold">
                                          <p:stCondLst>
                                            <p:cond delay="499"/>
                                          </p:stCondLst>
                                        </p:cTn>
                                        <p:tgtEl>
                                          <p:spTgt spid="867"/>
                                        </p:tgtEl>
                                        <p:attrNameLst>
                                          <p:attrName>style.visibility</p:attrName>
                                        </p:attrNameLst>
                                      </p:cBhvr>
                                      <p:to>
                                        <p:strVal val="hidden"/>
                                      </p:to>
                                    </p:set>
                                  </p:childTnLst>
                                </p:cTn>
                              </p:par>
                              <p:par>
                                <p:cTn id="1166" nodeType="withEffect" fill="hold" presetClass="exit" presetID="9">
                                  <p:stCondLst>
                                    <p:cond delay="0"/>
                                  </p:stCondLst>
                                  <p:childTnLst>
                                    <p:animEffect filter="dissolve" transition="out">
                                      <p:cBhvr additive="repl">
                                        <p:cTn id="1167" dur="500"/>
                                        <p:tgtEl>
                                          <p:spTgt spid="866"/>
                                        </p:tgtEl>
                                      </p:cBhvr>
                                    </p:animEffect>
                                    <p:set>
                                      <p:cBhvr>
                                        <p:cTn id="1168" dur="1" fill="hold">
                                          <p:stCondLst>
                                            <p:cond delay="499"/>
                                          </p:stCondLst>
                                        </p:cTn>
                                        <p:tgtEl>
                                          <p:spTgt spid="866"/>
                                        </p:tgtEl>
                                        <p:attrNameLst>
                                          <p:attrName>style.visibility</p:attrName>
                                        </p:attrNameLst>
                                      </p:cBhvr>
                                      <p:to>
                                        <p:strVal val="hidden"/>
                                      </p:to>
                                    </p:set>
                                  </p:childTnLst>
                                </p:cTn>
                              </p:par>
                              <p:par>
                                <p:cTn id="1169" nodeType="withEffect" fill="hold" presetClass="emph" presetID="1" presetSubtype="2">
                                  <p:stCondLst>
                                    <p:cond delay="0"/>
                                  </p:stCondLst>
                                  <p:childTnLst>
                                    <p:animClr clrSpc="rgb">
                                      <p:cBhvr>
                                        <p:cTn id="1170" dur="500" fill="hold"/>
                                        <p:tgtEl>
                                          <p:spTgt spid="865"/>
                                        </p:tgtEl>
                                        <p:attrNameLst>
                                          <p:attrName>fillcolor</p:attrName>
                                        </p:attrNameLst>
                                      </p:cBhvr>
                                      <p:to>
                                        <a:srgbClr val="95b3d7"/>
                                      </p:to>
                                    </p:animClr>
                                    <p:set>
                                      <p:cBhvr>
                                        <p:cTn id="1171" dur="500" fill="hold"/>
                                        <p:tgtEl>
                                          <p:spTgt spid="865"/>
                                        </p:tgtEl>
                                        <p:attrNameLst>
                                          <p:attrName>fill.type</p:attrName>
                                        </p:attrNameLst>
                                      </p:cBhvr>
                                      <p:to>
                                        <p:strVal val="solid"/>
                                      </p:to>
                                    </p:set>
                                    <p:set>
                                      <p:cBhvr>
                                        <p:cTn id="1172" dur="500" fill="hold"/>
                                        <p:tgtEl>
                                          <p:spTgt spid="86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173" restart="whenNotActive" nodeType="interactiveSeq" fill="hold">
                <p:stCondLst>
                  <p:cond delay="0" evt="onClick">
                    <p:tgtEl>
                      <p:spTgt spid="868"/>
                    </p:tgtEl>
                  </p:cond>
                </p:stCondLst>
                <p:childTnLst>
                  <p:par>
                    <p:cTn id="1174" fill="hold">
                      <p:stCondLst>
                        <p:cond delay="0" evt="onClick">
                          <p:tgtEl>
                            <p:spTgt spid="868"/>
                          </p:tgtEl>
                        </p:cond>
                      </p:stCondLst>
                      <p:childTnLst>
                        <p:par>
                          <p:cTn id="1175" fill="hold">
                            <p:stCondLst>
                              <p:cond delay="0"/>
                            </p:stCondLst>
                            <p:childTnLst>
                              <p:par>
                                <p:cTn id="1176" nodeType="clickEffect" fill="hold" presetClass="entr" presetID="16" presetSubtype="21">
                                  <p:stCondLst>
                                    <p:cond delay="0"/>
                                  </p:stCondLst>
                                  <p:childTnLst>
                                    <p:set>
                                      <p:cBhvr>
                                        <p:cTn id="1177" dur="1" fill="hold">
                                          <p:stCondLst>
                                            <p:cond delay="0"/>
                                          </p:stCondLst>
                                        </p:cTn>
                                        <p:tgtEl>
                                          <p:spTgt spid="871"/>
                                        </p:tgtEl>
                                        <p:attrNameLst>
                                          <p:attrName>style.visibility</p:attrName>
                                        </p:attrNameLst>
                                      </p:cBhvr>
                                      <p:to>
                                        <p:strVal val="visible"/>
                                      </p:to>
                                    </p:set>
                                    <p:animEffect filter="barn(inVertical)" transition="in">
                                      <p:cBhvr additive="repl">
                                        <p:cTn id="1178" dur="500"/>
                                        <p:tgtEl>
                                          <p:spTgt spid="871"/>
                                        </p:tgtEl>
                                      </p:cBhvr>
                                    </p:animEffect>
                                  </p:childTnLst>
                                </p:cTn>
                              </p:par>
                              <p:par>
                                <p:cTn id="1179" nodeType="withEffect" fill="hold" presetClass="entr" presetID="16" presetSubtype="21">
                                  <p:stCondLst>
                                    <p:cond delay="0"/>
                                  </p:stCondLst>
                                  <p:childTnLst>
                                    <p:set>
                                      <p:cBhvr>
                                        <p:cTn id="1180" dur="1" fill="hold">
                                          <p:stCondLst>
                                            <p:cond delay="0"/>
                                          </p:stCondLst>
                                        </p:cTn>
                                        <p:tgtEl>
                                          <p:spTgt spid="870"/>
                                        </p:tgtEl>
                                        <p:attrNameLst>
                                          <p:attrName>style.visibility</p:attrName>
                                        </p:attrNameLst>
                                      </p:cBhvr>
                                      <p:to>
                                        <p:strVal val="visible"/>
                                      </p:to>
                                    </p:set>
                                    <p:animEffect filter="barn(inVertical)" transition="in">
                                      <p:cBhvr additive="repl">
                                        <p:cTn id="1181" dur="500"/>
                                        <p:tgtEl>
                                          <p:spTgt spid="870"/>
                                        </p:tgtEl>
                                      </p:cBhvr>
                                    </p:animEffect>
                                  </p:childTnLst>
                                </p:cTn>
                              </p:par>
                              <p:par>
                                <p:cTn id="1182" nodeType="withEffect" fill="hold" presetClass="emph" presetID="1" presetSubtype="2">
                                  <p:stCondLst>
                                    <p:cond delay="0"/>
                                  </p:stCondLst>
                                  <p:childTnLst>
                                    <p:animClr clrSpc="rgb">
                                      <p:cBhvr>
                                        <p:cTn id="1183" dur="500" fill="hold"/>
                                        <p:tgtEl>
                                          <p:spTgt spid="869"/>
                                        </p:tgtEl>
                                        <p:attrNameLst>
                                          <p:attrName>fillcolor</p:attrName>
                                        </p:attrNameLst>
                                      </p:cBhvr>
                                      <p:to>
                                        <a:srgbClr val="8a80e4"/>
                                      </p:to>
                                    </p:animClr>
                                    <p:set>
                                      <p:cBhvr>
                                        <p:cTn id="1184" dur="500" fill="hold"/>
                                        <p:tgtEl>
                                          <p:spTgt spid="869"/>
                                        </p:tgtEl>
                                        <p:attrNameLst>
                                          <p:attrName>fill.type</p:attrName>
                                        </p:attrNameLst>
                                      </p:cBhvr>
                                      <p:to>
                                        <p:strVal val="solid"/>
                                      </p:to>
                                    </p:set>
                                    <p:set>
                                      <p:cBhvr>
                                        <p:cTn id="1185" dur="500" fill="hold"/>
                                        <p:tgtEl>
                                          <p:spTgt spid="869"/>
                                        </p:tgtEl>
                                        <p:attrNameLst>
                                          <p:attrName>fill.on</p:attrName>
                                        </p:attrNameLst>
                                      </p:cBhvr>
                                      <p:to>
                                        <p:strVal val="true"/>
                                      </p:to>
                                    </p:set>
                                  </p:childTnLst>
                                </p:cTn>
                              </p:par>
                              <p:par>
                                <p:cTn id="1186" nodeType="withEffect" fill="hold" presetClass="emph" presetID="1" presetSubtype="2">
                                  <p:stCondLst>
                                    <p:cond delay="0"/>
                                  </p:stCondLst>
                                  <p:childTnLst>
                                    <p:animClr clrSpc="rgb">
                                      <p:cBhvr>
                                        <p:cTn id="1187" dur="500" fill="hold"/>
                                        <p:tgtEl>
                                          <p:spTgt spid="865"/>
                                        </p:tgtEl>
                                        <p:attrNameLst>
                                          <p:attrName>fillcolor</p:attrName>
                                        </p:attrNameLst>
                                      </p:cBhvr>
                                      <p:to>
                                        <a:srgbClr val="95b3d7"/>
                                      </p:to>
                                    </p:animClr>
                                    <p:set>
                                      <p:cBhvr>
                                        <p:cTn id="1188" dur="500" fill="hold"/>
                                        <p:tgtEl>
                                          <p:spTgt spid="865"/>
                                        </p:tgtEl>
                                        <p:attrNameLst>
                                          <p:attrName>fill.type</p:attrName>
                                        </p:attrNameLst>
                                      </p:cBhvr>
                                      <p:to>
                                        <p:strVal val="solid"/>
                                      </p:to>
                                    </p:set>
                                    <p:set>
                                      <p:cBhvr>
                                        <p:cTn id="1189" dur="500" fill="hold"/>
                                        <p:tgtEl>
                                          <p:spTgt spid="865"/>
                                        </p:tgtEl>
                                        <p:attrNameLst>
                                          <p:attrName>fill.on</p:attrName>
                                        </p:attrNameLst>
                                      </p:cBhvr>
                                      <p:to>
                                        <p:strVal val="true"/>
                                      </p:to>
                                    </p:set>
                                  </p:childTnLst>
                                </p:cTn>
                              </p:par>
                              <p:par>
                                <p:cTn id="1190" nodeType="withEffect" fill="hold" presetClass="emph" presetID="1" presetSubtype="2">
                                  <p:stCondLst>
                                    <p:cond delay="0"/>
                                  </p:stCondLst>
                                  <p:childTnLst>
                                    <p:animClr clrSpc="rgb">
                                      <p:cBhvr>
                                        <p:cTn id="1191" dur="500" fill="hold"/>
                                        <p:tgtEl>
                                          <p:spTgt spid="873"/>
                                        </p:tgtEl>
                                        <p:attrNameLst>
                                          <p:attrName>fillcolor</p:attrName>
                                        </p:attrNameLst>
                                      </p:cBhvr>
                                      <p:to>
                                        <a:srgbClr val="95b3d7"/>
                                      </p:to>
                                    </p:animClr>
                                    <p:set>
                                      <p:cBhvr>
                                        <p:cTn id="1192" dur="500" fill="hold"/>
                                        <p:tgtEl>
                                          <p:spTgt spid="873"/>
                                        </p:tgtEl>
                                        <p:attrNameLst>
                                          <p:attrName>fill.type</p:attrName>
                                        </p:attrNameLst>
                                      </p:cBhvr>
                                      <p:to>
                                        <p:strVal val="solid"/>
                                      </p:to>
                                    </p:set>
                                    <p:set>
                                      <p:cBhvr>
                                        <p:cTn id="1193" dur="500" fill="hold"/>
                                        <p:tgtEl>
                                          <p:spTgt spid="873"/>
                                        </p:tgtEl>
                                        <p:attrNameLst>
                                          <p:attrName>fill.on</p:attrName>
                                        </p:attrNameLst>
                                      </p:cBhvr>
                                      <p:to>
                                        <p:strVal val="true"/>
                                      </p:to>
                                    </p:set>
                                  </p:childTnLst>
                                </p:cTn>
                              </p:par>
                              <p:par>
                                <p:cTn id="1194" nodeType="withEffect" fill="hold" presetClass="emph" presetID="1" presetSubtype="2">
                                  <p:stCondLst>
                                    <p:cond delay="0"/>
                                  </p:stCondLst>
                                  <p:childTnLst>
                                    <p:animClr clrSpc="rgb">
                                      <p:cBhvr>
                                        <p:cTn id="1195" dur="500" fill="hold"/>
                                        <p:tgtEl>
                                          <p:spTgt spid="877"/>
                                        </p:tgtEl>
                                        <p:attrNameLst>
                                          <p:attrName>fillcolor</p:attrName>
                                        </p:attrNameLst>
                                      </p:cBhvr>
                                      <p:to>
                                        <a:srgbClr val="95b3d7"/>
                                      </p:to>
                                    </p:animClr>
                                    <p:set>
                                      <p:cBhvr>
                                        <p:cTn id="1196" dur="500" fill="hold"/>
                                        <p:tgtEl>
                                          <p:spTgt spid="877"/>
                                        </p:tgtEl>
                                        <p:attrNameLst>
                                          <p:attrName>fill.type</p:attrName>
                                        </p:attrNameLst>
                                      </p:cBhvr>
                                      <p:to>
                                        <p:strVal val="solid"/>
                                      </p:to>
                                    </p:set>
                                    <p:set>
                                      <p:cBhvr>
                                        <p:cTn id="1197" dur="500" fill="hold"/>
                                        <p:tgtEl>
                                          <p:spTgt spid="877"/>
                                        </p:tgtEl>
                                        <p:attrNameLst>
                                          <p:attrName>fill.on</p:attrName>
                                        </p:attrNameLst>
                                      </p:cBhvr>
                                      <p:to>
                                        <p:strVal val="true"/>
                                      </p:to>
                                    </p:set>
                                  </p:childTnLst>
                                </p:cTn>
                              </p:par>
                              <p:par>
                                <p:cTn id="1198" nodeType="withEffect" fill="hold" presetClass="exit" presetID="10">
                                  <p:stCondLst>
                                    <p:cond delay="0"/>
                                  </p:stCondLst>
                                  <p:childTnLst>
                                    <p:animEffect filter="fade" transition="out">
                                      <p:cBhvr additive="repl">
                                        <p:cTn id="1199" dur="500"/>
                                        <p:tgtEl>
                                          <p:spTgt spid="867"/>
                                        </p:tgtEl>
                                      </p:cBhvr>
                                    </p:animEffect>
                                    <p:set>
                                      <p:cBhvr>
                                        <p:cTn id="1200" dur="1" fill="hold">
                                          <p:stCondLst>
                                            <p:cond delay="499"/>
                                          </p:stCondLst>
                                        </p:cTn>
                                        <p:tgtEl>
                                          <p:spTgt spid="867"/>
                                        </p:tgtEl>
                                        <p:attrNameLst>
                                          <p:attrName>style.visibility</p:attrName>
                                        </p:attrNameLst>
                                      </p:cBhvr>
                                      <p:to>
                                        <p:strVal val="hidden"/>
                                      </p:to>
                                    </p:set>
                                  </p:childTnLst>
                                </p:cTn>
                              </p:par>
                              <p:par>
                                <p:cTn id="1201" nodeType="withEffect" fill="hold" presetClass="exit" presetID="10">
                                  <p:stCondLst>
                                    <p:cond delay="0"/>
                                  </p:stCondLst>
                                  <p:childTnLst>
                                    <p:animEffect filter="fade" transition="out">
                                      <p:cBhvr additive="repl">
                                        <p:cTn id="1202" dur="500"/>
                                        <p:tgtEl>
                                          <p:spTgt spid="866"/>
                                        </p:tgtEl>
                                      </p:cBhvr>
                                    </p:animEffect>
                                    <p:set>
                                      <p:cBhvr>
                                        <p:cTn id="1203" dur="1" fill="hold">
                                          <p:stCondLst>
                                            <p:cond delay="499"/>
                                          </p:stCondLst>
                                        </p:cTn>
                                        <p:tgtEl>
                                          <p:spTgt spid="866"/>
                                        </p:tgtEl>
                                        <p:attrNameLst>
                                          <p:attrName>style.visibility</p:attrName>
                                        </p:attrNameLst>
                                      </p:cBhvr>
                                      <p:to>
                                        <p:strVal val="hidden"/>
                                      </p:to>
                                    </p:set>
                                  </p:childTnLst>
                                </p:cTn>
                              </p:par>
                              <p:par>
                                <p:cTn id="1204" nodeType="withEffect" fill="hold" presetClass="exit" presetID="10">
                                  <p:stCondLst>
                                    <p:cond delay="0"/>
                                  </p:stCondLst>
                                  <p:childTnLst>
                                    <p:animEffect filter="fade" transition="out">
                                      <p:cBhvr additive="repl">
                                        <p:cTn id="1205" dur="500"/>
                                        <p:tgtEl>
                                          <p:spTgt spid="875"/>
                                        </p:tgtEl>
                                      </p:cBhvr>
                                    </p:animEffect>
                                    <p:set>
                                      <p:cBhvr>
                                        <p:cTn id="1206" dur="1" fill="hold">
                                          <p:stCondLst>
                                            <p:cond delay="499"/>
                                          </p:stCondLst>
                                        </p:cTn>
                                        <p:tgtEl>
                                          <p:spTgt spid="875"/>
                                        </p:tgtEl>
                                        <p:attrNameLst>
                                          <p:attrName>style.visibility</p:attrName>
                                        </p:attrNameLst>
                                      </p:cBhvr>
                                      <p:to>
                                        <p:strVal val="hidden"/>
                                      </p:to>
                                    </p:set>
                                  </p:childTnLst>
                                </p:cTn>
                              </p:par>
                              <p:par>
                                <p:cTn id="1207" nodeType="withEffect" fill="hold" presetClass="exit" presetID="10">
                                  <p:stCondLst>
                                    <p:cond delay="0"/>
                                  </p:stCondLst>
                                  <p:childTnLst>
                                    <p:animEffect filter="fade" transition="out">
                                      <p:cBhvr additive="repl">
                                        <p:cTn id="1208" dur="500"/>
                                        <p:tgtEl>
                                          <p:spTgt spid="874"/>
                                        </p:tgtEl>
                                      </p:cBhvr>
                                    </p:animEffect>
                                    <p:set>
                                      <p:cBhvr>
                                        <p:cTn id="1209" dur="1" fill="hold">
                                          <p:stCondLst>
                                            <p:cond delay="499"/>
                                          </p:stCondLst>
                                        </p:cTn>
                                        <p:tgtEl>
                                          <p:spTgt spid="874"/>
                                        </p:tgtEl>
                                        <p:attrNameLst>
                                          <p:attrName>style.visibility</p:attrName>
                                        </p:attrNameLst>
                                      </p:cBhvr>
                                      <p:to>
                                        <p:strVal val="hidden"/>
                                      </p:to>
                                    </p:set>
                                  </p:childTnLst>
                                </p:cTn>
                              </p:par>
                              <p:par>
                                <p:cTn id="1210" nodeType="withEffect" fill="hold" presetClass="exit" presetID="10">
                                  <p:stCondLst>
                                    <p:cond delay="0"/>
                                  </p:stCondLst>
                                  <p:childTnLst>
                                    <p:animEffect filter="fade" transition="out">
                                      <p:cBhvr additive="repl">
                                        <p:cTn id="1211" dur="500"/>
                                        <p:tgtEl>
                                          <p:spTgt spid="879"/>
                                        </p:tgtEl>
                                      </p:cBhvr>
                                    </p:animEffect>
                                    <p:set>
                                      <p:cBhvr>
                                        <p:cTn id="1212" dur="1" fill="hold">
                                          <p:stCondLst>
                                            <p:cond delay="499"/>
                                          </p:stCondLst>
                                        </p:cTn>
                                        <p:tgtEl>
                                          <p:spTgt spid="879"/>
                                        </p:tgtEl>
                                        <p:attrNameLst>
                                          <p:attrName>style.visibility</p:attrName>
                                        </p:attrNameLst>
                                      </p:cBhvr>
                                      <p:to>
                                        <p:strVal val="hidden"/>
                                      </p:to>
                                    </p:set>
                                  </p:childTnLst>
                                </p:cTn>
                              </p:par>
                              <p:par>
                                <p:cTn id="1213" nodeType="withEffect" fill="hold" presetClass="exit" presetID="10">
                                  <p:stCondLst>
                                    <p:cond delay="0"/>
                                  </p:stCondLst>
                                  <p:childTnLst>
                                    <p:animEffect filter="fade" transition="out">
                                      <p:cBhvr additive="repl">
                                        <p:cTn id="1214" dur="500"/>
                                        <p:tgtEl>
                                          <p:spTgt spid="878"/>
                                        </p:tgtEl>
                                      </p:cBhvr>
                                    </p:animEffect>
                                    <p:set>
                                      <p:cBhvr>
                                        <p:cTn id="1215" dur="1" fill="hold">
                                          <p:stCondLst>
                                            <p:cond delay="499"/>
                                          </p:stCondLst>
                                        </p:cTn>
                                        <p:tgtEl>
                                          <p:spTgt spid="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216" restart="whenNotActive" nodeType="interactiveSeq" fill="hold">
                <p:stCondLst>
                  <p:cond delay="0" evt="onClick">
                    <p:tgtEl>
                      <p:spTgt spid="871"/>
                    </p:tgtEl>
                  </p:cond>
                </p:stCondLst>
                <p:childTnLst>
                  <p:par>
                    <p:cTn id="1217" fill="hold">
                      <p:stCondLst>
                        <p:cond delay="0" evt="onClick">
                          <p:tgtEl>
                            <p:spTgt spid="871"/>
                          </p:tgtEl>
                        </p:cond>
                      </p:stCondLst>
                      <p:childTnLst>
                        <p:par>
                          <p:cTn id="1218" fill="hold">
                            <p:stCondLst>
                              <p:cond delay="0"/>
                            </p:stCondLst>
                            <p:childTnLst>
                              <p:par>
                                <p:cTn id="1219" nodeType="clickEffect" fill="hold" presetClass="exit" presetID="9">
                                  <p:stCondLst>
                                    <p:cond delay="0"/>
                                  </p:stCondLst>
                                  <p:childTnLst>
                                    <p:animEffect filter="dissolve" transition="out">
                                      <p:cBhvr additive="repl">
                                        <p:cTn id="1220" dur="500"/>
                                        <p:tgtEl>
                                          <p:spTgt spid="871"/>
                                        </p:tgtEl>
                                      </p:cBhvr>
                                    </p:animEffect>
                                    <p:set>
                                      <p:cBhvr>
                                        <p:cTn id="1221" dur="1" fill="hold">
                                          <p:stCondLst>
                                            <p:cond delay="499"/>
                                          </p:stCondLst>
                                        </p:cTn>
                                        <p:tgtEl>
                                          <p:spTgt spid="871"/>
                                        </p:tgtEl>
                                        <p:attrNameLst>
                                          <p:attrName>style.visibility</p:attrName>
                                        </p:attrNameLst>
                                      </p:cBhvr>
                                      <p:to>
                                        <p:strVal val="hidden"/>
                                      </p:to>
                                    </p:set>
                                  </p:childTnLst>
                                </p:cTn>
                              </p:par>
                              <p:par>
                                <p:cTn id="1222" nodeType="withEffect" fill="hold" presetClass="exit" presetID="9">
                                  <p:stCondLst>
                                    <p:cond delay="0"/>
                                  </p:stCondLst>
                                  <p:childTnLst>
                                    <p:animEffect filter="dissolve" transition="out">
                                      <p:cBhvr additive="repl">
                                        <p:cTn id="1223" dur="500"/>
                                        <p:tgtEl>
                                          <p:spTgt spid="870"/>
                                        </p:tgtEl>
                                      </p:cBhvr>
                                    </p:animEffect>
                                    <p:set>
                                      <p:cBhvr>
                                        <p:cTn id="1224" dur="1" fill="hold">
                                          <p:stCondLst>
                                            <p:cond delay="499"/>
                                          </p:stCondLst>
                                        </p:cTn>
                                        <p:tgtEl>
                                          <p:spTgt spid="870"/>
                                        </p:tgtEl>
                                        <p:attrNameLst>
                                          <p:attrName>style.visibility</p:attrName>
                                        </p:attrNameLst>
                                      </p:cBhvr>
                                      <p:to>
                                        <p:strVal val="hidden"/>
                                      </p:to>
                                    </p:set>
                                  </p:childTnLst>
                                </p:cTn>
                              </p:par>
                              <p:par>
                                <p:cTn id="1225" nodeType="withEffect" fill="hold" presetClass="emph" presetID="1" presetSubtype="2">
                                  <p:stCondLst>
                                    <p:cond delay="0"/>
                                  </p:stCondLst>
                                  <p:childTnLst>
                                    <p:animClr clrSpc="rgb">
                                      <p:cBhvr>
                                        <p:cTn id="1226" dur="500" fill="hold"/>
                                        <p:tgtEl>
                                          <p:spTgt spid="869"/>
                                        </p:tgtEl>
                                        <p:attrNameLst>
                                          <p:attrName>fillcolor</p:attrName>
                                        </p:attrNameLst>
                                      </p:cBhvr>
                                      <p:to>
                                        <a:srgbClr val="95b3d7"/>
                                      </p:to>
                                    </p:animClr>
                                    <p:set>
                                      <p:cBhvr>
                                        <p:cTn id="1227" dur="500" fill="hold"/>
                                        <p:tgtEl>
                                          <p:spTgt spid="869"/>
                                        </p:tgtEl>
                                        <p:attrNameLst>
                                          <p:attrName>fill.type</p:attrName>
                                        </p:attrNameLst>
                                      </p:cBhvr>
                                      <p:to>
                                        <p:strVal val="solid"/>
                                      </p:to>
                                    </p:set>
                                    <p:set>
                                      <p:cBhvr>
                                        <p:cTn id="1228" dur="500" fill="hold"/>
                                        <p:tgtEl>
                                          <p:spTgt spid="86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229" restart="whenNotActive" nodeType="interactiveSeq" fill="hold">
                <p:stCondLst>
                  <p:cond delay="0" evt="onClick">
                    <p:tgtEl>
                      <p:spTgt spid="872"/>
                    </p:tgtEl>
                  </p:cond>
                </p:stCondLst>
                <p:childTnLst>
                  <p:par>
                    <p:cTn id="1230" fill="hold">
                      <p:stCondLst>
                        <p:cond delay="0" evt="onClick">
                          <p:tgtEl>
                            <p:spTgt spid="872"/>
                          </p:tgtEl>
                        </p:cond>
                      </p:stCondLst>
                      <p:childTnLst>
                        <p:par>
                          <p:cTn id="1231" fill="hold">
                            <p:stCondLst>
                              <p:cond delay="0"/>
                            </p:stCondLst>
                            <p:childTnLst>
                              <p:par>
                                <p:cTn id="1232" nodeType="clickEffect" fill="hold" presetClass="entr" presetID="16" presetSubtype="21">
                                  <p:stCondLst>
                                    <p:cond delay="0"/>
                                  </p:stCondLst>
                                  <p:childTnLst>
                                    <p:set>
                                      <p:cBhvr>
                                        <p:cTn id="1233" dur="1" fill="hold">
                                          <p:stCondLst>
                                            <p:cond delay="0"/>
                                          </p:stCondLst>
                                        </p:cTn>
                                        <p:tgtEl>
                                          <p:spTgt spid="875"/>
                                        </p:tgtEl>
                                        <p:attrNameLst>
                                          <p:attrName>style.visibility</p:attrName>
                                        </p:attrNameLst>
                                      </p:cBhvr>
                                      <p:to>
                                        <p:strVal val="visible"/>
                                      </p:to>
                                    </p:set>
                                    <p:animEffect filter="barn(inVertical)" transition="in">
                                      <p:cBhvr additive="repl">
                                        <p:cTn id="1234" dur="500"/>
                                        <p:tgtEl>
                                          <p:spTgt spid="875"/>
                                        </p:tgtEl>
                                      </p:cBhvr>
                                    </p:animEffect>
                                  </p:childTnLst>
                                </p:cTn>
                              </p:par>
                              <p:par>
                                <p:cTn id="1235" nodeType="withEffect" fill="hold" presetClass="entr" presetID="16" presetSubtype="21">
                                  <p:stCondLst>
                                    <p:cond delay="0"/>
                                  </p:stCondLst>
                                  <p:childTnLst>
                                    <p:set>
                                      <p:cBhvr>
                                        <p:cTn id="1236" dur="1" fill="hold">
                                          <p:stCondLst>
                                            <p:cond delay="0"/>
                                          </p:stCondLst>
                                        </p:cTn>
                                        <p:tgtEl>
                                          <p:spTgt spid="874"/>
                                        </p:tgtEl>
                                        <p:attrNameLst>
                                          <p:attrName>style.visibility</p:attrName>
                                        </p:attrNameLst>
                                      </p:cBhvr>
                                      <p:to>
                                        <p:strVal val="visible"/>
                                      </p:to>
                                    </p:set>
                                    <p:animEffect filter="barn(inVertical)" transition="in">
                                      <p:cBhvr additive="repl">
                                        <p:cTn id="1237" dur="500"/>
                                        <p:tgtEl>
                                          <p:spTgt spid="874"/>
                                        </p:tgtEl>
                                      </p:cBhvr>
                                    </p:animEffect>
                                  </p:childTnLst>
                                </p:cTn>
                              </p:par>
                              <p:par>
                                <p:cTn id="1238" nodeType="withEffect" fill="hold" presetClass="emph" presetID="1" presetSubtype="2">
                                  <p:stCondLst>
                                    <p:cond delay="0"/>
                                  </p:stCondLst>
                                  <p:childTnLst>
                                    <p:animClr clrSpc="rgb">
                                      <p:cBhvr>
                                        <p:cTn id="1239" dur="500" fill="hold"/>
                                        <p:tgtEl>
                                          <p:spTgt spid="873"/>
                                        </p:tgtEl>
                                        <p:attrNameLst>
                                          <p:attrName>fillcolor</p:attrName>
                                        </p:attrNameLst>
                                      </p:cBhvr>
                                      <p:to>
                                        <a:srgbClr val="8a80e4"/>
                                      </p:to>
                                    </p:animClr>
                                    <p:set>
                                      <p:cBhvr>
                                        <p:cTn id="1240" dur="500" fill="hold"/>
                                        <p:tgtEl>
                                          <p:spTgt spid="873"/>
                                        </p:tgtEl>
                                        <p:attrNameLst>
                                          <p:attrName>fill.type</p:attrName>
                                        </p:attrNameLst>
                                      </p:cBhvr>
                                      <p:to>
                                        <p:strVal val="solid"/>
                                      </p:to>
                                    </p:set>
                                    <p:set>
                                      <p:cBhvr>
                                        <p:cTn id="1241" dur="500" fill="hold"/>
                                        <p:tgtEl>
                                          <p:spTgt spid="873"/>
                                        </p:tgtEl>
                                        <p:attrNameLst>
                                          <p:attrName>fill.on</p:attrName>
                                        </p:attrNameLst>
                                      </p:cBhvr>
                                      <p:to>
                                        <p:strVal val="true"/>
                                      </p:to>
                                    </p:set>
                                  </p:childTnLst>
                                </p:cTn>
                              </p:par>
                              <p:par>
                                <p:cTn id="1242" nodeType="withEffect" fill="hold" presetClass="emph" presetID="1" presetSubtype="2">
                                  <p:stCondLst>
                                    <p:cond delay="0"/>
                                  </p:stCondLst>
                                  <p:childTnLst>
                                    <p:animClr clrSpc="rgb">
                                      <p:cBhvr>
                                        <p:cTn id="1243" dur="500" fill="hold"/>
                                        <p:tgtEl>
                                          <p:spTgt spid="865"/>
                                        </p:tgtEl>
                                        <p:attrNameLst>
                                          <p:attrName>fillcolor</p:attrName>
                                        </p:attrNameLst>
                                      </p:cBhvr>
                                      <p:to>
                                        <a:srgbClr val="95b3d7"/>
                                      </p:to>
                                    </p:animClr>
                                    <p:set>
                                      <p:cBhvr>
                                        <p:cTn id="1244" dur="500" fill="hold"/>
                                        <p:tgtEl>
                                          <p:spTgt spid="865"/>
                                        </p:tgtEl>
                                        <p:attrNameLst>
                                          <p:attrName>fill.type</p:attrName>
                                        </p:attrNameLst>
                                      </p:cBhvr>
                                      <p:to>
                                        <p:strVal val="solid"/>
                                      </p:to>
                                    </p:set>
                                    <p:set>
                                      <p:cBhvr>
                                        <p:cTn id="1245" dur="500" fill="hold"/>
                                        <p:tgtEl>
                                          <p:spTgt spid="865"/>
                                        </p:tgtEl>
                                        <p:attrNameLst>
                                          <p:attrName>fill.on</p:attrName>
                                        </p:attrNameLst>
                                      </p:cBhvr>
                                      <p:to>
                                        <p:strVal val="true"/>
                                      </p:to>
                                    </p:set>
                                  </p:childTnLst>
                                </p:cTn>
                              </p:par>
                              <p:par>
                                <p:cTn id="1246" nodeType="withEffect" fill="hold" presetClass="emph" presetID="1" presetSubtype="2">
                                  <p:stCondLst>
                                    <p:cond delay="0"/>
                                  </p:stCondLst>
                                  <p:childTnLst>
                                    <p:animClr clrSpc="rgb">
                                      <p:cBhvr>
                                        <p:cTn id="1247" dur="500" fill="hold"/>
                                        <p:tgtEl>
                                          <p:spTgt spid="869"/>
                                        </p:tgtEl>
                                        <p:attrNameLst>
                                          <p:attrName>fillcolor</p:attrName>
                                        </p:attrNameLst>
                                      </p:cBhvr>
                                      <p:to>
                                        <a:srgbClr val="95b3d7"/>
                                      </p:to>
                                    </p:animClr>
                                    <p:set>
                                      <p:cBhvr>
                                        <p:cTn id="1248" dur="500" fill="hold"/>
                                        <p:tgtEl>
                                          <p:spTgt spid="869"/>
                                        </p:tgtEl>
                                        <p:attrNameLst>
                                          <p:attrName>fill.type</p:attrName>
                                        </p:attrNameLst>
                                      </p:cBhvr>
                                      <p:to>
                                        <p:strVal val="solid"/>
                                      </p:to>
                                    </p:set>
                                    <p:set>
                                      <p:cBhvr>
                                        <p:cTn id="1249" dur="500" fill="hold"/>
                                        <p:tgtEl>
                                          <p:spTgt spid="869"/>
                                        </p:tgtEl>
                                        <p:attrNameLst>
                                          <p:attrName>fill.on</p:attrName>
                                        </p:attrNameLst>
                                      </p:cBhvr>
                                      <p:to>
                                        <p:strVal val="true"/>
                                      </p:to>
                                    </p:set>
                                  </p:childTnLst>
                                </p:cTn>
                              </p:par>
                              <p:par>
                                <p:cTn id="1250" nodeType="withEffect" fill="hold" presetClass="emph" presetID="1" presetSubtype="2">
                                  <p:stCondLst>
                                    <p:cond delay="0"/>
                                  </p:stCondLst>
                                  <p:childTnLst>
                                    <p:animClr clrSpc="rgb">
                                      <p:cBhvr>
                                        <p:cTn id="1251" dur="500" fill="hold"/>
                                        <p:tgtEl>
                                          <p:spTgt spid="877"/>
                                        </p:tgtEl>
                                        <p:attrNameLst>
                                          <p:attrName>fillcolor</p:attrName>
                                        </p:attrNameLst>
                                      </p:cBhvr>
                                      <p:to>
                                        <a:srgbClr val="95b3d7"/>
                                      </p:to>
                                    </p:animClr>
                                    <p:set>
                                      <p:cBhvr>
                                        <p:cTn id="1252" dur="500" fill="hold"/>
                                        <p:tgtEl>
                                          <p:spTgt spid="877"/>
                                        </p:tgtEl>
                                        <p:attrNameLst>
                                          <p:attrName>fill.type</p:attrName>
                                        </p:attrNameLst>
                                      </p:cBhvr>
                                      <p:to>
                                        <p:strVal val="solid"/>
                                      </p:to>
                                    </p:set>
                                    <p:set>
                                      <p:cBhvr>
                                        <p:cTn id="1253" dur="500" fill="hold"/>
                                        <p:tgtEl>
                                          <p:spTgt spid="877"/>
                                        </p:tgtEl>
                                        <p:attrNameLst>
                                          <p:attrName>fill.on</p:attrName>
                                        </p:attrNameLst>
                                      </p:cBhvr>
                                      <p:to>
                                        <p:strVal val="true"/>
                                      </p:to>
                                    </p:set>
                                  </p:childTnLst>
                                </p:cTn>
                              </p:par>
                              <p:par>
                                <p:cTn id="1254" nodeType="withEffect" fill="hold" presetClass="exit" presetID="10">
                                  <p:stCondLst>
                                    <p:cond delay="0"/>
                                  </p:stCondLst>
                                  <p:childTnLst>
                                    <p:animEffect filter="fade" transition="out">
                                      <p:cBhvr additive="repl">
                                        <p:cTn id="1255" dur="500"/>
                                        <p:tgtEl>
                                          <p:spTgt spid="867"/>
                                        </p:tgtEl>
                                      </p:cBhvr>
                                    </p:animEffect>
                                    <p:set>
                                      <p:cBhvr>
                                        <p:cTn id="1256" dur="1" fill="hold">
                                          <p:stCondLst>
                                            <p:cond delay="499"/>
                                          </p:stCondLst>
                                        </p:cTn>
                                        <p:tgtEl>
                                          <p:spTgt spid="867"/>
                                        </p:tgtEl>
                                        <p:attrNameLst>
                                          <p:attrName>style.visibility</p:attrName>
                                        </p:attrNameLst>
                                      </p:cBhvr>
                                      <p:to>
                                        <p:strVal val="hidden"/>
                                      </p:to>
                                    </p:set>
                                  </p:childTnLst>
                                </p:cTn>
                              </p:par>
                              <p:par>
                                <p:cTn id="1257" nodeType="withEffect" fill="hold" presetClass="exit" presetID="10">
                                  <p:stCondLst>
                                    <p:cond delay="0"/>
                                  </p:stCondLst>
                                  <p:childTnLst>
                                    <p:animEffect filter="fade" transition="out">
                                      <p:cBhvr additive="repl">
                                        <p:cTn id="1258" dur="500"/>
                                        <p:tgtEl>
                                          <p:spTgt spid="866"/>
                                        </p:tgtEl>
                                      </p:cBhvr>
                                    </p:animEffect>
                                    <p:set>
                                      <p:cBhvr>
                                        <p:cTn id="1259" dur="1" fill="hold">
                                          <p:stCondLst>
                                            <p:cond delay="499"/>
                                          </p:stCondLst>
                                        </p:cTn>
                                        <p:tgtEl>
                                          <p:spTgt spid="866"/>
                                        </p:tgtEl>
                                        <p:attrNameLst>
                                          <p:attrName>style.visibility</p:attrName>
                                        </p:attrNameLst>
                                      </p:cBhvr>
                                      <p:to>
                                        <p:strVal val="hidden"/>
                                      </p:to>
                                    </p:set>
                                  </p:childTnLst>
                                </p:cTn>
                              </p:par>
                              <p:par>
                                <p:cTn id="1260" nodeType="withEffect" fill="hold" presetClass="exit" presetID="10">
                                  <p:stCondLst>
                                    <p:cond delay="0"/>
                                  </p:stCondLst>
                                  <p:childTnLst>
                                    <p:animEffect filter="fade" transition="out">
                                      <p:cBhvr additive="repl">
                                        <p:cTn id="1261" dur="500"/>
                                        <p:tgtEl>
                                          <p:spTgt spid="871"/>
                                        </p:tgtEl>
                                      </p:cBhvr>
                                    </p:animEffect>
                                    <p:set>
                                      <p:cBhvr>
                                        <p:cTn id="1262" dur="1" fill="hold">
                                          <p:stCondLst>
                                            <p:cond delay="499"/>
                                          </p:stCondLst>
                                        </p:cTn>
                                        <p:tgtEl>
                                          <p:spTgt spid="871"/>
                                        </p:tgtEl>
                                        <p:attrNameLst>
                                          <p:attrName>style.visibility</p:attrName>
                                        </p:attrNameLst>
                                      </p:cBhvr>
                                      <p:to>
                                        <p:strVal val="hidden"/>
                                      </p:to>
                                    </p:set>
                                  </p:childTnLst>
                                </p:cTn>
                              </p:par>
                              <p:par>
                                <p:cTn id="1263" nodeType="withEffect" fill="hold" presetClass="exit" presetID="10">
                                  <p:stCondLst>
                                    <p:cond delay="0"/>
                                  </p:stCondLst>
                                  <p:childTnLst>
                                    <p:animEffect filter="fade" transition="out">
                                      <p:cBhvr additive="repl">
                                        <p:cTn id="1264" dur="500"/>
                                        <p:tgtEl>
                                          <p:spTgt spid="870"/>
                                        </p:tgtEl>
                                      </p:cBhvr>
                                    </p:animEffect>
                                    <p:set>
                                      <p:cBhvr>
                                        <p:cTn id="1265" dur="1" fill="hold">
                                          <p:stCondLst>
                                            <p:cond delay="499"/>
                                          </p:stCondLst>
                                        </p:cTn>
                                        <p:tgtEl>
                                          <p:spTgt spid="870"/>
                                        </p:tgtEl>
                                        <p:attrNameLst>
                                          <p:attrName>style.visibility</p:attrName>
                                        </p:attrNameLst>
                                      </p:cBhvr>
                                      <p:to>
                                        <p:strVal val="hidden"/>
                                      </p:to>
                                    </p:set>
                                  </p:childTnLst>
                                </p:cTn>
                              </p:par>
                              <p:par>
                                <p:cTn id="1266" nodeType="withEffect" fill="hold" presetClass="exit" presetID="10">
                                  <p:stCondLst>
                                    <p:cond delay="0"/>
                                  </p:stCondLst>
                                  <p:childTnLst>
                                    <p:animEffect filter="fade" transition="out">
                                      <p:cBhvr additive="repl">
                                        <p:cTn id="1267" dur="500"/>
                                        <p:tgtEl>
                                          <p:spTgt spid="879"/>
                                        </p:tgtEl>
                                      </p:cBhvr>
                                    </p:animEffect>
                                    <p:set>
                                      <p:cBhvr>
                                        <p:cTn id="1268" dur="1" fill="hold">
                                          <p:stCondLst>
                                            <p:cond delay="499"/>
                                          </p:stCondLst>
                                        </p:cTn>
                                        <p:tgtEl>
                                          <p:spTgt spid="879"/>
                                        </p:tgtEl>
                                        <p:attrNameLst>
                                          <p:attrName>style.visibility</p:attrName>
                                        </p:attrNameLst>
                                      </p:cBhvr>
                                      <p:to>
                                        <p:strVal val="hidden"/>
                                      </p:to>
                                    </p:set>
                                  </p:childTnLst>
                                </p:cTn>
                              </p:par>
                              <p:par>
                                <p:cTn id="1269" nodeType="withEffect" fill="hold" presetClass="exit" presetID="10">
                                  <p:stCondLst>
                                    <p:cond delay="0"/>
                                  </p:stCondLst>
                                  <p:childTnLst>
                                    <p:animEffect filter="fade" transition="out">
                                      <p:cBhvr additive="repl">
                                        <p:cTn id="1270" dur="500"/>
                                        <p:tgtEl>
                                          <p:spTgt spid="878"/>
                                        </p:tgtEl>
                                      </p:cBhvr>
                                    </p:animEffect>
                                    <p:set>
                                      <p:cBhvr>
                                        <p:cTn id="1271" dur="1" fill="hold">
                                          <p:stCondLst>
                                            <p:cond delay="499"/>
                                          </p:stCondLst>
                                        </p:cTn>
                                        <p:tgtEl>
                                          <p:spTgt spid="8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272" restart="whenNotActive" nodeType="interactiveSeq" fill="hold">
                <p:stCondLst>
                  <p:cond delay="0" evt="onClick">
                    <p:tgtEl>
                      <p:spTgt spid="875"/>
                    </p:tgtEl>
                  </p:cond>
                </p:stCondLst>
                <p:childTnLst>
                  <p:par>
                    <p:cTn id="1273" fill="hold">
                      <p:stCondLst>
                        <p:cond delay="0" evt="onClick">
                          <p:tgtEl>
                            <p:spTgt spid="875"/>
                          </p:tgtEl>
                        </p:cond>
                      </p:stCondLst>
                      <p:childTnLst>
                        <p:par>
                          <p:cTn id="1274" fill="hold">
                            <p:stCondLst>
                              <p:cond delay="0"/>
                            </p:stCondLst>
                            <p:childTnLst>
                              <p:par>
                                <p:cTn id="1275" nodeType="clickEffect" fill="hold" presetClass="exit" presetID="9">
                                  <p:stCondLst>
                                    <p:cond delay="0"/>
                                  </p:stCondLst>
                                  <p:childTnLst>
                                    <p:animEffect filter="dissolve" transition="out">
                                      <p:cBhvr additive="repl">
                                        <p:cTn id="1276" dur="500"/>
                                        <p:tgtEl>
                                          <p:spTgt spid="875"/>
                                        </p:tgtEl>
                                      </p:cBhvr>
                                    </p:animEffect>
                                    <p:set>
                                      <p:cBhvr>
                                        <p:cTn id="1277" dur="1" fill="hold">
                                          <p:stCondLst>
                                            <p:cond delay="499"/>
                                          </p:stCondLst>
                                        </p:cTn>
                                        <p:tgtEl>
                                          <p:spTgt spid="875"/>
                                        </p:tgtEl>
                                        <p:attrNameLst>
                                          <p:attrName>style.visibility</p:attrName>
                                        </p:attrNameLst>
                                      </p:cBhvr>
                                      <p:to>
                                        <p:strVal val="hidden"/>
                                      </p:to>
                                    </p:set>
                                  </p:childTnLst>
                                </p:cTn>
                              </p:par>
                              <p:par>
                                <p:cTn id="1278" nodeType="withEffect" fill="hold" presetClass="exit" presetID="9">
                                  <p:stCondLst>
                                    <p:cond delay="0"/>
                                  </p:stCondLst>
                                  <p:childTnLst>
                                    <p:animEffect filter="dissolve" transition="out">
                                      <p:cBhvr additive="repl">
                                        <p:cTn id="1279" dur="500"/>
                                        <p:tgtEl>
                                          <p:spTgt spid="874"/>
                                        </p:tgtEl>
                                      </p:cBhvr>
                                    </p:animEffect>
                                    <p:set>
                                      <p:cBhvr>
                                        <p:cTn id="1280" dur="1" fill="hold">
                                          <p:stCondLst>
                                            <p:cond delay="499"/>
                                          </p:stCondLst>
                                        </p:cTn>
                                        <p:tgtEl>
                                          <p:spTgt spid="874"/>
                                        </p:tgtEl>
                                        <p:attrNameLst>
                                          <p:attrName>style.visibility</p:attrName>
                                        </p:attrNameLst>
                                      </p:cBhvr>
                                      <p:to>
                                        <p:strVal val="hidden"/>
                                      </p:to>
                                    </p:set>
                                  </p:childTnLst>
                                </p:cTn>
                              </p:par>
                              <p:par>
                                <p:cTn id="1281" nodeType="withEffect" fill="hold" presetClass="emph" presetID="1" presetSubtype="2">
                                  <p:stCondLst>
                                    <p:cond delay="0"/>
                                  </p:stCondLst>
                                  <p:childTnLst>
                                    <p:animClr clrSpc="rgb">
                                      <p:cBhvr>
                                        <p:cTn id="1282" dur="500" fill="hold"/>
                                        <p:tgtEl>
                                          <p:spTgt spid="873"/>
                                        </p:tgtEl>
                                        <p:attrNameLst>
                                          <p:attrName>fillcolor</p:attrName>
                                        </p:attrNameLst>
                                      </p:cBhvr>
                                      <p:to>
                                        <a:srgbClr val="95b3d7"/>
                                      </p:to>
                                    </p:animClr>
                                    <p:set>
                                      <p:cBhvr>
                                        <p:cTn id="1283" dur="500" fill="hold"/>
                                        <p:tgtEl>
                                          <p:spTgt spid="873"/>
                                        </p:tgtEl>
                                        <p:attrNameLst>
                                          <p:attrName>fill.type</p:attrName>
                                        </p:attrNameLst>
                                      </p:cBhvr>
                                      <p:to>
                                        <p:strVal val="solid"/>
                                      </p:to>
                                    </p:set>
                                    <p:set>
                                      <p:cBhvr>
                                        <p:cTn id="1284" dur="500" fill="hold"/>
                                        <p:tgtEl>
                                          <p:spTgt spid="87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285" restart="whenNotActive" nodeType="interactiveSeq" fill="hold">
                <p:stCondLst>
                  <p:cond delay="0" evt="onClick">
                    <p:tgtEl>
                      <p:spTgt spid="876"/>
                    </p:tgtEl>
                  </p:cond>
                </p:stCondLst>
                <p:childTnLst>
                  <p:par>
                    <p:cTn id="1286" fill="hold">
                      <p:stCondLst>
                        <p:cond delay="0" evt="onClick">
                          <p:tgtEl>
                            <p:spTgt spid="876"/>
                          </p:tgtEl>
                        </p:cond>
                      </p:stCondLst>
                      <p:childTnLst>
                        <p:par>
                          <p:cTn id="1287" fill="hold">
                            <p:stCondLst>
                              <p:cond delay="0"/>
                            </p:stCondLst>
                            <p:childTnLst>
                              <p:par>
                                <p:cTn id="1288" nodeType="clickEffect" fill="hold" presetClass="entr" presetID="16" presetSubtype="21">
                                  <p:stCondLst>
                                    <p:cond delay="0"/>
                                  </p:stCondLst>
                                  <p:childTnLst>
                                    <p:set>
                                      <p:cBhvr>
                                        <p:cTn id="1289" dur="1" fill="hold">
                                          <p:stCondLst>
                                            <p:cond delay="0"/>
                                          </p:stCondLst>
                                        </p:cTn>
                                        <p:tgtEl>
                                          <p:spTgt spid="879"/>
                                        </p:tgtEl>
                                        <p:attrNameLst>
                                          <p:attrName>style.visibility</p:attrName>
                                        </p:attrNameLst>
                                      </p:cBhvr>
                                      <p:to>
                                        <p:strVal val="visible"/>
                                      </p:to>
                                    </p:set>
                                    <p:animEffect filter="barn(inVertical)" transition="in">
                                      <p:cBhvr additive="repl">
                                        <p:cTn id="1290" dur="500"/>
                                        <p:tgtEl>
                                          <p:spTgt spid="879"/>
                                        </p:tgtEl>
                                      </p:cBhvr>
                                    </p:animEffect>
                                  </p:childTnLst>
                                </p:cTn>
                              </p:par>
                              <p:par>
                                <p:cTn id="1291" nodeType="withEffect" fill="hold" presetClass="entr" presetID="16" presetSubtype="21">
                                  <p:stCondLst>
                                    <p:cond delay="0"/>
                                  </p:stCondLst>
                                  <p:childTnLst>
                                    <p:set>
                                      <p:cBhvr>
                                        <p:cTn id="1292" dur="1" fill="hold">
                                          <p:stCondLst>
                                            <p:cond delay="0"/>
                                          </p:stCondLst>
                                        </p:cTn>
                                        <p:tgtEl>
                                          <p:spTgt spid="878"/>
                                        </p:tgtEl>
                                        <p:attrNameLst>
                                          <p:attrName>style.visibility</p:attrName>
                                        </p:attrNameLst>
                                      </p:cBhvr>
                                      <p:to>
                                        <p:strVal val="visible"/>
                                      </p:to>
                                    </p:set>
                                    <p:animEffect filter="barn(inVertical)" transition="in">
                                      <p:cBhvr additive="repl">
                                        <p:cTn id="1293" dur="500"/>
                                        <p:tgtEl>
                                          <p:spTgt spid="878"/>
                                        </p:tgtEl>
                                      </p:cBhvr>
                                    </p:animEffect>
                                  </p:childTnLst>
                                </p:cTn>
                              </p:par>
                              <p:par>
                                <p:cTn id="1294" nodeType="withEffect" fill="hold" presetClass="emph" presetID="1" presetSubtype="2">
                                  <p:stCondLst>
                                    <p:cond delay="0"/>
                                  </p:stCondLst>
                                  <p:childTnLst>
                                    <p:animClr clrSpc="rgb">
                                      <p:cBhvr>
                                        <p:cTn id="1295" dur="500" fill="hold"/>
                                        <p:tgtEl>
                                          <p:spTgt spid="877"/>
                                        </p:tgtEl>
                                        <p:attrNameLst>
                                          <p:attrName>fillcolor</p:attrName>
                                        </p:attrNameLst>
                                      </p:cBhvr>
                                      <p:to>
                                        <a:srgbClr val="8a80e4"/>
                                      </p:to>
                                    </p:animClr>
                                    <p:set>
                                      <p:cBhvr>
                                        <p:cTn id="1296" dur="500" fill="hold"/>
                                        <p:tgtEl>
                                          <p:spTgt spid="877"/>
                                        </p:tgtEl>
                                        <p:attrNameLst>
                                          <p:attrName>fill.type</p:attrName>
                                        </p:attrNameLst>
                                      </p:cBhvr>
                                      <p:to>
                                        <p:strVal val="solid"/>
                                      </p:to>
                                    </p:set>
                                    <p:set>
                                      <p:cBhvr>
                                        <p:cTn id="1297" dur="500" fill="hold"/>
                                        <p:tgtEl>
                                          <p:spTgt spid="877"/>
                                        </p:tgtEl>
                                        <p:attrNameLst>
                                          <p:attrName>fill.on</p:attrName>
                                        </p:attrNameLst>
                                      </p:cBhvr>
                                      <p:to>
                                        <p:strVal val="true"/>
                                      </p:to>
                                    </p:set>
                                  </p:childTnLst>
                                </p:cTn>
                              </p:par>
                              <p:par>
                                <p:cTn id="1298" nodeType="withEffect" fill="hold" presetClass="emph" presetID="1" presetSubtype="2">
                                  <p:stCondLst>
                                    <p:cond delay="0"/>
                                  </p:stCondLst>
                                  <p:childTnLst>
                                    <p:animClr clrSpc="rgb">
                                      <p:cBhvr>
                                        <p:cTn id="1299" dur="500" fill="hold"/>
                                        <p:tgtEl>
                                          <p:spTgt spid="865"/>
                                        </p:tgtEl>
                                        <p:attrNameLst>
                                          <p:attrName>fillcolor</p:attrName>
                                        </p:attrNameLst>
                                      </p:cBhvr>
                                      <p:to>
                                        <a:srgbClr val="95b3d7"/>
                                      </p:to>
                                    </p:animClr>
                                    <p:set>
                                      <p:cBhvr>
                                        <p:cTn id="1300" dur="500" fill="hold"/>
                                        <p:tgtEl>
                                          <p:spTgt spid="865"/>
                                        </p:tgtEl>
                                        <p:attrNameLst>
                                          <p:attrName>fill.type</p:attrName>
                                        </p:attrNameLst>
                                      </p:cBhvr>
                                      <p:to>
                                        <p:strVal val="solid"/>
                                      </p:to>
                                    </p:set>
                                    <p:set>
                                      <p:cBhvr>
                                        <p:cTn id="1301" dur="500" fill="hold"/>
                                        <p:tgtEl>
                                          <p:spTgt spid="865"/>
                                        </p:tgtEl>
                                        <p:attrNameLst>
                                          <p:attrName>fill.on</p:attrName>
                                        </p:attrNameLst>
                                      </p:cBhvr>
                                      <p:to>
                                        <p:strVal val="true"/>
                                      </p:to>
                                    </p:set>
                                  </p:childTnLst>
                                </p:cTn>
                              </p:par>
                              <p:par>
                                <p:cTn id="1302" nodeType="withEffect" fill="hold" presetClass="emph" presetID="1" presetSubtype="2">
                                  <p:stCondLst>
                                    <p:cond delay="0"/>
                                  </p:stCondLst>
                                  <p:childTnLst>
                                    <p:animClr clrSpc="rgb">
                                      <p:cBhvr>
                                        <p:cTn id="1303" dur="500" fill="hold"/>
                                        <p:tgtEl>
                                          <p:spTgt spid="869"/>
                                        </p:tgtEl>
                                        <p:attrNameLst>
                                          <p:attrName>fillcolor</p:attrName>
                                        </p:attrNameLst>
                                      </p:cBhvr>
                                      <p:to>
                                        <a:srgbClr val="95b3d7"/>
                                      </p:to>
                                    </p:animClr>
                                    <p:set>
                                      <p:cBhvr>
                                        <p:cTn id="1304" dur="500" fill="hold"/>
                                        <p:tgtEl>
                                          <p:spTgt spid="869"/>
                                        </p:tgtEl>
                                        <p:attrNameLst>
                                          <p:attrName>fill.type</p:attrName>
                                        </p:attrNameLst>
                                      </p:cBhvr>
                                      <p:to>
                                        <p:strVal val="solid"/>
                                      </p:to>
                                    </p:set>
                                    <p:set>
                                      <p:cBhvr>
                                        <p:cTn id="1305" dur="500" fill="hold"/>
                                        <p:tgtEl>
                                          <p:spTgt spid="869"/>
                                        </p:tgtEl>
                                        <p:attrNameLst>
                                          <p:attrName>fill.on</p:attrName>
                                        </p:attrNameLst>
                                      </p:cBhvr>
                                      <p:to>
                                        <p:strVal val="true"/>
                                      </p:to>
                                    </p:set>
                                  </p:childTnLst>
                                </p:cTn>
                              </p:par>
                              <p:par>
                                <p:cTn id="1306" nodeType="withEffect" fill="hold" presetClass="emph" presetID="1" presetSubtype="2">
                                  <p:stCondLst>
                                    <p:cond delay="0"/>
                                  </p:stCondLst>
                                  <p:childTnLst>
                                    <p:animClr clrSpc="rgb">
                                      <p:cBhvr>
                                        <p:cTn id="1307" dur="500" fill="hold"/>
                                        <p:tgtEl>
                                          <p:spTgt spid="873"/>
                                        </p:tgtEl>
                                        <p:attrNameLst>
                                          <p:attrName>fillcolor</p:attrName>
                                        </p:attrNameLst>
                                      </p:cBhvr>
                                      <p:to>
                                        <a:srgbClr val="95b3d7"/>
                                      </p:to>
                                    </p:animClr>
                                    <p:set>
                                      <p:cBhvr>
                                        <p:cTn id="1308" dur="500" fill="hold"/>
                                        <p:tgtEl>
                                          <p:spTgt spid="873"/>
                                        </p:tgtEl>
                                        <p:attrNameLst>
                                          <p:attrName>fill.type</p:attrName>
                                        </p:attrNameLst>
                                      </p:cBhvr>
                                      <p:to>
                                        <p:strVal val="solid"/>
                                      </p:to>
                                    </p:set>
                                    <p:set>
                                      <p:cBhvr>
                                        <p:cTn id="1309" dur="500" fill="hold"/>
                                        <p:tgtEl>
                                          <p:spTgt spid="873"/>
                                        </p:tgtEl>
                                        <p:attrNameLst>
                                          <p:attrName>fill.on</p:attrName>
                                        </p:attrNameLst>
                                      </p:cBhvr>
                                      <p:to>
                                        <p:strVal val="true"/>
                                      </p:to>
                                    </p:set>
                                  </p:childTnLst>
                                </p:cTn>
                              </p:par>
                              <p:par>
                                <p:cTn id="1310" nodeType="withEffect" fill="hold" presetClass="exit" presetID="10">
                                  <p:stCondLst>
                                    <p:cond delay="0"/>
                                  </p:stCondLst>
                                  <p:childTnLst>
                                    <p:animEffect filter="fade" transition="out">
                                      <p:cBhvr additive="repl">
                                        <p:cTn id="1311" dur="500"/>
                                        <p:tgtEl>
                                          <p:spTgt spid="867"/>
                                        </p:tgtEl>
                                      </p:cBhvr>
                                    </p:animEffect>
                                    <p:set>
                                      <p:cBhvr>
                                        <p:cTn id="1312" dur="1" fill="hold">
                                          <p:stCondLst>
                                            <p:cond delay="499"/>
                                          </p:stCondLst>
                                        </p:cTn>
                                        <p:tgtEl>
                                          <p:spTgt spid="867"/>
                                        </p:tgtEl>
                                        <p:attrNameLst>
                                          <p:attrName>style.visibility</p:attrName>
                                        </p:attrNameLst>
                                      </p:cBhvr>
                                      <p:to>
                                        <p:strVal val="hidden"/>
                                      </p:to>
                                    </p:set>
                                  </p:childTnLst>
                                </p:cTn>
                              </p:par>
                              <p:par>
                                <p:cTn id="1313" nodeType="withEffect" fill="hold" presetClass="exit" presetID="10">
                                  <p:stCondLst>
                                    <p:cond delay="0"/>
                                  </p:stCondLst>
                                  <p:childTnLst>
                                    <p:animEffect filter="fade" transition="out">
                                      <p:cBhvr additive="repl">
                                        <p:cTn id="1314" dur="500"/>
                                        <p:tgtEl>
                                          <p:spTgt spid="866"/>
                                        </p:tgtEl>
                                      </p:cBhvr>
                                    </p:animEffect>
                                    <p:set>
                                      <p:cBhvr>
                                        <p:cTn id="1315" dur="1" fill="hold">
                                          <p:stCondLst>
                                            <p:cond delay="499"/>
                                          </p:stCondLst>
                                        </p:cTn>
                                        <p:tgtEl>
                                          <p:spTgt spid="866"/>
                                        </p:tgtEl>
                                        <p:attrNameLst>
                                          <p:attrName>style.visibility</p:attrName>
                                        </p:attrNameLst>
                                      </p:cBhvr>
                                      <p:to>
                                        <p:strVal val="hidden"/>
                                      </p:to>
                                    </p:set>
                                  </p:childTnLst>
                                </p:cTn>
                              </p:par>
                              <p:par>
                                <p:cTn id="1316" nodeType="withEffect" fill="hold" presetClass="exit" presetID="10">
                                  <p:stCondLst>
                                    <p:cond delay="0"/>
                                  </p:stCondLst>
                                  <p:childTnLst>
                                    <p:animEffect filter="fade" transition="out">
                                      <p:cBhvr additive="repl">
                                        <p:cTn id="1317" dur="500"/>
                                        <p:tgtEl>
                                          <p:spTgt spid="871"/>
                                        </p:tgtEl>
                                      </p:cBhvr>
                                    </p:animEffect>
                                    <p:set>
                                      <p:cBhvr>
                                        <p:cTn id="1318" dur="1" fill="hold">
                                          <p:stCondLst>
                                            <p:cond delay="499"/>
                                          </p:stCondLst>
                                        </p:cTn>
                                        <p:tgtEl>
                                          <p:spTgt spid="871"/>
                                        </p:tgtEl>
                                        <p:attrNameLst>
                                          <p:attrName>style.visibility</p:attrName>
                                        </p:attrNameLst>
                                      </p:cBhvr>
                                      <p:to>
                                        <p:strVal val="hidden"/>
                                      </p:to>
                                    </p:set>
                                  </p:childTnLst>
                                </p:cTn>
                              </p:par>
                              <p:par>
                                <p:cTn id="1319" nodeType="withEffect" fill="hold" presetClass="exit" presetID="10">
                                  <p:stCondLst>
                                    <p:cond delay="0"/>
                                  </p:stCondLst>
                                  <p:childTnLst>
                                    <p:animEffect filter="fade" transition="out">
                                      <p:cBhvr additive="repl">
                                        <p:cTn id="1320" dur="500"/>
                                        <p:tgtEl>
                                          <p:spTgt spid="870"/>
                                        </p:tgtEl>
                                      </p:cBhvr>
                                    </p:animEffect>
                                    <p:set>
                                      <p:cBhvr>
                                        <p:cTn id="1321" dur="1" fill="hold">
                                          <p:stCondLst>
                                            <p:cond delay="499"/>
                                          </p:stCondLst>
                                        </p:cTn>
                                        <p:tgtEl>
                                          <p:spTgt spid="870"/>
                                        </p:tgtEl>
                                        <p:attrNameLst>
                                          <p:attrName>style.visibility</p:attrName>
                                        </p:attrNameLst>
                                      </p:cBhvr>
                                      <p:to>
                                        <p:strVal val="hidden"/>
                                      </p:to>
                                    </p:set>
                                  </p:childTnLst>
                                </p:cTn>
                              </p:par>
                              <p:par>
                                <p:cTn id="1322" nodeType="withEffect" fill="hold" presetClass="exit" presetID="10">
                                  <p:stCondLst>
                                    <p:cond delay="0"/>
                                  </p:stCondLst>
                                  <p:childTnLst>
                                    <p:animEffect filter="fade" transition="out">
                                      <p:cBhvr additive="repl">
                                        <p:cTn id="1323" dur="500"/>
                                        <p:tgtEl>
                                          <p:spTgt spid="875"/>
                                        </p:tgtEl>
                                      </p:cBhvr>
                                    </p:animEffect>
                                    <p:set>
                                      <p:cBhvr>
                                        <p:cTn id="1324" dur="1" fill="hold">
                                          <p:stCondLst>
                                            <p:cond delay="499"/>
                                          </p:stCondLst>
                                        </p:cTn>
                                        <p:tgtEl>
                                          <p:spTgt spid="875"/>
                                        </p:tgtEl>
                                        <p:attrNameLst>
                                          <p:attrName>style.visibility</p:attrName>
                                        </p:attrNameLst>
                                      </p:cBhvr>
                                      <p:to>
                                        <p:strVal val="hidden"/>
                                      </p:to>
                                    </p:set>
                                  </p:childTnLst>
                                </p:cTn>
                              </p:par>
                              <p:par>
                                <p:cTn id="1325" nodeType="withEffect" fill="hold" presetClass="exit" presetID="10">
                                  <p:stCondLst>
                                    <p:cond delay="0"/>
                                  </p:stCondLst>
                                  <p:childTnLst>
                                    <p:animEffect filter="fade" transition="out">
                                      <p:cBhvr additive="repl">
                                        <p:cTn id="1326" dur="500"/>
                                        <p:tgtEl>
                                          <p:spTgt spid="874"/>
                                        </p:tgtEl>
                                      </p:cBhvr>
                                    </p:animEffect>
                                    <p:set>
                                      <p:cBhvr>
                                        <p:cTn id="1327" dur="1" fill="hold">
                                          <p:stCondLst>
                                            <p:cond delay="499"/>
                                          </p:stCondLst>
                                        </p:cTn>
                                        <p:tgtEl>
                                          <p:spTgt spid="87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328" restart="whenNotActive" nodeType="interactiveSeq" fill="hold">
                <p:stCondLst>
                  <p:cond delay="0" evt="onClick">
                    <p:tgtEl>
                      <p:spTgt spid="879"/>
                    </p:tgtEl>
                  </p:cond>
                </p:stCondLst>
                <p:childTnLst>
                  <p:par>
                    <p:cTn id="1329" fill="hold">
                      <p:stCondLst>
                        <p:cond delay="0" evt="onClick">
                          <p:tgtEl>
                            <p:spTgt spid="879"/>
                          </p:tgtEl>
                        </p:cond>
                      </p:stCondLst>
                      <p:childTnLst>
                        <p:par>
                          <p:cTn id="1330" fill="hold">
                            <p:stCondLst>
                              <p:cond delay="0"/>
                            </p:stCondLst>
                            <p:childTnLst>
                              <p:par>
                                <p:cTn id="1331" nodeType="clickEffect" fill="hold" presetClass="exit" presetID="9">
                                  <p:stCondLst>
                                    <p:cond delay="0"/>
                                  </p:stCondLst>
                                  <p:childTnLst>
                                    <p:animEffect filter="dissolve" transition="out">
                                      <p:cBhvr additive="repl">
                                        <p:cTn id="1332" dur="500"/>
                                        <p:tgtEl>
                                          <p:spTgt spid="879"/>
                                        </p:tgtEl>
                                      </p:cBhvr>
                                    </p:animEffect>
                                    <p:set>
                                      <p:cBhvr>
                                        <p:cTn id="1333" dur="1" fill="hold">
                                          <p:stCondLst>
                                            <p:cond delay="499"/>
                                          </p:stCondLst>
                                        </p:cTn>
                                        <p:tgtEl>
                                          <p:spTgt spid="879"/>
                                        </p:tgtEl>
                                        <p:attrNameLst>
                                          <p:attrName>style.visibility</p:attrName>
                                        </p:attrNameLst>
                                      </p:cBhvr>
                                      <p:to>
                                        <p:strVal val="hidden"/>
                                      </p:to>
                                    </p:set>
                                  </p:childTnLst>
                                </p:cTn>
                              </p:par>
                              <p:par>
                                <p:cTn id="1334" nodeType="withEffect" fill="hold" presetClass="exit" presetID="9">
                                  <p:stCondLst>
                                    <p:cond delay="0"/>
                                  </p:stCondLst>
                                  <p:childTnLst>
                                    <p:animEffect filter="dissolve" transition="out">
                                      <p:cBhvr additive="repl">
                                        <p:cTn id="1335" dur="500"/>
                                        <p:tgtEl>
                                          <p:spTgt spid="878"/>
                                        </p:tgtEl>
                                      </p:cBhvr>
                                    </p:animEffect>
                                    <p:set>
                                      <p:cBhvr>
                                        <p:cTn id="1336" dur="1" fill="hold">
                                          <p:stCondLst>
                                            <p:cond delay="499"/>
                                          </p:stCondLst>
                                        </p:cTn>
                                        <p:tgtEl>
                                          <p:spTgt spid="878"/>
                                        </p:tgtEl>
                                        <p:attrNameLst>
                                          <p:attrName>style.visibility</p:attrName>
                                        </p:attrNameLst>
                                      </p:cBhvr>
                                      <p:to>
                                        <p:strVal val="hidden"/>
                                      </p:to>
                                    </p:set>
                                  </p:childTnLst>
                                </p:cTn>
                              </p:par>
                              <p:par>
                                <p:cTn id="1337" nodeType="withEffect" fill="hold" presetClass="emph" presetID="1" presetSubtype="2">
                                  <p:stCondLst>
                                    <p:cond delay="0"/>
                                  </p:stCondLst>
                                  <p:childTnLst>
                                    <p:animClr clrSpc="rgb">
                                      <p:cBhvr>
                                        <p:cTn id="1338" dur="500" fill="hold"/>
                                        <p:tgtEl>
                                          <p:spTgt spid="877"/>
                                        </p:tgtEl>
                                        <p:attrNameLst>
                                          <p:attrName>fillcolor</p:attrName>
                                        </p:attrNameLst>
                                      </p:cBhvr>
                                      <p:to>
                                        <a:srgbClr val="95b3d7"/>
                                      </p:to>
                                    </p:animClr>
                                    <p:set>
                                      <p:cBhvr>
                                        <p:cTn id="1339" dur="500" fill="hold"/>
                                        <p:tgtEl>
                                          <p:spTgt spid="877"/>
                                        </p:tgtEl>
                                        <p:attrNameLst>
                                          <p:attrName>fill.type</p:attrName>
                                        </p:attrNameLst>
                                      </p:cBhvr>
                                      <p:to>
                                        <p:strVal val="solid"/>
                                      </p:to>
                                    </p:set>
                                    <p:set>
                                      <p:cBhvr>
                                        <p:cTn id="1340" dur="500" fill="hold"/>
                                        <p:tgtEl>
                                          <p:spTgt spid="87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881"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882"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title"/>
          </p:nvPr>
        </p:nvSpPr>
        <p:spPr>
          <a:xfrm>
            <a:off x="541440" y="477720"/>
            <a:ext cx="8570880" cy="43056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06</a:t>
            </a:r>
            <a:endParaRPr b="0" lang="pt-BR" sz="2800" spc="-1" strike="noStrike">
              <a:solidFill>
                <a:schemeClr val="dk1"/>
              </a:solidFill>
              <a:latin typeface="Arial"/>
            </a:endParaRPr>
          </a:p>
        </p:txBody>
      </p:sp>
      <p:sp>
        <p:nvSpPr>
          <p:cNvPr id="884" name="PlaceHolder 2"/>
          <p:cNvSpPr>
            <a:spLocks noGrp="1"/>
          </p:cNvSpPr>
          <p:nvPr>
            <p:ph type="subTitle"/>
          </p:nvPr>
        </p:nvSpPr>
        <p:spPr>
          <a:xfrm>
            <a:off x="1398600" y="126360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sistema de anemômetro “EVERSHED”, a voltagem CA proporcional à velocidade do vento é desenvolvida em qual unidade?</a:t>
            </a:r>
            <a:endParaRPr b="0" lang="pt-BR" sz="1600" spc="-1" strike="noStrike">
              <a:solidFill>
                <a:srgbClr val="000000"/>
              </a:solidFill>
              <a:latin typeface="Arial"/>
            </a:endParaRPr>
          </a:p>
        </p:txBody>
      </p:sp>
      <p:sp>
        <p:nvSpPr>
          <p:cNvPr id="885"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886"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Geração de indução</a:t>
            </a:r>
            <a:endParaRPr b="0" lang="pt-BR" sz="1800" spc="-1" strike="noStrike">
              <a:solidFill>
                <a:srgbClr val="000000"/>
              </a:solidFill>
              <a:latin typeface="Arial"/>
            </a:endParaRPr>
          </a:p>
        </p:txBody>
      </p:sp>
      <p:sp>
        <p:nvSpPr>
          <p:cNvPr id="887"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88"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89"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890"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Transdutor </a:t>
            </a:r>
            <a:endParaRPr b="0" lang="pt-BR" sz="1800" spc="-1" strike="noStrike">
              <a:solidFill>
                <a:srgbClr val="000000"/>
              </a:solidFill>
              <a:latin typeface="Arial"/>
            </a:endParaRPr>
          </a:p>
        </p:txBody>
      </p:sp>
      <p:sp>
        <p:nvSpPr>
          <p:cNvPr id="891"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92"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93"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894"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Transformador de controle </a:t>
            </a:r>
            <a:endParaRPr b="0" lang="pt-BR" sz="1800" spc="-1" strike="noStrike">
              <a:solidFill>
                <a:srgbClr val="000000"/>
              </a:solidFill>
              <a:latin typeface="Arial"/>
            </a:endParaRPr>
          </a:p>
        </p:txBody>
      </p:sp>
      <p:sp>
        <p:nvSpPr>
          <p:cNvPr id="895"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896"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897"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898"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Amplificador </a:t>
            </a:r>
            <a:endParaRPr b="0" lang="pt-BR" sz="1800" spc="-1" strike="noStrike">
              <a:solidFill>
                <a:srgbClr val="000000"/>
              </a:solidFill>
              <a:latin typeface="Arial"/>
            </a:endParaRPr>
          </a:p>
        </p:txBody>
      </p:sp>
      <p:sp>
        <p:nvSpPr>
          <p:cNvPr id="899"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900"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341" dur="indefinite" restart="never" nodeType="tmRoot">
          <p:childTnLst>
            <p:seq>
              <p:cTn id="1342" dur="indefinite" nodeType="mainSeq">
                <p:childTnLst>
                  <p:par>
                    <p:cTn id="1343" fill="hold">
                      <p:stCondLst>
                        <p:cond delay="0"/>
                      </p:stCondLst>
                      <p:childTnLst>
                        <p:par>
                          <p:cTn id="1344" fill="hold">
                            <p:stCondLst>
                              <p:cond delay="0"/>
                            </p:stCondLst>
                            <p:childTnLst>
                              <p:par>
                                <p:cTn id="1345" nodeType="withEffect" fill="hold" presetClass="entr" presetID="10">
                                  <p:stCondLst>
                                    <p:cond delay="0"/>
                                  </p:stCondLst>
                                  <p:childTnLst>
                                    <p:set>
                                      <p:cBhvr>
                                        <p:cTn id="1346" dur="1" fill="hold">
                                          <p:stCondLst>
                                            <p:cond delay="0"/>
                                          </p:stCondLst>
                                        </p:cTn>
                                        <p:tgtEl>
                                          <p:spTgt spid="886"/>
                                        </p:tgtEl>
                                        <p:attrNameLst>
                                          <p:attrName>style.visibility</p:attrName>
                                        </p:attrNameLst>
                                      </p:cBhvr>
                                      <p:to>
                                        <p:strVal val="visible"/>
                                      </p:to>
                                    </p:set>
                                    <p:animEffect filter="fade" transition="in">
                                      <p:cBhvr additive="repl">
                                        <p:cTn id="1347" dur="500"/>
                                        <p:tgtEl>
                                          <p:spTgt spid="886"/>
                                        </p:tgtEl>
                                      </p:cBhvr>
                                    </p:animEffect>
                                  </p:childTnLst>
                                </p:cTn>
                              </p:par>
                              <p:par>
                                <p:cTn id="1348" nodeType="withEffect" fill="hold" presetClass="entr" presetID="10">
                                  <p:stCondLst>
                                    <p:cond delay="0"/>
                                  </p:stCondLst>
                                  <p:childTnLst>
                                    <p:set>
                                      <p:cBhvr>
                                        <p:cTn id="1349" dur="1" fill="hold">
                                          <p:stCondLst>
                                            <p:cond delay="0"/>
                                          </p:stCondLst>
                                        </p:cTn>
                                        <p:tgtEl>
                                          <p:spTgt spid="885"/>
                                        </p:tgtEl>
                                        <p:attrNameLst>
                                          <p:attrName>style.visibility</p:attrName>
                                        </p:attrNameLst>
                                      </p:cBhvr>
                                      <p:to>
                                        <p:strVal val="visible"/>
                                      </p:to>
                                    </p:set>
                                    <p:animEffect filter="fade" transition="in">
                                      <p:cBhvr additive="repl">
                                        <p:cTn id="1350" dur="500"/>
                                        <p:tgtEl>
                                          <p:spTgt spid="885"/>
                                        </p:tgtEl>
                                      </p:cBhvr>
                                    </p:animEffect>
                                  </p:childTnLst>
                                </p:cTn>
                              </p:par>
                              <p:par>
                                <p:cTn id="1351" nodeType="withEffect" fill="hold" presetClass="entr" presetID="10">
                                  <p:stCondLst>
                                    <p:cond delay="0"/>
                                  </p:stCondLst>
                                  <p:childTnLst>
                                    <p:set>
                                      <p:cBhvr>
                                        <p:cTn id="1352" dur="1" fill="hold">
                                          <p:stCondLst>
                                            <p:cond delay="0"/>
                                          </p:stCondLst>
                                        </p:cTn>
                                        <p:tgtEl>
                                          <p:spTgt spid="889"/>
                                        </p:tgtEl>
                                        <p:attrNameLst>
                                          <p:attrName>style.visibility</p:attrName>
                                        </p:attrNameLst>
                                      </p:cBhvr>
                                      <p:to>
                                        <p:strVal val="visible"/>
                                      </p:to>
                                    </p:set>
                                    <p:animEffect filter="fade" transition="in">
                                      <p:cBhvr additive="repl">
                                        <p:cTn id="1353" dur="500"/>
                                        <p:tgtEl>
                                          <p:spTgt spid="889"/>
                                        </p:tgtEl>
                                      </p:cBhvr>
                                    </p:animEffect>
                                  </p:childTnLst>
                                </p:cTn>
                              </p:par>
                              <p:par>
                                <p:cTn id="1354" nodeType="withEffect" fill="hold" presetClass="entr" presetID="10">
                                  <p:stCondLst>
                                    <p:cond delay="0"/>
                                  </p:stCondLst>
                                  <p:childTnLst>
                                    <p:set>
                                      <p:cBhvr>
                                        <p:cTn id="1355" dur="1" fill="hold">
                                          <p:stCondLst>
                                            <p:cond delay="0"/>
                                          </p:stCondLst>
                                        </p:cTn>
                                        <p:tgtEl>
                                          <p:spTgt spid="890"/>
                                        </p:tgtEl>
                                        <p:attrNameLst>
                                          <p:attrName>style.visibility</p:attrName>
                                        </p:attrNameLst>
                                      </p:cBhvr>
                                      <p:to>
                                        <p:strVal val="visible"/>
                                      </p:to>
                                    </p:set>
                                    <p:animEffect filter="fade" transition="in">
                                      <p:cBhvr additive="repl">
                                        <p:cTn id="1356" dur="500"/>
                                        <p:tgtEl>
                                          <p:spTgt spid="890"/>
                                        </p:tgtEl>
                                      </p:cBhvr>
                                    </p:animEffect>
                                  </p:childTnLst>
                                </p:cTn>
                              </p:par>
                              <p:par>
                                <p:cTn id="1357" nodeType="withEffect" fill="hold" presetClass="entr" presetID="10">
                                  <p:stCondLst>
                                    <p:cond delay="0"/>
                                  </p:stCondLst>
                                  <p:childTnLst>
                                    <p:set>
                                      <p:cBhvr>
                                        <p:cTn id="1358" dur="1" fill="hold">
                                          <p:stCondLst>
                                            <p:cond delay="0"/>
                                          </p:stCondLst>
                                        </p:cTn>
                                        <p:tgtEl>
                                          <p:spTgt spid="893"/>
                                        </p:tgtEl>
                                        <p:attrNameLst>
                                          <p:attrName>style.visibility</p:attrName>
                                        </p:attrNameLst>
                                      </p:cBhvr>
                                      <p:to>
                                        <p:strVal val="visible"/>
                                      </p:to>
                                    </p:set>
                                    <p:animEffect filter="fade" transition="in">
                                      <p:cBhvr additive="repl">
                                        <p:cTn id="1359" dur="500"/>
                                        <p:tgtEl>
                                          <p:spTgt spid="893"/>
                                        </p:tgtEl>
                                      </p:cBhvr>
                                    </p:animEffect>
                                  </p:childTnLst>
                                </p:cTn>
                              </p:par>
                              <p:par>
                                <p:cTn id="1360" nodeType="withEffect" fill="hold" presetClass="entr" presetID="10">
                                  <p:stCondLst>
                                    <p:cond delay="0"/>
                                  </p:stCondLst>
                                  <p:childTnLst>
                                    <p:set>
                                      <p:cBhvr>
                                        <p:cTn id="1361" dur="1" fill="hold">
                                          <p:stCondLst>
                                            <p:cond delay="0"/>
                                          </p:stCondLst>
                                        </p:cTn>
                                        <p:tgtEl>
                                          <p:spTgt spid="894"/>
                                        </p:tgtEl>
                                        <p:attrNameLst>
                                          <p:attrName>style.visibility</p:attrName>
                                        </p:attrNameLst>
                                      </p:cBhvr>
                                      <p:to>
                                        <p:strVal val="visible"/>
                                      </p:to>
                                    </p:set>
                                    <p:animEffect filter="fade" transition="in">
                                      <p:cBhvr additive="repl">
                                        <p:cTn id="1362" dur="500"/>
                                        <p:tgtEl>
                                          <p:spTgt spid="894"/>
                                        </p:tgtEl>
                                      </p:cBhvr>
                                    </p:animEffect>
                                  </p:childTnLst>
                                </p:cTn>
                              </p:par>
                              <p:par>
                                <p:cTn id="1363" nodeType="withEffect" fill="hold" presetClass="entr" presetID="10">
                                  <p:stCondLst>
                                    <p:cond delay="0"/>
                                  </p:stCondLst>
                                  <p:childTnLst>
                                    <p:set>
                                      <p:cBhvr>
                                        <p:cTn id="1364" dur="1" fill="hold">
                                          <p:stCondLst>
                                            <p:cond delay="0"/>
                                          </p:stCondLst>
                                        </p:cTn>
                                        <p:tgtEl>
                                          <p:spTgt spid="897"/>
                                        </p:tgtEl>
                                        <p:attrNameLst>
                                          <p:attrName>style.visibility</p:attrName>
                                        </p:attrNameLst>
                                      </p:cBhvr>
                                      <p:to>
                                        <p:strVal val="visible"/>
                                      </p:to>
                                    </p:set>
                                    <p:animEffect filter="fade" transition="in">
                                      <p:cBhvr additive="repl">
                                        <p:cTn id="1365" dur="500"/>
                                        <p:tgtEl>
                                          <p:spTgt spid="897"/>
                                        </p:tgtEl>
                                      </p:cBhvr>
                                    </p:animEffect>
                                  </p:childTnLst>
                                </p:cTn>
                              </p:par>
                              <p:par>
                                <p:cTn id="1366" nodeType="withEffect" fill="hold" presetClass="entr" presetID="10">
                                  <p:stCondLst>
                                    <p:cond delay="0"/>
                                  </p:stCondLst>
                                  <p:childTnLst>
                                    <p:set>
                                      <p:cBhvr>
                                        <p:cTn id="1367" dur="1" fill="hold">
                                          <p:stCondLst>
                                            <p:cond delay="0"/>
                                          </p:stCondLst>
                                        </p:cTn>
                                        <p:tgtEl>
                                          <p:spTgt spid="898"/>
                                        </p:tgtEl>
                                        <p:attrNameLst>
                                          <p:attrName>style.visibility</p:attrName>
                                        </p:attrNameLst>
                                      </p:cBhvr>
                                      <p:to>
                                        <p:strVal val="visible"/>
                                      </p:to>
                                    </p:set>
                                    <p:animEffect filter="fade" transition="in">
                                      <p:cBhvr additive="repl">
                                        <p:cTn id="1368" dur="500"/>
                                        <p:tgtEl>
                                          <p:spTgt spid="898"/>
                                        </p:tgtEl>
                                      </p:cBhvr>
                                    </p:animEffect>
                                  </p:childTnLst>
                                </p:cTn>
                              </p:par>
                              <p:par>
                                <p:cTn id="1369" nodeType="withEffect" fill="hold" presetClass="exit" presetID="1">
                                  <p:stCondLst>
                                    <p:cond delay="0"/>
                                  </p:stCondLst>
                                  <p:childTnLst>
                                    <p:set>
                                      <p:cBhvr>
                                        <p:cTn id="1370" dur="1" fill="hold">
                                          <p:stCondLst>
                                            <p:cond delay="0"/>
                                          </p:stCondLst>
                                        </p:cTn>
                                        <p:tgtEl>
                                          <p:spTgt spid="888"/>
                                        </p:tgtEl>
                                        <p:attrNameLst>
                                          <p:attrName>style.visibility</p:attrName>
                                        </p:attrNameLst>
                                      </p:cBhvr>
                                      <p:to>
                                        <p:strVal val="hidden"/>
                                      </p:to>
                                    </p:set>
                                  </p:childTnLst>
                                </p:cTn>
                              </p:par>
                              <p:par>
                                <p:cTn id="1371" nodeType="withEffect" fill="hold" presetClass="exit" presetID="1">
                                  <p:stCondLst>
                                    <p:cond delay="0"/>
                                  </p:stCondLst>
                                  <p:childTnLst>
                                    <p:set>
                                      <p:cBhvr>
                                        <p:cTn id="1372" dur="1" fill="hold">
                                          <p:stCondLst>
                                            <p:cond delay="0"/>
                                          </p:stCondLst>
                                        </p:cTn>
                                        <p:tgtEl>
                                          <p:spTgt spid="887"/>
                                        </p:tgtEl>
                                        <p:attrNameLst>
                                          <p:attrName>style.visibility</p:attrName>
                                        </p:attrNameLst>
                                      </p:cBhvr>
                                      <p:to>
                                        <p:strVal val="hidden"/>
                                      </p:to>
                                    </p:set>
                                  </p:childTnLst>
                                </p:cTn>
                              </p:par>
                              <p:par>
                                <p:cTn id="1373" nodeType="withEffect" fill="hold" presetClass="exit" presetID="1">
                                  <p:stCondLst>
                                    <p:cond delay="0"/>
                                  </p:stCondLst>
                                  <p:childTnLst>
                                    <p:set>
                                      <p:cBhvr>
                                        <p:cTn id="1374" dur="1" fill="hold">
                                          <p:stCondLst>
                                            <p:cond delay="0"/>
                                          </p:stCondLst>
                                        </p:cTn>
                                        <p:tgtEl>
                                          <p:spTgt spid="892"/>
                                        </p:tgtEl>
                                        <p:attrNameLst>
                                          <p:attrName>style.visibility</p:attrName>
                                        </p:attrNameLst>
                                      </p:cBhvr>
                                      <p:to>
                                        <p:strVal val="hidden"/>
                                      </p:to>
                                    </p:set>
                                  </p:childTnLst>
                                </p:cTn>
                              </p:par>
                              <p:par>
                                <p:cTn id="1375" nodeType="withEffect" fill="hold" presetClass="exit" presetID="1">
                                  <p:stCondLst>
                                    <p:cond delay="0"/>
                                  </p:stCondLst>
                                  <p:childTnLst>
                                    <p:set>
                                      <p:cBhvr>
                                        <p:cTn id="1376" dur="1" fill="hold">
                                          <p:stCondLst>
                                            <p:cond delay="0"/>
                                          </p:stCondLst>
                                        </p:cTn>
                                        <p:tgtEl>
                                          <p:spTgt spid="891"/>
                                        </p:tgtEl>
                                        <p:attrNameLst>
                                          <p:attrName>style.visibility</p:attrName>
                                        </p:attrNameLst>
                                      </p:cBhvr>
                                      <p:to>
                                        <p:strVal val="hidden"/>
                                      </p:to>
                                    </p:set>
                                  </p:childTnLst>
                                </p:cTn>
                              </p:par>
                              <p:par>
                                <p:cTn id="1377" nodeType="withEffect" fill="hold" presetClass="exit" presetID="1">
                                  <p:stCondLst>
                                    <p:cond delay="0"/>
                                  </p:stCondLst>
                                  <p:childTnLst>
                                    <p:set>
                                      <p:cBhvr>
                                        <p:cTn id="1378" dur="1" fill="hold">
                                          <p:stCondLst>
                                            <p:cond delay="0"/>
                                          </p:stCondLst>
                                        </p:cTn>
                                        <p:tgtEl>
                                          <p:spTgt spid="896"/>
                                        </p:tgtEl>
                                        <p:attrNameLst>
                                          <p:attrName>style.visibility</p:attrName>
                                        </p:attrNameLst>
                                      </p:cBhvr>
                                      <p:to>
                                        <p:strVal val="hidden"/>
                                      </p:to>
                                    </p:set>
                                  </p:childTnLst>
                                </p:cTn>
                              </p:par>
                              <p:par>
                                <p:cTn id="1379" nodeType="withEffect" fill="hold" presetClass="exit" presetID="1">
                                  <p:stCondLst>
                                    <p:cond delay="0"/>
                                  </p:stCondLst>
                                  <p:childTnLst>
                                    <p:set>
                                      <p:cBhvr>
                                        <p:cTn id="1380" dur="1" fill="hold">
                                          <p:stCondLst>
                                            <p:cond delay="0"/>
                                          </p:stCondLst>
                                        </p:cTn>
                                        <p:tgtEl>
                                          <p:spTgt spid="895"/>
                                        </p:tgtEl>
                                        <p:attrNameLst>
                                          <p:attrName>style.visibility</p:attrName>
                                        </p:attrNameLst>
                                      </p:cBhvr>
                                      <p:to>
                                        <p:strVal val="hidden"/>
                                      </p:to>
                                    </p:set>
                                  </p:childTnLst>
                                </p:cTn>
                              </p:par>
                              <p:par>
                                <p:cTn id="1381" nodeType="withEffect" fill="hold" presetClass="exit" presetID="1">
                                  <p:stCondLst>
                                    <p:cond delay="0"/>
                                  </p:stCondLst>
                                  <p:childTnLst>
                                    <p:set>
                                      <p:cBhvr>
                                        <p:cTn id="1382" dur="1" fill="hold">
                                          <p:stCondLst>
                                            <p:cond delay="0"/>
                                          </p:stCondLst>
                                        </p:cTn>
                                        <p:tgtEl>
                                          <p:spTgt spid="900"/>
                                        </p:tgtEl>
                                        <p:attrNameLst>
                                          <p:attrName>style.visibility</p:attrName>
                                        </p:attrNameLst>
                                      </p:cBhvr>
                                      <p:to>
                                        <p:strVal val="hidden"/>
                                      </p:to>
                                    </p:set>
                                  </p:childTnLst>
                                </p:cTn>
                              </p:par>
                              <p:par>
                                <p:cTn id="1383" nodeType="withEffect" fill="hold" presetClass="exit" presetID="1">
                                  <p:stCondLst>
                                    <p:cond delay="0"/>
                                  </p:stCondLst>
                                  <p:childTnLst>
                                    <p:set>
                                      <p:cBhvr>
                                        <p:cTn id="1384" dur="1" fill="hold">
                                          <p:stCondLst>
                                            <p:cond delay="0"/>
                                          </p:stCondLst>
                                        </p:cTn>
                                        <p:tgtEl>
                                          <p:spTgt spid="8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385" restart="whenNotActive" nodeType="interactiveSeq" fill="hold">
                <p:stCondLst>
                  <p:cond delay="0" evt="onClick">
                    <p:tgtEl>
                      <p:spTgt spid="885"/>
                    </p:tgtEl>
                  </p:cond>
                </p:stCondLst>
                <p:childTnLst>
                  <p:par>
                    <p:cTn id="1386" fill="hold">
                      <p:stCondLst>
                        <p:cond delay="0" evt="onClick">
                          <p:tgtEl>
                            <p:spTgt spid="885"/>
                          </p:tgtEl>
                        </p:cond>
                      </p:stCondLst>
                      <p:childTnLst>
                        <p:par>
                          <p:cTn id="1387" fill="hold">
                            <p:stCondLst>
                              <p:cond delay="0"/>
                            </p:stCondLst>
                            <p:childTnLst>
                              <p:par>
                                <p:cTn id="1388" nodeType="clickEffect" fill="hold" presetClass="entr" presetID="16" presetSubtype="21">
                                  <p:stCondLst>
                                    <p:cond delay="0"/>
                                  </p:stCondLst>
                                  <p:childTnLst>
                                    <p:set>
                                      <p:cBhvr>
                                        <p:cTn id="1389" dur="1" fill="hold">
                                          <p:stCondLst>
                                            <p:cond delay="0"/>
                                          </p:stCondLst>
                                        </p:cTn>
                                        <p:tgtEl>
                                          <p:spTgt spid="888"/>
                                        </p:tgtEl>
                                        <p:attrNameLst>
                                          <p:attrName>style.visibility</p:attrName>
                                        </p:attrNameLst>
                                      </p:cBhvr>
                                      <p:to>
                                        <p:strVal val="visible"/>
                                      </p:to>
                                    </p:set>
                                    <p:animEffect filter="barn(inVertical)" transition="in">
                                      <p:cBhvr additive="repl">
                                        <p:cTn id="1390" dur="500"/>
                                        <p:tgtEl>
                                          <p:spTgt spid="888"/>
                                        </p:tgtEl>
                                      </p:cBhvr>
                                    </p:animEffect>
                                  </p:childTnLst>
                                </p:cTn>
                              </p:par>
                              <p:par>
                                <p:cTn id="1391" nodeType="withEffect" fill="hold" presetClass="entr" presetID="16" presetSubtype="21">
                                  <p:stCondLst>
                                    <p:cond delay="0"/>
                                  </p:stCondLst>
                                  <p:childTnLst>
                                    <p:set>
                                      <p:cBhvr>
                                        <p:cTn id="1392" dur="1" fill="hold">
                                          <p:stCondLst>
                                            <p:cond delay="0"/>
                                          </p:stCondLst>
                                        </p:cTn>
                                        <p:tgtEl>
                                          <p:spTgt spid="887"/>
                                        </p:tgtEl>
                                        <p:attrNameLst>
                                          <p:attrName>style.visibility</p:attrName>
                                        </p:attrNameLst>
                                      </p:cBhvr>
                                      <p:to>
                                        <p:strVal val="visible"/>
                                      </p:to>
                                    </p:set>
                                    <p:animEffect filter="barn(inVertical)" transition="in">
                                      <p:cBhvr additive="repl">
                                        <p:cTn id="1393" dur="500"/>
                                        <p:tgtEl>
                                          <p:spTgt spid="887"/>
                                        </p:tgtEl>
                                      </p:cBhvr>
                                    </p:animEffect>
                                  </p:childTnLst>
                                </p:cTn>
                              </p:par>
                              <p:par>
                                <p:cTn id="1394" nodeType="withEffect" fill="hold" presetClass="emph" presetID="1" presetSubtype="2">
                                  <p:stCondLst>
                                    <p:cond delay="0"/>
                                  </p:stCondLst>
                                  <p:childTnLst>
                                    <p:animClr clrSpc="rgb">
                                      <p:cBhvr>
                                        <p:cTn id="1395" dur="500" fill="hold"/>
                                        <p:tgtEl>
                                          <p:spTgt spid="886"/>
                                        </p:tgtEl>
                                        <p:attrNameLst>
                                          <p:attrName>fillcolor</p:attrName>
                                        </p:attrNameLst>
                                      </p:cBhvr>
                                      <p:to>
                                        <a:srgbClr val="8a80e4"/>
                                      </p:to>
                                    </p:animClr>
                                    <p:set>
                                      <p:cBhvr>
                                        <p:cTn id="1396" dur="500" fill="hold"/>
                                        <p:tgtEl>
                                          <p:spTgt spid="886"/>
                                        </p:tgtEl>
                                        <p:attrNameLst>
                                          <p:attrName>fill.type</p:attrName>
                                        </p:attrNameLst>
                                      </p:cBhvr>
                                      <p:to>
                                        <p:strVal val="solid"/>
                                      </p:to>
                                    </p:set>
                                    <p:set>
                                      <p:cBhvr>
                                        <p:cTn id="1397" dur="500" fill="hold"/>
                                        <p:tgtEl>
                                          <p:spTgt spid="886"/>
                                        </p:tgtEl>
                                        <p:attrNameLst>
                                          <p:attrName>fill.on</p:attrName>
                                        </p:attrNameLst>
                                      </p:cBhvr>
                                      <p:to>
                                        <p:strVal val="true"/>
                                      </p:to>
                                    </p:set>
                                  </p:childTnLst>
                                </p:cTn>
                              </p:par>
                              <p:par>
                                <p:cTn id="1398" nodeType="withEffect" fill="hold" presetClass="emph" presetID="1" presetSubtype="2">
                                  <p:stCondLst>
                                    <p:cond delay="0"/>
                                  </p:stCondLst>
                                  <p:childTnLst>
                                    <p:animClr clrSpc="rgb">
                                      <p:cBhvr>
                                        <p:cTn id="1399" dur="500" fill="hold"/>
                                        <p:tgtEl>
                                          <p:spTgt spid="890"/>
                                        </p:tgtEl>
                                        <p:attrNameLst>
                                          <p:attrName>fillcolor</p:attrName>
                                        </p:attrNameLst>
                                      </p:cBhvr>
                                      <p:to>
                                        <a:srgbClr val="95b3d7"/>
                                      </p:to>
                                    </p:animClr>
                                    <p:set>
                                      <p:cBhvr>
                                        <p:cTn id="1400" dur="500" fill="hold"/>
                                        <p:tgtEl>
                                          <p:spTgt spid="890"/>
                                        </p:tgtEl>
                                        <p:attrNameLst>
                                          <p:attrName>fill.type</p:attrName>
                                        </p:attrNameLst>
                                      </p:cBhvr>
                                      <p:to>
                                        <p:strVal val="solid"/>
                                      </p:to>
                                    </p:set>
                                    <p:set>
                                      <p:cBhvr>
                                        <p:cTn id="1401" dur="500" fill="hold"/>
                                        <p:tgtEl>
                                          <p:spTgt spid="890"/>
                                        </p:tgtEl>
                                        <p:attrNameLst>
                                          <p:attrName>fill.on</p:attrName>
                                        </p:attrNameLst>
                                      </p:cBhvr>
                                      <p:to>
                                        <p:strVal val="true"/>
                                      </p:to>
                                    </p:set>
                                  </p:childTnLst>
                                </p:cTn>
                              </p:par>
                              <p:par>
                                <p:cTn id="1402" nodeType="withEffect" fill="hold" presetClass="emph" presetID="1" presetSubtype="2">
                                  <p:stCondLst>
                                    <p:cond delay="0"/>
                                  </p:stCondLst>
                                  <p:childTnLst>
                                    <p:animClr clrSpc="rgb">
                                      <p:cBhvr>
                                        <p:cTn id="1403" dur="500" fill="hold"/>
                                        <p:tgtEl>
                                          <p:spTgt spid="894"/>
                                        </p:tgtEl>
                                        <p:attrNameLst>
                                          <p:attrName>fillcolor</p:attrName>
                                        </p:attrNameLst>
                                      </p:cBhvr>
                                      <p:to>
                                        <a:srgbClr val="95b3d7"/>
                                      </p:to>
                                    </p:animClr>
                                    <p:set>
                                      <p:cBhvr>
                                        <p:cTn id="1404" dur="500" fill="hold"/>
                                        <p:tgtEl>
                                          <p:spTgt spid="894"/>
                                        </p:tgtEl>
                                        <p:attrNameLst>
                                          <p:attrName>fill.type</p:attrName>
                                        </p:attrNameLst>
                                      </p:cBhvr>
                                      <p:to>
                                        <p:strVal val="solid"/>
                                      </p:to>
                                    </p:set>
                                    <p:set>
                                      <p:cBhvr>
                                        <p:cTn id="1405" dur="500" fill="hold"/>
                                        <p:tgtEl>
                                          <p:spTgt spid="894"/>
                                        </p:tgtEl>
                                        <p:attrNameLst>
                                          <p:attrName>fill.on</p:attrName>
                                        </p:attrNameLst>
                                      </p:cBhvr>
                                      <p:to>
                                        <p:strVal val="true"/>
                                      </p:to>
                                    </p:set>
                                  </p:childTnLst>
                                </p:cTn>
                              </p:par>
                              <p:par>
                                <p:cTn id="1406" nodeType="withEffect" fill="hold" presetClass="emph" presetID="1" presetSubtype="2">
                                  <p:stCondLst>
                                    <p:cond delay="0"/>
                                  </p:stCondLst>
                                  <p:childTnLst>
                                    <p:animClr clrSpc="rgb">
                                      <p:cBhvr>
                                        <p:cTn id="1407" dur="500" fill="hold"/>
                                        <p:tgtEl>
                                          <p:spTgt spid="898"/>
                                        </p:tgtEl>
                                        <p:attrNameLst>
                                          <p:attrName>fillcolor</p:attrName>
                                        </p:attrNameLst>
                                      </p:cBhvr>
                                      <p:to>
                                        <a:srgbClr val="95b3d7"/>
                                      </p:to>
                                    </p:animClr>
                                    <p:set>
                                      <p:cBhvr>
                                        <p:cTn id="1408" dur="500" fill="hold"/>
                                        <p:tgtEl>
                                          <p:spTgt spid="898"/>
                                        </p:tgtEl>
                                        <p:attrNameLst>
                                          <p:attrName>fill.type</p:attrName>
                                        </p:attrNameLst>
                                      </p:cBhvr>
                                      <p:to>
                                        <p:strVal val="solid"/>
                                      </p:to>
                                    </p:set>
                                    <p:set>
                                      <p:cBhvr>
                                        <p:cTn id="1409" dur="500" fill="hold"/>
                                        <p:tgtEl>
                                          <p:spTgt spid="898"/>
                                        </p:tgtEl>
                                        <p:attrNameLst>
                                          <p:attrName>fill.on</p:attrName>
                                        </p:attrNameLst>
                                      </p:cBhvr>
                                      <p:to>
                                        <p:strVal val="true"/>
                                      </p:to>
                                    </p:set>
                                  </p:childTnLst>
                                </p:cTn>
                              </p:par>
                              <p:par>
                                <p:cTn id="1410" nodeType="withEffect" fill="hold" presetClass="exit" presetID="10">
                                  <p:stCondLst>
                                    <p:cond delay="0"/>
                                  </p:stCondLst>
                                  <p:childTnLst>
                                    <p:animEffect filter="fade" transition="out">
                                      <p:cBhvr additive="repl">
                                        <p:cTn id="1411" dur="500"/>
                                        <p:tgtEl>
                                          <p:spTgt spid="892"/>
                                        </p:tgtEl>
                                      </p:cBhvr>
                                    </p:animEffect>
                                    <p:set>
                                      <p:cBhvr>
                                        <p:cTn id="1412" dur="1" fill="hold">
                                          <p:stCondLst>
                                            <p:cond delay="499"/>
                                          </p:stCondLst>
                                        </p:cTn>
                                        <p:tgtEl>
                                          <p:spTgt spid="892"/>
                                        </p:tgtEl>
                                        <p:attrNameLst>
                                          <p:attrName>style.visibility</p:attrName>
                                        </p:attrNameLst>
                                      </p:cBhvr>
                                      <p:to>
                                        <p:strVal val="hidden"/>
                                      </p:to>
                                    </p:set>
                                  </p:childTnLst>
                                </p:cTn>
                              </p:par>
                              <p:par>
                                <p:cTn id="1413" nodeType="withEffect" fill="hold" presetClass="exit" presetID="10">
                                  <p:stCondLst>
                                    <p:cond delay="0"/>
                                  </p:stCondLst>
                                  <p:childTnLst>
                                    <p:animEffect filter="fade" transition="out">
                                      <p:cBhvr additive="repl">
                                        <p:cTn id="1414" dur="500"/>
                                        <p:tgtEl>
                                          <p:spTgt spid="891"/>
                                        </p:tgtEl>
                                      </p:cBhvr>
                                    </p:animEffect>
                                    <p:set>
                                      <p:cBhvr>
                                        <p:cTn id="1415" dur="1" fill="hold">
                                          <p:stCondLst>
                                            <p:cond delay="499"/>
                                          </p:stCondLst>
                                        </p:cTn>
                                        <p:tgtEl>
                                          <p:spTgt spid="891"/>
                                        </p:tgtEl>
                                        <p:attrNameLst>
                                          <p:attrName>style.visibility</p:attrName>
                                        </p:attrNameLst>
                                      </p:cBhvr>
                                      <p:to>
                                        <p:strVal val="hidden"/>
                                      </p:to>
                                    </p:set>
                                  </p:childTnLst>
                                </p:cTn>
                              </p:par>
                              <p:par>
                                <p:cTn id="1416" nodeType="withEffect" fill="hold" presetClass="exit" presetID="10">
                                  <p:stCondLst>
                                    <p:cond delay="0"/>
                                  </p:stCondLst>
                                  <p:childTnLst>
                                    <p:animEffect filter="fade" transition="out">
                                      <p:cBhvr additive="repl">
                                        <p:cTn id="1417" dur="500"/>
                                        <p:tgtEl>
                                          <p:spTgt spid="896"/>
                                        </p:tgtEl>
                                      </p:cBhvr>
                                    </p:animEffect>
                                    <p:set>
                                      <p:cBhvr>
                                        <p:cTn id="1418" dur="1" fill="hold">
                                          <p:stCondLst>
                                            <p:cond delay="499"/>
                                          </p:stCondLst>
                                        </p:cTn>
                                        <p:tgtEl>
                                          <p:spTgt spid="896"/>
                                        </p:tgtEl>
                                        <p:attrNameLst>
                                          <p:attrName>style.visibility</p:attrName>
                                        </p:attrNameLst>
                                      </p:cBhvr>
                                      <p:to>
                                        <p:strVal val="hidden"/>
                                      </p:to>
                                    </p:set>
                                  </p:childTnLst>
                                </p:cTn>
                              </p:par>
                              <p:par>
                                <p:cTn id="1419" nodeType="withEffect" fill="hold" presetClass="exit" presetID="10">
                                  <p:stCondLst>
                                    <p:cond delay="0"/>
                                  </p:stCondLst>
                                  <p:childTnLst>
                                    <p:animEffect filter="fade" transition="out">
                                      <p:cBhvr additive="repl">
                                        <p:cTn id="1420" dur="500"/>
                                        <p:tgtEl>
                                          <p:spTgt spid="895"/>
                                        </p:tgtEl>
                                      </p:cBhvr>
                                    </p:animEffect>
                                    <p:set>
                                      <p:cBhvr>
                                        <p:cTn id="1421" dur="1" fill="hold">
                                          <p:stCondLst>
                                            <p:cond delay="499"/>
                                          </p:stCondLst>
                                        </p:cTn>
                                        <p:tgtEl>
                                          <p:spTgt spid="895"/>
                                        </p:tgtEl>
                                        <p:attrNameLst>
                                          <p:attrName>style.visibility</p:attrName>
                                        </p:attrNameLst>
                                      </p:cBhvr>
                                      <p:to>
                                        <p:strVal val="hidden"/>
                                      </p:to>
                                    </p:set>
                                  </p:childTnLst>
                                </p:cTn>
                              </p:par>
                              <p:par>
                                <p:cTn id="1422" nodeType="withEffect" fill="hold" presetClass="exit" presetID="10">
                                  <p:stCondLst>
                                    <p:cond delay="0"/>
                                  </p:stCondLst>
                                  <p:childTnLst>
                                    <p:animEffect filter="fade" transition="out">
                                      <p:cBhvr additive="repl">
                                        <p:cTn id="1423" dur="500"/>
                                        <p:tgtEl>
                                          <p:spTgt spid="900"/>
                                        </p:tgtEl>
                                      </p:cBhvr>
                                    </p:animEffect>
                                    <p:set>
                                      <p:cBhvr>
                                        <p:cTn id="1424" dur="1" fill="hold">
                                          <p:stCondLst>
                                            <p:cond delay="499"/>
                                          </p:stCondLst>
                                        </p:cTn>
                                        <p:tgtEl>
                                          <p:spTgt spid="900"/>
                                        </p:tgtEl>
                                        <p:attrNameLst>
                                          <p:attrName>style.visibility</p:attrName>
                                        </p:attrNameLst>
                                      </p:cBhvr>
                                      <p:to>
                                        <p:strVal val="hidden"/>
                                      </p:to>
                                    </p:set>
                                  </p:childTnLst>
                                </p:cTn>
                              </p:par>
                              <p:par>
                                <p:cTn id="1425" nodeType="withEffect" fill="hold" presetClass="exit" presetID="10">
                                  <p:stCondLst>
                                    <p:cond delay="0"/>
                                  </p:stCondLst>
                                  <p:childTnLst>
                                    <p:animEffect filter="fade" transition="out">
                                      <p:cBhvr additive="repl">
                                        <p:cTn id="1426" dur="500"/>
                                        <p:tgtEl>
                                          <p:spTgt spid="899"/>
                                        </p:tgtEl>
                                      </p:cBhvr>
                                    </p:animEffect>
                                    <p:set>
                                      <p:cBhvr>
                                        <p:cTn id="1427" dur="1" fill="hold">
                                          <p:stCondLst>
                                            <p:cond delay="499"/>
                                          </p:stCondLst>
                                        </p:cTn>
                                        <p:tgtEl>
                                          <p:spTgt spid="8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428" restart="whenNotActive" nodeType="interactiveSeq" fill="hold">
                <p:stCondLst>
                  <p:cond delay="0" evt="onClick">
                    <p:tgtEl>
                      <p:spTgt spid="888"/>
                    </p:tgtEl>
                  </p:cond>
                </p:stCondLst>
                <p:childTnLst>
                  <p:par>
                    <p:cTn id="1429" fill="hold">
                      <p:stCondLst>
                        <p:cond delay="0" evt="onClick">
                          <p:tgtEl>
                            <p:spTgt spid="888"/>
                          </p:tgtEl>
                        </p:cond>
                      </p:stCondLst>
                      <p:childTnLst>
                        <p:par>
                          <p:cTn id="1430" fill="hold">
                            <p:stCondLst>
                              <p:cond delay="0"/>
                            </p:stCondLst>
                            <p:childTnLst>
                              <p:par>
                                <p:cTn id="1431" nodeType="clickEffect" fill="hold" presetClass="exit" presetID="9">
                                  <p:stCondLst>
                                    <p:cond delay="0"/>
                                  </p:stCondLst>
                                  <p:childTnLst>
                                    <p:animEffect filter="dissolve" transition="out">
                                      <p:cBhvr additive="repl">
                                        <p:cTn id="1432" dur="500"/>
                                        <p:tgtEl>
                                          <p:spTgt spid="888"/>
                                        </p:tgtEl>
                                      </p:cBhvr>
                                    </p:animEffect>
                                    <p:set>
                                      <p:cBhvr>
                                        <p:cTn id="1433" dur="1" fill="hold">
                                          <p:stCondLst>
                                            <p:cond delay="499"/>
                                          </p:stCondLst>
                                        </p:cTn>
                                        <p:tgtEl>
                                          <p:spTgt spid="888"/>
                                        </p:tgtEl>
                                        <p:attrNameLst>
                                          <p:attrName>style.visibility</p:attrName>
                                        </p:attrNameLst>
                                      </p:cBhvr>
                                      <p:to>
                                        <p:strVal val="hidden"/>
                                      </p:to>
                                    </p:set>
                                  </p:childTnLst>
                                </p:cTn>
                              </p:par>
                              <p:par>
                                <p:cTn id="1434" nodeType="withEffect" fill="hold" presetClass="exit" presetID="9">
                                  <p:stCondLst>
                                    <p:cond delay="0"/>
                                  </p:stCondLst>
                                  <p:childTnLst>
                                    <p:animEffect filter="dissolve" transition="out">
                                      <p:cBhvr additive="repl">
                                        <p:cTn id="1435" dur="500"/>
                                        <p:tgtEl>
                                          <p:spTgt spid="887"/>
                                        </p:tgtEl>
                                      </p:cBhvr>
                                    </p:animEffect>
                                    <p:set>
                                      <p:cBhvr>
                                        <p:cTn id="1436" dur="1" fill="hold">
                                          <p:stCondLst>
                                            <p:cond delay="499"/>
                                          </p:stCondLst>
                                        </p:cTn>
                                        <p:tgtEl>
                                          <p:spTgt spid="887"/>
                                        </p:tgtEl>
                                        <p:attrNameLst>
                                          <p:attrName>style.visibility</p:attrName>
                                        </p:attrNameLst>
                                      </p:cBhvr>
                                      <p:to>
                                        <p:strVal val="hidden"/>
                                      </p:to>
                                    </p:set>
                                  </p:childTnLst>
                                </p:cTn>
                              </p:par>
                              <p:par>
                                <p:cTn id="1437" nodeType="withEffect" fill="hold" presetClass="emph" presetID="1" presetSubtype="2">
                                  <p:stCondLst>
                                    <p:cond delay="0"/>
                                  </p:stCondLst>
                                  <p:childTnLst>
                                    <p:animClr clrSpc="rgb">
                                      <p:cBhvr>
                                        <p:cTn id="1438" dur="500" fill="hold"/>
                                        <p:tgtEl>
                                          <p:spTgt spid="886"/>
                                        </p:tgtEl>
                                        <p:attrNameLst>
                                          <p:attrName>fillcolor</p:attrName>
                                        </p:attrNameLst>
                                      </p:cBhvr>
                                      <p:to>
                                        <a:srgbClr val="95b3d7"/>
                                      </p:to>
                                    </p:animClr>
                                    <p:set>
                                      <p:cBhvr>
                                        <p:cTn id="1439" dur="500" fill="hold"/>
                                        <p:tgtEl>
                                          <p:spTgt spid="886"/>
                                        </p:tgtEl>
                                        <p:attrNameLst>
                                          <p:attrName>fill.type</p:attrName>
                                        </p:attrNameLst>
                                      </p:cBhvr>
                                      <p:to>
                                        <p:strVal val="solid"/>
                                      </p:to>
                                    </p:set>
                                    <p:set>
                                      <p:cBhvr>
                                        <p:cTn id="1440" dur="500" fill="hold"/>
                                        <p:tgtEl>
                                          <p:spTgt spid="88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441" restart="whenNotActive" nodeType="interactiveSeq" fill="hold">
                <p:stCondLst>
                  <p:cond delay="0" evt="onClick">
                    <p:tgtEl>
                      <p:spTgt spid="889"/>
                    </p:tgtEl>
                  </p:cond>
                </p:stCondLst>
                <p:childTnLst>
                  <p:par>
                    <p:cTn id="1442" fill="hold">
                      <p:stCondLst>
                        <p:cond delay="0" evt="onClick">
                          <p:tgtEl>
                            <p:spTgt spid="889"/>
                          </p:tgtEl>
                        </p:cond>
                      </p:stCondLst>
                      <p:childTnLst>
                        <p:par>
                          <p:cTn id="1443" fill="hold">
                            <p:stCondLst>
                              <p:cond delay="0"/>
                            </p:stCondLst>
                            <p:childTnLst>
                              <p:par>
                                <p:cTn id="1444" nodeType="clickEffect" fill="hold" presetClass="entr" presetID="16" presetSubtype="21">
                                  <p:stCondLst>
                                    <p:cond delay="0"/>
                                  </p:stCondLst>
                                  <p:childTnLst>
                                    <p:set>
                                      <p:cBhvr>
                                        <p:cTn id="1445" dur="1" fill="hold">
                                          <p:stCondLst>
                                            <p:cond delay="0"/>
                                          </p:stCondLst>
                                        </p:cTn>
                                        <p:tgtEl>
                                          <p:spTgt spid="892"/>
                                        </p:tgtEl>
                                        <p:attrNameLst>
                                          <p:attrName>style.visibility</p:attrName>
                                        </p:attrNameLst>
                                      </p:cBhvr>
                                      <p:to>
                                        <p:strVal val="visible"/>
                                      </p:to>
                                    </p:set>
                                    <p:animEffect filter="barn(inVertical)" transition="in">
                                      <p:cBhvr additive="repl">
                                        <p:cTn id="1446" dur="500"/>
                                        <p:tgtEl>
                                          <p:spTgt spid="892"/>
                                        </p:tgtEl>
                                      </p:cBhvr>
                                    </p:animEffect>
                                  </p:childTnLst>
                                </p:cTn>
                              </p:par>
                              <p:par>
                                <p:cTn id="1447" nodeType="withEffect" fill="hold" presetClass="entr" presetID="16" presetSubtype="21">
                                  <p:stCondLst>
                                    <p:cond delay="0"/>
                                  </p:stCondLst>
                                  <p:childTnLst>
                                    <p:set>
                                      <p:cBhvr>
                                        <p:cTn id="1448" dur="1" fill="hold">
                                          <p:stCondLst>
                                            <p:cond delay="0"/>
                                          </p:stCondLst>
                                        </p:cTn>
                                        <p:tgtEl>
                                          <p:spTgt spid="891"/>
                                        </p:tgtEl>
                                        <p:attrNameLst>
                                          <p:attrName>style.visibility</p:attrName>
                                        </p:attrNameLst>
                                      </p:cBhvr>
                                      <p:to>
                                        <p:strVal val="visible"/>
                                      </p:to>
                                    </p:set>
                                    <p:animEffect filter="barn(inVertical)" transition="in">
                                      <p:cBhvr additive="repl">
                                        <p:cTn id="1449" dur="500"/>
                                        <p:tgtEl>
                                          <p:spTgt spid="891"/>
                                        </p:tgtEl>
                                      </p:cBhvr>
                                    </p:animEffect>
                                  </p:childTnLst>
                                </p:cTn>
                              </p:par>
                              <p:par>
                                <p:cTn id="1450" nodeType="withEffect" fill="hold" presetClass="emph" presetID="1" presetSubtype="2">
                                  <p:stCondLst>
                                    <p:cond delay="0"/>
                                  </p:stCondLst>
                                  <p:childTnLst>
                                    <p:animClr clrSpc="rgb">
                                      <p:cBhvr>
                                        <p:cTn id="1451" dur="500" fill="hold"/>
                                        <p:tgtEl>
                                          <p:spTgt spid="890"/>
                                        </p:tgtEl>
                                        <p:attrNameLst>
                                          <p:attrName>fillcolor</p:attrName>
                                        </p:attrNameLst>
                                      </p:cBhvr>
                                      <p:to>
                                        <a:srgbClr val="8a80e4"/>
                                      </p:to>
                                    </p:animClr>
                                    <p:set>
                                      <p:cBhvr>
                                        <p:cTn id="1452" dur="500" fill="hold"/>
                                        <p:tgtEl>
                                          <p:spTgt spid="890"/>
                                        </p:tgtEl>
                                        <p:attrNameLst>
                                          <p:attrName>fill.type</p:attrName>
                                        </p:attrNameLst>
                                      </p:cBhvr>
                                      <p:to>
                                        <p:strVal val="solid"/>
                                      </p:to>
                                    </p:set>
                                    <p:set>
                                      <p:cBhvr>
                                        <p:cTn id="1453" dur="500" fill="hold"/>
                                        <p:tgtEl>
                                          <p:spTgt spid="890"/>
                                        </p:tgtEl>
                                        <p:attrNameLst>
                                          <p:attrName>fill.on</p:attrName>
                                        </p:attrNameLst>
                                      </p:cBhvr>
                                      <p:to>
                                        <p:strVal val="true"/>
                                      </p:to>
                                    </p:set>
                                  </p:childTnLst>
                                </p:cTn>
                              </p:par>
                              <p:par>
                                <p:cTn id="1454" nodeType="withEffect" fill="hold" presetClass="emph" presetID="1" presetSubtype="2">
                                  <p:stCondLst>
                                    <p:cond delay="0"/>
                                  </p:stCondLst>
                                  <p:childTnLst>
                                    <p:animClr clrSpc="rgb">
                                      <p:cBhvr>
                                        <p:cTn id="1455" dur="500" fill="hold"/>
                                        <p:tgtEl>
                                          <p:spTgt spid="886"/>
                                        </p:tgtEl>
                                        <p:attrNameLst>
                                          <p:attrName>fillcolor</p:attrName>
                                        </p:attrNameLst>
                                      </p:cBhvr>
                                      <p:to>
                                        <a:srgbClr val="95b3d7"/>
                                      </p:to>
                                    </p:animClr>
                                    <p:set>
                                      <p:cBhvr>
                                        <p:cTn id="1456" dur="500" fill="hold"/>
                                        <p:tgtEl>
                                          <p:spTgt spid="886"/>
                                        </p:tgtEl>
                                        <p:attrNameLst>
                                          <p:attrName>fill.type</p:attrName>
                                        </p:attrNameLst>
                                      </p:cBhvr>
                                      <p:to>
                                        <p:strVal val="solid"/>
                                      </p:to>
                                    </p:set>
                                    <p:set>
                                      <p:cBhvr>
                                        <p:cTn id="1457" dur="500" fill="hold"/>
                                        <p:tgtEl>
                                          <p:spTgt spid="886"/>
                                        </p:tgtEl>
                                        <p:attrNameLst>
                                          <p:attrName>fill.on</p:attrName>
                                        </p:attrNameLst>
                                      </p:cBhvr>
                                      <p:to>
                                        <p:strVal val="true"/>
                                      </p:to>
                                    </p:set>
                                  </p:childTnLst>
                                </p:cTn>
                              </p:par>
                              <p:par>
                                <p:cTn id="1458" nodeType="withEffect" fill="hold" presetClass="emph" presetID="1" presetSubtype="2">
                                  <p:stCondLst>
                                    <p:cond delay="0"/>
                                  </p:stCondLst>
                                  <p:childTnLst>
                                    <p:animClr clrSpc="rgb">
                                      <p:cBhvr>
                                        <p:cTn id="1459" dur="500" fill="hold"/>
                                        <p:tgtEl>
                                          <p:spTgt spid="894"/>
                                        </p:tgtEl>
                                        <p:attrNameLst>
                                          <p:attrName>fillcolor</p:attrName>
                                        </p:attrNameLst>
                                      </p:cBhvr>
                                      <p:to>
                                        <a:srgbClr val="95b3d7"/>
                                      </p:to>
                                    </p:animClr>
                                    <p:set>
                                      <p:cBhvr>
                                        <p:cTn id="1460" dur="500" fill="hold"/>
                                        <p:tgtEl>
                                          <p:spTgt spid="894"/>
                                        </p:tgtEl>
                                        <p:attrNameLst>
                                          <p:attrName>fill.type</p:attrName>
                                        </p:attrNameLst>
                                      </p:cBhvr>
                                      <p:to>
                                        <p:strVal val="solid"/>
                                      </p:to>
                                    </p:set>
                                    <p:set>
                                      <p:cBhvr>
                                        <p:cTn id="1461" dur="500" fill="hold"/>
                                        <p:tgtEl>
                                          <p:spTgt spid="894"/>
                                        </p:tgtEl>
                                        <p:attrNameLst>
                                          <p:attrName>fill.on</p:attrName>
                                        </p:attrNameLst>
                                      </p:cBhvr>
                                      <p:to>
                                        <p:strVal val="true"/>
                                      </p:to>
                                    </p:set>
                                  </p:childTnLst>
                                </p:cTn>
                              </p:par>
                              <p:par>
                                <p:cTn id="1462" nodeType="withEffect" fill="hold" presetClass="emph" presetID="1" presetSubtype="2">
                                  <p:stCondLst>
                                    <p:cond delay="0"/>
                                  </p:stCondLst>
                                  <p:childTnLst>
                                    <p:animClr clrSpc="rgb">
                                      <p:cBhvr>
                                        <p:cTn id="1463" dur="500" fill="hold"/>
                                        <p:tgtEl>
                                          <p:spTgt spid="898"/>
                                        </p:tgtEl>
                                        <p:attrNameLst>
                                          <p:attrName>fillcolor</p:attrName>
                                        </p:attrNameLst>
                                      </p:cBhvr>
                                      <p:to>
                                        <a:srgbClr val="95b3d7"/>
                                      </p:to>
                                    </p:animClr>
                                    <p:set>
                                      <p:cBhvr>
                                        <p:cTn id="1464" dur="500" fill="hold"/>
                                        <p:tgtEl>
                                          <p:spTgt spid="898"/>
                                        </p:tgtEl>
                                        <p:attrNameLst>
                                          <p:attrName>fill.type</p:attrName>
                                        </p:attrNameLst>
                                      </p:cBhvr>
                                      <p:to>
                                        <p:strVal val="solid"/>
                                      </p:to>
                                    </p:set>
                                    <p:set>
                                      <p:cBhvr>
                                        <p:cTn id="1465" dur="500" fill="hold"/>
                                        <p:tgtEl>
                                          <p:spTgt spid="898"/>
                                        </p:tgtEl>
                                        <p:attrNameLst>
                                          <p:attrName>fill.on</p:attrName>
                                        </p:attrNameLst>
                                      </p:cBhvr>
                                      <p:to>
                                        <p:strVal val="true"/>
                                      </p:to>
                                    </p:set>
                                  </p:childTnLst>
                                </p:cTn>
                              </p:par>
                              <p:par>
                                <p:cTn id="1466" nodeType="withEffect" fill="hold" presetClass="exit" presetID="10">
                                  <p:stCondLst>
                                    <p:cond delay="0"/>
                                  </p:stCondLst>
                                  <p:childTnLst>
                                    <p:animEffect filter="fade" transition="out">
                                      <p:cBhvr additive="repl">
                                        <p:cTn id="1467" dur="500"/>
                                        <p:tgtEl>
                                          <p:spTgt spid="888"/>
                                        </p:tgtEl>
                                      </p:cBhvr>
                                    </p:animEffect>
                                    <p:set>
                                      <p:cBhvr>
                                        <p:cTn id="1468" dur="1" fill="hold">
                                          <p:stCondLst>
                                            <p:cond delay="499"/>
                                          </p:stCondLst>
                                        </p:cTn>
                                        <p:tgtEl>
                                          <p:spTgt spid="888"/>
                                        </p:tgtEl>
                                        <p:attrNameLst>
                                          <p:attrName>style.visibility</p:attrName>
                                        </p:attrNameLst>
                                      </p:cBhvr>
                                      <p:to>
                                        <p:strVal val="hidden"/>
                                      </p:to>
                                    </p:set>
                                  </p:childTnLst>
                                </p:cTn>
                              </p:par>
                              <p:par>
                                <p:cTn id="1469" nodeType="withEffect" fill="hold" presetClass="exit" presetID="10">
                                  <p:stCondLst>
                                    <p:cond delay="0"/>
                                  </p:stCondLst>
                                  <p:childTnLst>
                                    <p:animEffect filter="fade" transition="out">
                                      <p:cBhvr additive="repl">
                                        <p:cTn id="1470" dur="500"/>
                                        <p:tgtEl>
                                          <p:spTgt spid="887"/>
                                        </p:tgtEl>
                                      </p:cBhvr>
                                    </p:animEffect>
                                    <p:set>
                                      <p:cBhvr>
                                        <p:cTn id="1471" dur="1" fill="hold">
                                          <p:stCondLst>
                                            <p:cond delay="499"/>
                                          </p:stCondLst>
                                        </p:cTn>
                                        <p:tgtEl>
                                          <p:spTgt spid="887"/>
                                        </p:tgtEl>
                                        <p:attrNameLst>
                                          <p:attrName>style.visibility</p:attrName>
                                        </p:attrNameLst>
                                      </p:cBhvr>
                                      <p:to>
                                        <p:strVal val="hidden"/>
                                      </p:to>
                                    </p:set>
                                  </p:childTnLst>
                                </p:cTn>
                              </p:par>
                              <p:par>
                                <p:cTn id="1472" nodeType="withEffect" fill="hold" presetClass="exit" presetID="10">
                                  <p:stCondLst>
                                    <p:cond delay="0"/>
                                  </p:stCondLst>
                                  <p:childTnLst>
                                    <p:animEffect filter="fade" transition="out">
                                      <p:cBhvr additive="repl">
                                        <p:cTn id="1473" dur="500"/>
                                        <p:tgtEl>
                                          <p:spTgt spid="896"/>
                                        </p:tgtEl>
                                      </p:cBhvr>
                                    </p:animEffect>
                                    <p:set>
                                      <p:cBhvr>
                                        <p:cTn id="1474" dur="1" fill="hold">
                                          <p:stCondLst>
                                            <p:cond delay="499"/>
                                          </p:stCondLst>
                                        </p:cTn>
                                        <p:tgtEl>
                                          <p:spTgt spid="896"/>
                                        </p:tgtEl>
                                        <p:attrNameLst>
                                          <p:attrName>style.visibility</p:attrName>
                                        </p:attrNameLst>
                                      </p:cBhvr>
                                      <p:to>
                                        <p:strVal val="hidden"/>
                                      </p:to>
                                    </p:set>
                                  </p:childTnLst>
                                </p:cTn>
                              </p:par>
                              <p:par>
                                <p:cTn id="1475" nodeType="withEffect" fill="hold" presetClass="exit" presetID="10">
                                  <p:stCondLst>
                                    <p:cond delay="0"/>
                                  </p:stCondLst>
                                  <p:childTnLst>
                                    <p:animEffect filter="fade" transition="out">
                                      <p:cBhvr additive="repl">
                                        <p:cTn id="1476" dur="500"/>
                                        <p:tgtEl>
                                          <p:spTgt spid="895"/>
                                        </p:tgtEl>
                                      </p:cBhvr>
                                    </p:animEffect>
                                    <p:set>
                                      <p:cBhvr>
                                        <p:cTn id="1477" dur="1" fill="hold">
                                          <p:stCondLst>
                                            <p:cond delay="499"/>
                                          </p:stCondLst>
                                        </p:cTn>
                                        <p:tgtEl>
                                          <p:spTgt spid="895"/>
                                        </p:tgtEl>
                                        <p:attrNameLst>
                                          <p:attrName>style.visibility</p:attrName>
                                        </p:attrNameLst>
                                      </p:cBhvr>
                                      <p:to>
                                        <p:strVal val="hidden"/>
                                      </p:to>
                                    </p:set>
                                  </p:childTnLst>
                                </p:cTn>
                              </p:par>
                              <p:par>
                                <p:cTn id="1478" nodeType="withEffect" fill="hold" presetClass="exit" presetID="10">
                                  <p:stCondLst>
                                    <p:cond delay="0"/>
                                  </p:stCondLst>
                                  <p:childTnLst>
                                    <p:animEffect filter="fade" transition="out">
                                      <p:cBhvr additive="repl">
                                        <p:cTn id="1479" dur="500"/>
                                        <p:tgtEl>
                                          <p:spTgt spid="900"/>
                                        </p:tgtEl>
                                      </p:cBhvr>
                                    </p:animEffect>
                                    <p:set>
                                      <p:cBhvr>
                                        <p:cTn id="1480" dur="1" fill="hold">
                                          <p:stCondLst>
                                            <p:cond delay="499"/>
                                          </p:stCondLst>
                                        </p:cTn>
                                        <p:tgtEl>
                                          <p:spTgt spid="900"/>
                                        </p:tgtEl>
                                        <p:attrNameLst>
                                          <p:attrName>style.visibility</p:attrName>
                                        </p:attrNameLst>
                                      </p:cBhvr>
                                      <p:to>
                                        <p:strVal val="hidden"/>
                                      </p:to>
                                    </p:set>
                                  </p:childTnLst>
                                </p:cTn>
                              </p:par>
                              <p:par>
                                <p:cTn id="1481" nodeType="withEffect" fill="hold" presetClass="exit" presetID="10">
                                  <p:stCondLst>
                                    <p:cond delay="0"/>
                                  </p:stCondLst>
                                  <p:childTnLst>
                                    <p:animEffect filter="fade" transition="out">
                                      <p:cBhvr additive="repl">
                                        <p:cTn id="1482" dur="500"/>
                                        <p:tgtEl>
                                          <p:spTgt spid="899"/>
                                        </p:tgtEl>
                                      </p:cBhvr>
                                    </p:animEffect>
                                    <p:set>
                                      <p:cBhvr>
                                        <p:cTn id="1483" dur="1" fill="hold">
                                          <p:stCondLst>
                                            <p:cond delay="499"/>
                                          </p:stCondLst>
                                        </p:cTn>
                                        <p:tgtEl>
                                          <p:spTgt spid="8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484" restart="whenNotActive" nodeType="interactiveSeq" fill="hold">
                <p:stCondLst>
                  <p:cond delay="0" evt="onClick">
                    <p:tgtEl>
                      <p:spTgt spid="892"/>
                    </p:tgtEl>
                  </p:cond>
                </p:stCondLst>
                <p:childTnLst>
                  <p:par>
                    <p:cTn id="1485" fill="hold">
                      <p:stCondLst>
                        <p:cond delay="0" evt="onClick">
                          <p:tgtEl>
                            <p:spTgt spid="892"/>
                          </p:tgtEl>
                        </p:cond>
                      </p:stCondLst>
                      <p:childTnLst>
                        <p:par>
                          <p:cTn id="1486" fill="hold">
                            <p:stCondLst>
                              <p:cond delay="0"/>
                            </p:stCondLst>
                            <p:childTnLst>
                              <p:par>
                                <p:cTn id="1487" nodeType="clickEffect" fill="hold" presetClass="exit" presetID="9">
                                  <p:stCondLst>
                                    <p:cond delay="0"/>
                                  </p:stCondLst>
                                  <p:childTnLst>
                                    <p:animEffect filter="dissolve" transition="out">
                                      <p:cBhvr additive="repl">
                                        <p:cTn id="1488" dur="500"/>
                                        <p:tgtEl>
                                          <p:spTgt spid="892"/>
                                        </p:tgtEl>
                                      </p:cBhvr>
                                    </p:animEffect>
                                    <p:set>
                                      <p:cBhvr>
                                        <p:cTn id="1489" dur="1" fill="hold">
                                          <p:stCondLst>
                                            <p:cond delay="499"/>
                                          </p:stCondLst>
                                        </p:cTn>
                                        <p:tgtEl>
                                          <p:spTgt spid="892"/>
                                        </p:tgtEl>
                                        <p:attrNameLst>
                                          <p:attrName>style.visibility</p:attrName>
                                        </p:attrNameLst>
                                      </p:cBhvr>
                                      <p:to>
                                        <p:strVal val="hidden"/>
                                      </p:to>
                                    </p:set>
                                  </p:childTnLst>
                                </p:cTn>
                              </p:par>
                              <p:par>
                                <p:cTn id="1490" nodeType="withEffect" fill="hold" presetClass="exit" presetID="9">
                                  <p:stCondLst>
                                    <p:cond delay="0"/>
                                  </p:stCondLst>
                                  <p:childTnLst>
                                    <p:animEffect filter="dissolve" transition="out">
                                      <p:cBhvr additive="repl">
                                        <p:cTn id="1491" dur="500"/>
                                        <p:tgtEl>
                                          <p:spTgt spid="891"/>
                                        </p:tgtEl>
                                      </p:cBhvr>
                                    </p:animEffect>
                                    <p:set>
                                      <p:cBhvr>
                                        <p:cTn id="1492" dur="1" fill="hold">
                                          <p:stCondLst>
                                            <p:cond delay="499"/>
                                          </p:stCondLst>
                                        </p:cTn>
                                        <p:tgtEl>
                                          <p:spTgt spid="891"/>
                                        </p:tgtEl>
                                        <p:attrNameLst>
                                          <p:attrName>style.visibility</p:attrName>
                                        </p:attrNameLst>
                                      </p:cBhvr>
                                      <p:to>
                                        <p:strVal val="hidden"/>
                                      </p:to>
                                    </p:set>
                                  </p:childTnLst>
                                </p:cTn>
                              </p:par>
                              <p:par>
                                <p:cTn id="1493" nodeType="withEffect" fill="hold" presetClass="emph" presetID="1" presetSubtype="2">
                                  <p:stCondLst>
                                    <p:cond delay="0"/>
                                  </p:stCondLst>
                                  <p:childTnLst>
                                    <p:animClr clrSpc="rgb">
                                      <p:cBhvr>
                                        <p:cTn id="1494" dur="500" fill="hold"/>
                                        <p:tgtEl>
                                          <p:spTgt spid="890"/>
                                        </p:tgtEl>
                                        <p:attrNameLst>
                                          <p:attrName>fillcolor</p:attrName>
                                        </p:attrNameLst>
                                      </p:cBhvr>
                                      <p:to>
                                        <a:srgbClr val="95b3d7"/>
                                      </p:to>
                                    </p:animClr>
                                    <p:set>
                                      <p:cBhvr>
                                        <p:cTn id="1495" dur="500" fill="hold"/>
                                        <p:tgtEl>
                                          <p:spTgt spid="890"/>
                                        </p:tgtEl>
                                        <p:attrNameLst>
                                          <p:attrName>fill.type</p:attrName>
                                        </p:attrNameLst>
                                      </p:cBhvr>
                                      <p:to>
                                        <p:strVal val="solid"/>
                                      </p:to>
                                    </p:set>
                                    <p:set>
                                      <p:cBhvr>
                                        <p:cTn id="1496" dur="500" fill="hold"/>
                                        <p:tgtEl>
                                          <p:spTgt spid="890"/>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497" restart="whenNotActive" nodeType="interactiveSeq" fill="hold">
                <p:stCondLst>
                  <p:cond delay="0" evt="onClick">
                    <p:tgtEl>
                      <p:spTgt spid="893"/>
                    </p:tgtEl>
                  </p:cond>
                </p:stCondLst>
                <p:childTnLst>
                  <p:par>
                    <p:cTn id="1498" fill="hold">
                      <p:stCondLst>
                        <p:cond delay="0" evt="onClick">
                          <p:tgtEl>
                            <p:spTgt spid="893"/>
                          </p:tgtEl>
                        </p:cond>
                      </p:stCondLst>
                      <p:childTnLst>
                        <p:par>
                          <p:cTn id="1499" fill="hold">
                            <p:stCondLst>
                              <p:cond delay="0"/>
                            </p:stCondLst>
                            <p:childTnLst>
                              <p:par>
                                <p:cTn id="1500" nodeType="clickEffect" fill="hold" presetClass="entr" presetID="16" presetSubtype="21">
                                  <p:stCondLst>
                                    <p:cond delay="0"/>
                                  </p:stCondLst>
                                  <p:childTnLst>
                                    <p:set>
                                      <p:cBhvr>
                                        <p:cTn id="1501" dur="1" fill="hold">
                                          <p:stCondLst>
                                            <p:cond delay="0"/>
                                          </p:stCondLst>
                                        </p:cTn>
                                        <p:tgtEl>
                                          <p:spTgt spid="896"/>
                                        </p:tgtEl>
                                        <p:attrNameLst>
                                          <p:attrName>style.visibility</p:attrName>
                                        </p:attrNameLst>
                                      </p:cBhvr>
                                      <p:to>
                                        <p:strVal val="visible"/>
                                      </p:to>
                                    </p:set>
                                    <p:animEffect filter="barn(inVertical)" transition="in">
                                      <p:cBhvr additive="repl">
                                        <p:cTn id="1502" dur="500"/>
                                        <p:tgtEl>
                                          <p:spTgt spid="896"/>
                                        </p:tgtEl>
                                      </p:cBhvr>
                                    </p:animEffect>
                                  </p:childTnLst>
                                </p:cTn>
                              </p:par>
                              <p:par>
                                <p:cTn id="1503" nodeType="withEffect" fill="hold" presetClass="entr" presetID="16" presetSubtype="21">
                                  <p:stCondLst>
                                    <p:cond delay="0"/>
                                  </p:stCondLst>
                                  <p:childTnLst>
                                    <p:set>
                                      <p:cBhvr>
                                        <p:cTn id="1504" dur="1" fill="hold">
                                          <p:stCondLst>
                                            <p:cond delay="0"/>
                                          </p:stCondLst>
                                        </p:cTn>
                                        <p:tgtEl>
                                          <p:spTgt spid="895"/>
                                        </p:tgtEl>
                                        <p:attrNameLst>
                                          <p:attrName>style.visibility</p:attrName>
                                        </p:attrNameLst>
                                      </p:cBhvr>
                                      <p:to>
                                        <p:strVal val="visible"/>
                                      </p:to>
                                    </p:set>
                                    <p:animEffect filter="barn(inVertical)" transition="in">
                                      <p:cBhvr additive="repl">
                                        <p:cTn id="1505" dur="500"/>
                                        <p:tgtEl>
                                          <p:spTgt spid="895"/>
                                        </p:tgtEl>
                                      </p:cBhvr>
                                    </p:animEffect>
                                  </p:childTnLst>
                                </p:cTn>
                              </p:par>
                              <p:par>
                                <p:cTn id="1506" nodeType="withEffect" fill="hold" presetClass="emph" presetID="1" presetSubtype="2">
                                  <p:stCondLst>
                                    <p:cond delay="0"/>
                                  </p:stCondLst>
                                  <p:childTnLst>
                                    <p:animClr clrSpc="rgb">
                                      <p:cBhvr>
                                        <p:cTn id="1507" dur="500" fill="hold"/>
                                        <p:tgtEl>
                                          <p:spTgt spid="894"/>
                                        </p:tgtEl>
                                        <p:attrNameLst>
                                          <p:attrName>fillcolor</p:attrName>
                                        </p:attrNameLst>
                                      </p:cBhvr>
                                      <p:to>
                                        <a:srgbClr val="8a80e4"/>
                                      </p:to>
                                    </p:animClr>
                                    <p:set>
                                      <p:cBhvr>
                                        <p:cTn id="1508" dur="500" fill="hold"/>
                                        <p:tgtEl>
                                          <p:spTgt spid="894"/>
                                        </p:tgtEl>
                                        <p:attrNameLst>
                                          <p:attrName>fill.type</p:attrName>
                                        </p:attrNameLst>
                                      </p:cBhvr>
                                      <p:to>
                                        <p:strVal val="solid"/>
                                      </p:to>
                                    </p:set>
                                    <p:set>
                                      <p:cBhvr>
                                        <p:cTn id="1509" dur="500" fill="hold"/>
                                        <p:tgtEl>
                                          <p:spTgt spid="894"/>
                                        </p:tgtEl>
                                        <p:attrNameLst>
                                          <p:attrName>fill.on</p:attrName>
                                        </p:attrNameLst>
                                      </p:cBhvr>
                                      <p:to>
                                        <p:strVal val="true"/>
                                      </p:to>
                                    </p:set>
                                  </p:childTnLst>
                                </p:cTn>
                              </p:par>
                              <p:par>
                                <p:cTn id="1510" nodeType="withEffect" fill="hold" presetClass="emph" presetID="1" presetSubtype="2">
                                  <p:stCondLst>
                                    <p:cond delay="0"/>
                                  </p:stCondLst>
                                  <p:childTnLst>
                                    <p:animClr clrSpc="rgb">
                                      <p:cBhvr>
                                        <p:cTn id="1511" dur="500" fill="hold"/>
                                        <p:tgtEl>
                                          <p:spTgt spid="886"/>
                                        </p:tgtEl>
                                        <p:attrNameLst>
                                          <p:attrName>fillcolor</p:attrName>
                                        </p:attrNameLst>
                                      </p:cBhvr>
                                      <p:to>
                                        <a:srgbClr val="95b3d7"/>
                                      </p:to>
                                    </p:animClr>
                                    <p:set>
                                      <p:cBhvr>
                                        <p:cTn id="1512" dur="500" fill="hold"/>
                                        <p:tgtEl>
                                          <p:spTgt spid="886"/>
                                        </p:tgtEl>
                                        <p:attrNameLst>
                                          <p:attrName>fill.type</p:attrName>
                                        </p:attrNameLst>
                                      </p:cBhvr>
                                      <p:to>
                                        <p:strVal val="solid"/>
                                      </p:to>
                                    </p:set>
                                    <p:set>
                                      <p:cBhvr>
                                        <p:cTn id="1513" dur="500" fill="hold"/>
                                        <p:tgtEl>
                                          <p:spTgt spid="886"/>
                                        </p:tgtEl>
                                        <p:attrNameLst>
                                          <p:attrName>fill.on</p:attrName>
                                        </p:attrNameLst>
                                      </p:cBhvr>
                                      <p:to>
                                        <p:strVal val="true"/>
                                      </p:to>
                                    </p:set>
                                  </p:childTnLst>
                                </p:cTn>
                              </p:par>
                              <p:par>
                                <p:cTn id="1514" nodeType="withEffect" fill="hold" presetClass="emph" presetID="1" presetSubtype="2">
                                  <p:stCondLst>
                                    <p:cond delay="0"/>
                                  </p:stCondLst>
                                  <p:childTnLst>
                                    <p:animClr clrSpc="rgb">
                                      <p:cBhvr>
                                        <p:cTn id="1515" dur="500" fill="hold"/>
                                        <p:tgtEl>
                                          <p:spTgt spid="890"/>
                                        </p:tgtEl>
                                        <p:attrNameLst>
                                          <p:attrName>fillcolor</p:attrName>
                                        </p:attrNameLst>
                                      </p:cBhvr>
                                      <p:to>
                                        <a:srgbClr val="95b3d7"/>
                                      </p:to>
                                    </p:animClr>
                                    <p:set>
                                      <p:cBhvr>
                                        <p:cTn id="1516" dur="500" fill="hold"/>
                                        <p:tgtEl>
                                          <p:spTgt spid="890"/>
                                        </p:tgtEl>
                                        <p:attrNameLst>
                                          <p:attrName>fill.type</p:attrName>
                                        </p:attrNameLst>
                                      </p:cBhvr>
                                      <p:to>
                                        <p:strVal val="solid"/>
                                      </p:to>
                                    </p:set>
                                    <p:set>
                                      <p:cBhvr>
                                        <p:cTn id="1517" dur="500" fill="hold"/>
                                        <p:tgtEl>
                                          <p:spTgt spid="890"/>
                                        </p:tgtEl>
                                        <p:attrNameLst>
                                          <p:attrName>fill.on</p:attrName>
                                        </p:attrNameLst>
                                      </p:cBhvr>
                                      <p:to>
                                        <p:strVal val="true"/>
                                      </p:to>
                                    </p:set>
                                  </p:childTnLst>
                                </p:cTn>
                              </p:par>
                              <p:par>
                                <p:cTn id="1518" nodeType="withEffect" fill="hold" presetClass="emph" presetID="1" presetSubtype="2">
                                  <p:stCondLst>
                                    <p:cond delay="0"/>
                                  </p:stCondLst>
                                  <p:childTnLst>
                                    <p:animClr clrSpc="rgb">
                                      <p:cBhvr>
                                        <p:cTn id="1519" dur="500" fill="hold"/>
                                        <p:tgtEl>
                                          <p:spTgt spid="898"/>
                                        </p:tgtEl>
                                        <p:attrNameLst>
                                          <p:attrName>fillcolor</p:attrName>
                                        </p:attrNameLst>
                                      </p:cBhvr>
                                      <p:to>
                                        <a:srgbClr val="95b3d7"/>
                                      </p:to>
                                    </p:animClr>
                                    <p:set>
                                      <p:cBhvr>
                                        <p:cTn id="1520" dur="500" fill="hold"/>
                                        <p:tgtEl>
                                          <p:spTgt spid="898"/>
                                        </p:tgtEl>
                                        <p:attrNameLst>
                                          <p:attrName>fill.type</p:attrName>
                                        </p:attrNameLst>
                                      </p:cBhvr>
                                      <p:to>
                                        <p:strVal val="solid"/>
                                      </p:to>
                                    </p:set>
                                    <p:set>
                                      <p:cBhvr>
                                        <p:cTn id="1521" dur="500" fill="hold"/>
                                        <p:tgtEl>
                                          <p:spTgt spid="898"/>
                                        </p:tgtEl>
                                        <p:attrNameLst>
                                          <p:attrName>fill.on</p:attrName>
                                        </p:attrNameLst>
                                      </p:cBhvr>
                                      <p:to>
                                        <p:strVal val="true"/>
                                      </p:to>
                                    </p:set>
                                  </p:childTnLst>
                                </p:cTn>
                              </p:par>
                              <p:par>
                                <p:cTn id="1522" nodeType="withEffect" fill="hold" presetClass="exit" presetID="10">
                                  <p:stCondLst>
                                    <p:cond delay="0"/>
                                  </p:stCondLst>
                                  <p:childTnLst>
                                    <p:animEffect filter="fade" transition="out">
                                      <p:cBhvr additive="repl">
                                        <p:cTn id="1523" dur="500"/>
                                        <p:tgtEl>
                                          <p:spTgt spid="888"/>
                                        </p:tgtEl>
                                      </p:cBhvr>
                                    </p:animEffect>
                                    <p:set>
                                      <p:cBhvr>
                                        <p:cTn id="1524" dur="1" fill="hold">
                                          <p:stCondLst>
                                            <p:cond delay="499"/>
                                          </p:stCondLst>
                                        </p:cTn>
                                        <p:tgtEl>
                                          <p:spTgt spid="888"/>
                                        </p:tgtEl>
                                        <p:attrNameLst>
                                          <p:attrName>style.visibility</p:attrName>
                                        </p:attrNameLst>
                                      </p:cBhvr>
                                      <p:to>
                                        <p:strVal val="hidden"/>
                                      </p:to>
                                    </p:set>
                                  </p:childTnLst>
                                </p:cTn>
                              </p:par>
                              <p:par>
                                <p:cTn id="1525" nodeType="withEffect" fill="hold" presetClass="exit" presetID="10">
                                  <p:stCondLst>
                                    <p:cond delay="0"/>
                                  </p:stCondLst>
                                  <p:childTnLst>
                                    <p:animEffect filter="fade" transition="out">
                                      <p:cBhvr additive="repl">
                                        <p:cTn id="1526" dur="500"/>
                                        <p:tgtEl>
                                          <p:spTgt spid="887"/>
                                        </p:tgtEl>
                                      </p:cBhvr>
                                    </p:animEffect>
                                    <p:set>
                                      <p:cBhvr>
                                        <p:cTn id="1527" dur="1" fill="hold">
                                          <p:stCondLst>
                                            <p:cond delay="499"/>
                                          </p:stCondLst>
                                        </p:cTn>
                                        <p:tgtEl>
                                          <p:spTgt spid="887"/>
                                        </p:tgtEl>
                                        <p:attrNameLst>
                                          <p:attrName>style.visibility</p:attrName>
                                        </p:attrNameLst>
                                      </p:cBhvr>
                                      <p:to>
                                        <p:strVal val="hidden"/>
                                      </p:to>
                                    </p:set>
                                  </p:childTnLst>
                                </p:cTn>
                              </p:par>
                              <p:par>
                                <p:cTn id="1528" nodeType="withEffect" fill="hold" presetClass="exit" presetID="10">
                                  <p:stCondLst>
                                    <p:cond delay="0"/>
                                  </p:stCondLst>
                                  <p:childTnLst>
                                    <p:animEffect filter="fade" transition="out">
                                      <p:cBhvr additive="repl">
                                        <p:cTn id="1529" dur="500"/>
                                        <p:tgtEl>
                                          <p:spTgt spid="892"/>
                                        </p:tgtEl>
                                      </p:cBhvr>
                                    </p:animEffect>
                                    <p:set>
                                      <p:cBhvr>
                                        <p:cTn id="1530" dur="1" fill="hold">
                                          <p:stCondLst>
                                            <p:cond delay="499"/>
                                          </p:stCondLst>
                                        </p:cTn>
                                        <p:tgtEl>
                                          <p:spTgt spid="892"/>
                                        </p:tgtEl>
                                        <p:attrNameLst>
                                          <p:attrName>style.visibility</p:attrName>
                                        </p:attrNameLst>
                                      </p:cBhvr>
                                      <p:to>
                                        <p:strVal val="hidden"/>
                                      </p:to>
                                    </p:set>
                                  </p:childTnLst>
                                </p:cTn>
                              </p:par>
                              <p:par>
                                <p:cTn id="1531" nodeType="withEffect" fill="hold" presetClass="exit" presetID="10">
                                  <p:stCondLst>
                                    <p:cond delay="0"/>
                                  </p:stCondLst>
                                  <p:childTnLst>
                                    <p:animEffect filter="fade" transition="out">
                                      <p:cBhvr additive="repl">
                                        <p:cTn id="1532" dur="500"/>
                                        <p:tgtEl>
                                          <p:spTgt spid="891"/>
                                        </p:tgtEl>
                                      </p:cBhvr>
                                    </p:animEffect>
                                    <p:set>
                                      <p:cBhvr>
                                        <p:cTn id="1533" dur="1" fill="hold">
                                          <p:stCondLst>
                                            <p:cond delay="499"/>
                                          </p:stCondLst>
                                        </p:cTn>
                                        <p:tgtEl>
                                          <p:spTgt spid="891"/>
                                        </p:tgtEl>
                                        <p:attrNameLst>
                                          <p:attrName>style.visibility</p:attrName>
                                        </p:attrNameLst>
                                      </p:cBhvr>
                                      <p:to>
                                        <p:strVal val="hidden"/>
                                      </p:to>
                                    </p:set>
                                  </p:childTnLst>
                                </p:cTn>
                              </p:par>
                              <p:par>
                                <p:cTn id="1534" nodeType="withEffect" fill="hold" presetClass="exit" presetID="10">
                                  <p:stCondLst>
                                    <p:cond delay="0"/>
                                  </p:stCondLst>
                                  <p:childTnLst>
                                    <p:animEffect filter="fade" transition="out">
                                      <p:cBhvr additive="repl">
                                        <p:cTn id="1535" dur="500"/>
                                        <p:tgtEl>
                                          <p:spTgt spid="900"/>
                                        </p:tgtEl>
                                      </p:cBhvr>
                                    </p:animEffect>
                                    <p:set>
                                      <p:cBhvr>
                                        <p:cTn id="1536" dur="1" fill="hold">
                                          <p:stCondLst>
                                            <p:cond delay="499"/>
                                          </p:stCondLst>
                                        </p:cTn>
                                        <p:tgtEl>
                                          <p:spTgt spid="900"/>
                                        </p:tgtEl>
                                        <p:attrNameLst>
                                          <p:attrName>style.visibility</p:attrName>
                                        </p:attrNameLst>
                                      </p:cBhvr>
                                      <p:to>
                                        <p:strVal val="hidden"/>
                                      </p:to>
                                    </p:set>
                                  </p:childTnLst>
                                </p:cTn>
                              </p:par>
                              <p:par>
                                <p:cTn id="1537" nodeType="withEffect" fill="hold" presetClass="exit" presetID="10">
                                  <p:stCondLst>
                                    <p:cond delay="0"/>
                                  </p:stCondLst>
                                  <p:childTnLst>
                                    <p:animEffect filter="fade" transition="out">
                                      <p:cBhvr additive="repl">
                                        <p:cTn id="1538" dur="500"/>
                                        <p:tgtEl>
                                          <p:spTgt spid="899"/>
                                        </p:tgtEl>
                                      </p:cBhvr>
                                    </p:animEffect>
                                    <p:set>
                                      <p:cBhvr>
                                        <p:cTn id="1539" dur="1" fill="hold">
                                          <p:stCondLst>
                                            <p:cond delay="499"/>
                                          </p:stCondLst>
                                        </p:cTn>
                                        <p:tgtEl>
                                          <p:spTgt spid="8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540" restart="whenNotActive" nodeType="interactiveSeq" fill="hold">
                <p:stCondLst>
                  <p:cond delay="0" evt="onClick">
                    <p:tgtEl>
                      <p:spTgt spid="896"/>
                    </p:tgtEl>
                  </p:cond>
                </p:stCondLst>
                <p:childTnLst>
                  <p:par>
                    <p:cTn id="1541" fill="hold">
                      <p:stCondLst>
                        <p:cond delay="0" evt="onClick">
                          <p:tgtEl>
                            <p:spTgt spid="896"/>
                          </p:tgtEl>
                        </p:cond>
                      </p:stCondLst>
                      <p:childTnLst>
                        <p:par>
                          <p:cTn id="1542" fill="hold">
                            <p:stCondLst>
                              <p:cond delay="0"/>
                            </p:stCondLst>
                            <p:childTnLst>
                              <p:par>
                                <p:cTn id="1543" nodeType="clickEffect" fill="hold" presetClass="exit" presetID="9">
                                  <p:stCondLst>
                                    <p:cond delay="0"/>
                                  </p:stCondLst>
                                  <p:childTnLst>
                                    <p:animEffect filter="dissolve" transition="out">
                                      <p:cBhvr additive="repl">
                                        <p:cTn id="1544" dur="500"/>
                                        <p:tgtEl>
                                          <p:spTgt spid="896"/>
                                        </p:tgtEl>
                                      </p:cBhvr>
                                    </p:animEffect>
                                    <p:set>
                                      <p:cBhvr>
                                        <p:cTn id="1545" dur="1" fill="hold">
                                          <p:stCondLst>
                                            <p:cond delay="499"/>
                                          </p:stCondLst>
                                        </p:cTn>
                                        <p:tgtEl>
                                          <p:spTgt spid="896"/>
                                        </p:tgtEl>
                                        <p:attrNameLst>
                                          <p:attrName>style.visibility</p:attrName>
                                        </p:attrNameLst>
                                      </p:cBhvr>
                                      <p:to>
                                        <p:strVal val="hidden"/>
                                      </p:to>
                                    </p:set>
                                  </p:childTnLst>
                                </p:cTn>
                              </p:par>
                              <p:par>
                                <p:cTn id="1546" nodeType="withEffect" fill="hold" presetClass="exit" presetID="9">
                                  <p:stCondLst>
                                    <p:cond delay="0"/>
                                  </p:stCondLst>
                                  <p:childTnLst>
                                    <p:animEffect filter="dissolve" transition="out">
                                      <p:cBhvr additive="repl">
                                        <p:cTn id="1547" dur="500"/>
                                        <p:tgtEl>
                                          <p:spTgt spid="895"/>
                                        </p:tgtEl>
                                      </p:cBhvr>
                                    </p:animEffect>
                                    <p:set>
                                      <p:cBhvr>
                                        <p:cTn id="1548" dur="1" fill="hold">
                                          <p:stCondLst>
                                            <p:cond delay="499"/>
                                          </p:stCondLst>
                                        </p:cTn>
                                        <p:tgtEl>
                                          <p:spTgt spid="895"/>
                                        </p:tgtEl>
                                        <p:attrNameLst>
                                          <p:attrName>style.visibility</p:attrName>
                                        </p:attrNameLst>
                                      </p:cBhvr>
                                      <p:to>
                                        <p:strVal val="hidden"/>
                                      </p:to>
                                    </p:set>
                                  </p:childTnLst>
                                </p:cTn>
                              </p:par>
                              <p:par>
                                <p:cTn id="1549" nodeType="withEffect" fill="hold" presetClass="emph" presetID="1" presetSubtype="2">
                                  <p:stCondLst>
                                    <p:cond delay="0"/>
                                  </p:stCondLst>
                                  <p:childTnLst>
                                    <p:animClr clrSpc="rgb">
                                      <p:cBhvr>
                                        <p:cTn id="1550" dur="500" fill="hold"/>
                                        <p:tgtEl>
                                          <p:spTgt spid="894"/>
                                        </p:tgtEl>
                                        <p:attrNameLst>
                                          <p:attrName>fillcolor</p:attrName>
                                        </p:attrNameLst>
                                      </p:cBhvr>
                                      <p:to>
                                        <a:srgbClr val="95b3d7"/>
                                      </p:to>
                                    </p:animClr>
                                    <p:set>
                                      <p:cBhvr>
                                        <p:cTn id="1551" dur="500" fill="hold"/>
                                        <p:tgtEl>
                                          <p:spTgt spid="894"/>
                                        </p:tgtEl>
                                        <p:attrNameLst>
                                          <p:attrName>fill.type</p:attrName>
                                        </p:attrNameLst>
                                      </p:cBhvr>
                                      <p:to>
                                        <p:strVal val="solid"/>
                                      </p:to>
                                    </p:set>
                                    <p:set>
                                      <p:cBhvr>
                                        <p:cTn id="1552" dur="500" fill="hold"/>
                                        <p:tgtEl>
                                          <p:spTgt spid="89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553" restart="whenNotActive" nodeType="interactiveSeq" fill="hold">
                <p:stCondLst>
                  <p:cond delay="0" evt="onClick">
                    <p:tgtEl>
                      <p:spTgt spid="897"/>
                    </p:tgtEl>
                  </p:cond>
                </p:stCondLst>
                <p:childTnLst>
                  <p:par>
                    <p:cTn id="1554" fill="hold">
                      <p:stCondLst>
                        <p:cond delay="0" evt="onClick">
                          <p:tgtEl>
                            <p:spTgt spid="897"/>
                          </p:tgtEl>
                        </p:cond>
                      </p:stCondLst>
                      <p:childTnLst>
                        <p:par>
                          <p:cTn id="1555" fill="hold">
                            <p:stCondLst>
                              <p:cond delay="0"/>
                            </p:stCondLst>
                            <p:childTnLst>
                              <p:par>
                                <p:cTn id="1556" nodeType="clickEffect" fill="hold" presetClass="entr" presetID="16" presetSubtype="21">
                                  <p:stCondLst>
                                    <p:cond delay="0"/>
                                  </p:stCondLst>
                                  <p:childTnLst>
                                    <p:set>
                                      <p:cBhvr>
                                        <p:cTn id="1557" dur="1" fill="hold">
                                          <p:stCondLst>
                                            <p:cond delay="0"/>
                                          </p:stCondLst>
                                        </p:cTn>
                                        <p:tgtEl>
                                          <p:spTgt spid="900"/>
                                        </p:tgtEl>
                                        <p:attrNameLst>
                                          <p:attrName>style.visibility</p:attrName>
                                        </p:attrNameLst>
                                      </p:cBhvr>
                                      <p:to>
                                        <p:strVal val="visible"/>
                                      </p:to>
                                    </p:set>
                                    <p:animEffect filter="barn(inVertical)" transition="in">
                                      <p:cBhvr additive="repl">
                                        <p:cTn id="1558" dur="500"/>
                                        <p:tgtEl>
                                          <p:spTgt spid="900"/>
                                        </p:tgtEl>
                                      </p:cBhvr>
                                    </p:animEffect>
                                  </p:childTnLst>
                                </p:cTn>
                              </p:par>
                              <p:par>
                                <p:cTn id="1559" nodeType="withEffect" fill="hold" presetClass="entr" presetID="16" presetSubtype="21">
                                  <p:stCondLst>
                                    <p:cond delay="0"/>
                                  </p:stCondLst>
                                  <p:childTnLst>
                                    <p:set>
                                      <p:cBhvr>
                                        <p:cTn id="1560" dur="1" fill="hold">
                                          <p:stCondLst>
                                            <p:cond delay="0"/>
                                          </p:stCondLst>
                                        </p:cTn>
                                        <p:tgtEl>
                                          <p:spTgt spid="899"/>
                                        </p:tgtEl>
                                        <p:attrNameLst>
                                          <p:attrName>style.visibility</p:attrName>
                                        </p:attrNameLst>
                                      </p:cBhvr>
                                      <p:to>
                                        <p:strVal val="visible"/>
                                      </p:to>
                                    </p:set>
                                    <p:animEffect filter="barn(inVertical)" transition="in">
                                      <p:cBhvr additive="repl">
                                        <p:cTn id="1561" dur="500"/>
                                        <p:tgtEl>
                                          <p:spTgt spid="899"/>
                                        </p:tgtEl>
                                      </p:cBhvr>
                                    </p:animEffect>
                                  </p:childTnLst>
                                </p:cTn>
                              </p:par>
                              <p:par>
                                <p:cTn id="1562" nodeType="withEffect" fill="hold" presetClass="emph" presetID="1" presetSubtype="2">
                                  <p:stCondLst>
                                    <p:cond delay="0"/>
                                  </p:stCondLst>
                                  <p:childTnLst>
                                    <p:animClr clrSpc="rgb">
                                      <p:cBhvr>
                                        <p:cTn id="1563" dur="500" fill="hold"/>
                                        <p:tgtEl>
                                          <p:spTgt spid="898"/>
                                        </p:tgtEl>
                                        <p:attrNameLst>
                                          <p:attrName>fillcolor</p:attrName>
                                        </p:attrNameLst>
                                      </p:cBhvr>
                                      <p:to>
                                        <a:srgbClr val="8a80e4"/>
                                      </p:to>
                                    </p:animClr>
                                    <p:set>
                                      <p:cBhvr>
                                        <p:cTn id="1564" dur="500" fill="hold"/>
                                        <p:tgtEl>
                                          <p:spTgt spid="898"/>
                                        </p:tgtEl>
                                        <p:attrNameLst>
                                          <p:attrName>fill.type</p:attrName>
                                        </p:attrNameLst>
                                      </p:cBhvr>
                                      <p:to>
                                        <p:strVal val="solid"/>
                                      </p:to>
                                    </p:set>
                                    <p:set>
                                      <p:cBhvr>
                                        <p:cTn id="1565" dur="500" fill="hold"/>
                                        <p:tgtEl>
                                          <p:spTgt spid="898"/>
                                        </p:tgtEl>
                                        <p:attrNameLst>
                                          <p:attrName>fill.on</p:attrName>
                                        </p:attrNameLst>
                                      </p:cBhvr>
                                      <p:to>
                                        <p:strVal val="true"/>
                                      </p:to>
                                    </p:set>
                                  </p:childTnLst>
                                </p:cTn>
                              </p:par>
                              <p:par>
                                <p:cTn id="1566" nodeType="withEffect" fill="hold" presetClass="emph" presetID="1" presetSubtype="2">
                                  <p:stCondLst>
                                    <p:cond delay="0"/>
                                  </p:stCondLst>
                                  <p:childTnLst>
                                    <p:animClr clrSpc="rgb">
                                      <p:cBhvr>
                                        <p:cTn id="1567" dur="500" fill="hold"/>
                                        <p:tgtEl>
                                          <p:spTgt spid="886"/>
                                        </p:tgtEl>
                                        <p:attrNameLst>
                                          <p:attrName>fillcolor</p:attrName>
                                        </p:attrNameLst>
                                      </p:cBhvr>
                                      <p:to>
                                        <a:srgbClr val="95b3d7"/>
                                      </p:to>
                                    </p:animClr>
                                    <p:set>
                                      <p:cBhvr>
                                        <p:cTn id="1568" dur="500" fill="hold"/>
                                        <p:tgtEl>
                                          <p:spTgt spid="886"/>
                                        </p:tgtEl>
                                        <p:attrNameLst>
                                          <p:attrName>fill.type</p:attrName>
                                        </p:attrNameLst>
                                      </p:cBhvr>
                                      <p:to>
                                        <p:strVal val="solid"/>
                                      </p:to>
                                    </p:set>
                                    <p:set>
                                      <p:cBhvr>
                                        <p:cTn id="1569" dur="500" fill="hold"/>
                                        <p:tgtEl>
                                          <p:spTgt spid="886"/>
                                        </p:tgtEl>
                                        <p:attrNameLst>
                                          <p:attrName>fill.on</p:attrName>
                                        </p:attrNameLst>
                                      </p:cBhvr>
                                      <p:to>
                                        <p:strVal val="true"/>
                                      </p:to>
                                    </p:set>
                                  </p:childTnLst>
                                </p:cTn>
                              </p:par>
                              <p:par>
                                <p:cTn id="1570" nodeType="withEffect" fill="hold" presetClass="emph" presetID="1" presetSubtype="2">
                                  <p:stCondLst>
                                    <p:cond delay="0"/>
                                  </p:stCondLst>
                                  <p:childTnLst>
                                    <p:animClr clrSpc="rgb">
                                      <p:cBhvr>
                                        <p:cTn id="1571" dur="500" fill="hold"/>
                                        <p:tgtEl>
                                          <p:spTgt spid="890"/>
                                        </p:tgtEl>
                                        <p:attrNameLst>
                                          <p:attrName>fillcolor</p:attrName>
                                        </p:attrNameLst>
                                      </p:cBhvr>
                                      <p:to>
                                        <a:srgbClr val="95b3d7"/>
                                      </p:to>
                                    </p:animClr>
                                    <p:set>
                                      <p:cBhvr>
                                        <p:cTn id="1572" dur="500" fill="hold"/>
                                        <p:tgtEl>
                                          <p:spTgt spid="890"/>
                                        </p:tgtEl>
                                        <p:attrNameLst>
                                          <p:attrName>fill.type</p:attrName>
                                        </p:attrNameLst>
                                      </p:cBhvr>
                                      <p:to>
                                        <p:strVal val="solid"/>
                                      </p:to>
                                    </p:set>
                                    <p:set>
                                      <p:cBhvr>
                                        <p:cTn id="1573" dur="500" fill="hold"/>
                                        <p:tgtEl>
                                          <p:spTgt spid="890"/>
                                        </p:tgtEl>
                                        <p:attrNameLst>
                                          <p:attrName>fill.on</p:attrName>
                                        </p:attrNameLst>
                                      </p:cBhvr>
                                      <p:to>
                                        <p:strVal val="true"/>
                                      </p:to>
                                    </p:set>
                                  </p:childTnLst>
                                </p:cTn>
                              </p:par>
                              <p:par>
                                <p:cTn id="1574" nodeType="withEffect" fill="hold" presetClass="emph" presetID="1" presetSubtype="2">
                                  <p:stCondLst>
                                    <p:cond delay="0"/>
                                  </p:stCondLst>
                                  <p:childTnLst>
                                    <p:animClr clrSpc="rgb">
                                      <p:cBhvr>
                                        <p:cTn id="1575" dur="500" fill="hold"/>
                                        <p:tgtEl>
                                          <p:spTgt spid="894"/>
                                        </p:tgtEl>
                                        <p:attrNameLst>
                                          <p:attrName>fillcolor</p:attrName>
                                        </p:attrNameLst>
                                      </p:cBhvr>
                                      <p:to>
                                        <a:srgbClr val="95b3d7"/>
                                      </p:to>
                                    </p:animClr>
                                    <p:set>
                                      <p:cBhvr>
                                        <p:cTn id="1576" dur="500" fill="hold"/>
                                        <p:tgtEl>
                                          <p:spTgt spid="894"/>
                                        </p:tgtEl>
                                        <p:attrNameLst>
                                          <p:attrName>fill.type</p:attrName>
                                        </p:attrNameLst>
                                      </p:cBhvr>
                                      <p:to>
                                        <p:strVal val="solid"/>
                                      </p:to>
                                    </p:set>
                                    <p:set>
                                      <p:cBhvr>
                                        <p:cTn id="1577" dur="500" fill="hold"/>
                                        <p:tgtEl>
                                          <p:spTgt spid="894"/>
                                        </p:tgtEl>
                                        <p:attrNameLst>
                                          <p:attrName>fill.on</p:attrName>
                                        </p:attrNameLst>
                                      </p:cBhvr>
                                      <p:to>
                                        <p:strVal val="true"/>
                                      </p:to>
                                    </p:set>
                                  </p:childTnLst>
                                </p:cTn>
                              </p:par>
                              <p:par>
                                <p:cTn id="1578" nodeType="withEffect" fill="hold" presetClass="exit" presetID="10">
                                  <p:stCondLst>
                                    <p:cond delay="0"/>
                                  </p:stCondLst>
                                  <p:childTnLst>
                                    <p:animEffect filter="fade" transition="out">
                                      <p:cBhvr additive="repl">
                                        <p:cTn id="1579" dur="500"/>
                                        <p:tgtEl>
                                          <p:spTgt spid="888"/>
                                        </p:tgtEl>
                                      </p:cBhvr>
                                    </p:animEffect>
                                    <p:set>
                                      <p:cBhvr>
                                        <p:cTn id="1580" dur="1" fill="hold">
                                          <p:stCondLst>
                                            <p:cond delay="499"/>
                                          </p:stCondLst>
                                        </p:cTn>
                                        <p:tgtEl>
                                          <p:spTgt spid="888"/>
                                        </p:tgtEl>
                                        <p:attrNameLst>
                                          <p:attrName>style.visibility</p:attrName>
                                        </p:attrNameLst>
                                      </p:cBhvr>
                                      <p:to>
                                        <p:strVal val="hidden"/>
                                      </p:to>
                                    </p:set>
                                  </p:childTnLst>
                                </p:cTn>
                              </p:par>
                              <p:par>
                                <p:cTn id="1581" nodeType="withEffect" fill="hold" presetClass="exit" presetID="10">
                                  <p:stCondLst>
                                    <p:cond delay="0"/>
                                  </p:stCondLst>
                                  <p:childTnLst>
                                    <p:animEffect filter="fade" transition="out">
                                      <p:cBhvr additive="repl">
                                        <p:cTn id="1582" dur="500"/>
                                        <p:tgtEl>
                                          <p:spTgt spid="887"/>
                                        </p:tgtEl>
                                      </p:cBhvr>
                                    </p:animEffect>
                                    <p:set>
                                      <p:cBhvr>
                                        <p:cTn id="1583" dur="1" fill="hold">
                                          <p:stCondLst>
                                            <p:cond delay="499"/>
                                          </p:stCondLst>
                                        </p:cTn>
                                        <p:tgtEl>
                                          <p:spTgt spid="887"/>
                                        </p:tgtEl>
                                        <p:attrNameLst>
                                          <p:attrName>style.visibility</p:attrName>
                                        </p:attrNameLst>
                                      </p:cBhvr>
                                      <p:to>
                                        <p:strVal val="hidden"/>
                                      </p:to>
                                    </p:set>
                                  </p:childTnLst>
                                </p:cTn>
                              </p:par>
                              <p:par>
                                <p:cTn id="1584" nodeType="withEffect" fill="hold" presetClass="exit" presetID="10">
                                  <p:stCondLst>
                                    <p:cond delay="0"/>
                                  </p:stCondLst>
                                  <p:childTnLst>
                                    <p:animEffect filter="fade" transition="out">
                                      <p:cBhvr additive="repl">
                                        <p:cTn id="1585" dur="500"/>
                                        <p:tgtEl>
                                          <p:spTgt spid="892"/>
                                        </p:tgtEl>
                                      </p:cBhvr>
                                    </p:animEffect>
                                    <p:set>
                                      <p:cBhvr>
                                        <p:cTn id="1586" dur="1" fill="hold">
                                          <p:stCondLst>
                                            <p:cond delay="499"/>
                                          </p:stCondLst>
                                        </p:cTn>
                                        <p:tgtEl>
                                          <p:spTgt spid="892"/>
                                        </p:tgtEl>
                                        <p:attrNameLst>
                                          <p:attrName>style.visibility</p:attrName>
                                        </p:attrNameLst>
                                      </p:cBhvr>
                                      <p:to>
                                        <p:strVal val="hidden"/>
                                      </p:to>
                                    </p:set>
                                  </p:childTnLst>
                                </p:cTn>
                              </p:par>
                              <p:par>
                                <p:cTn id="1587" nodeType="withEffect" fill="hold" presetClass="exit" presetID="10">
                                  <p:stCondLst>
                                    <p:cond delay="0"/>
                                  </p:stCondLst>
                                  <p:childTnLst>
                                    <p:animEffect filter="fade" transition="out">
                                      <p:cBhvr additive="repl">
                                        <p:cTn id="1588" dur="500"/>
                                        <p:tgtEl>
                                          <p:spTgt spid="891"/>
                                        </p:tgtEl>
                                      </p:cBhvr>
                                    </p:animEffect>
                                    <p:set>
                                      <p:cBhvr>
                                        <p:cTn id="1589" dur="1" fill="hold">
                                          <p:stCondLst>
                                            <p:cond delay="499"/>
                                          </p:stCondLst>
                                        </p:cTn>
                                        <p:tgtEl>
                                          <p:spTgt spid="891"/>
                                        </p:tgtEl>
                                        <p:attrNameLst>
                                          <p:attrName>style.visibility</p:attrName>
                                        </p:attrNameLst>
                                      </p:cBhvr>
                                      <p:to>
                                        <p:strVal val="hidden"/>
                                      </p:to>
                                    </p:set>
                                  </p:childTnLst>
                                </p:cTn>
                              </p:par>
                              <p:par>
                                <p:cTn id="1590" nodeType="withEffect" fill="hold" presetClass="exit" presetID="10">
                                  <p:stCondLst>
                                    <p:cond delay="0"/>
                                  </p:stCondLst>
                                  <p:childTnLst>
                                    <p:animEffect filter="fade" transition="out">
                                      <p:cBhvr additive="repl">
                                        <p:cTn id="1591" dur="500"/>
                                        <p:tgtEl>
                                          <p:spTgt spid="896"/>
                                        </p:tgtEl>
                                      </p:cBhvr>
                                    </p:animEffect>
                                    <p:set>
                                      <p:cBhvr>
                                        <p:cTn id="1592" dur="1" fill="hold">
                                          <p:stCondLst>
                                            <p:cond delay="499"/>
                                          </p:stCondLst>
                                        </p:cTn>
                                        <p:tgtEl>
                                          <p:spTgt spid="896"/>
                                        </p:tgtEl>
                                        <p:attrNameLst>
                                          <p:attrName>style.visibility</p:attrName>
                                        </p:attrNameLst>
                                      </p:cBhvr>
                                      <p:to>
                                        <p:strVal val="hidden"/>
                                      </p:to>
                                    </p:set>
                                  </p:childTnLst>
                                </p:cTn>
                              </p:par>
                              <p:par>
                                <p:cTn id="1593" nodeType="withEffect" fill="hold" presetClass="exit" presetID="10">
                                  <p:stCondLst>
                                    <p:cond delay="0"/>
                                  </p:stCondLst>
                                  <p:childTnLst>
                                    <p:animEffect filter="fade" transition="out">
                                      <p:cBhvr additive="repl">
                                        <p:cTn id="1594" dur="500"/>
                                        <p:tgtEl>
                                          <p:spTgt spid="895"/>
                                        </p:tgtEl>
                                      </p:cBhvr>
                                    </p:animEffect>
                                    <p:set>
                                      <p:cBhvr>
                                        <p:cTn id="1595" dur="1" fill="hold">
                                          <p:stCondLst>
                                            <p:cond delay="499"/>
                                          </p:stCondLst>
                                        </p:cTn>
                                        <p:tgtEl>
                                          <p:spTgt spid="8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596" restart="whenNotActive" nodeType="interactiveSeq" fill="hold">
                <p:stCondLst>
                  <p:cond delay="0" evt="onClick">
                    <p:tgtEl>
                      <p:spTgt spid="900"/>
                    </p:tgtEl>
                  </p:cond>
                </p:stCondLst>
                <p:childTnLst>
                  <p:par>
                    <p:cTn id="1597" fill="hold">
                      <p:stCondLst>
                        <p:cond delay="0" evt="onClick">
                          <p:tgtEl>
                            <p:spTgt spid="900"/>
                          </p:tgtEl>
                        </p:cond>
                      </p:stCondLst>
                      <p:childTnLst>
                        <p:par>
                          <p:cTn id="1598" fill="hold">
                            <p:stCondLst>
                              <p:cond delay="0"/>
                            </p:stCondLst>
                            <p:childTnLst>
                              <p:par>
                                <p:cTn id="1599" nodeType="clickEffect" fill="hold" presetClass="exit" presetID="9">
                                  <p:stCondLst>
                                    <p:cond delay="0"/>
                                  </p:stCondLst>
                                  <p:childTnLst>
                                    <p:animEffect filter="dissolve" transition="out">
                                      <p:cBhvr additive="repl">
                                        <p:cTn id="1600" dur="500"/>
                                        <p:tgtEl>
                                          <p:spTgt spid="900"/>
                                        </p:tgtEl>
                                      </p:cBhvr>
                                    </p:animEffect>
                                    <p:set>
                                      <p:cBhvr>
                                        <p:cTn id="1601" dur="1" fill="hold">
                                          <p:stCondLst>
                                            <p:cond delay="499"/>
                                          </p:stCondLst>
                                        </p:cTn>
                                        <p:tgtEl>
                                          <p:spTgt spid="900"/>
                                        </p:tgtEl>
                                        <p:attrNameLst>
                                          <p:attrName>style.visibility</p:attrName>
                                        </p:attrNameLst>
                                      </p:cBhvr>
                                      <p:to>
                                        <p:strVal val="hidden"/>
                                      </p:to>
                                    </p:set>
                                  </p:childTnLst>
                                </p:cTn>
                              </p:par>
                              <p:par>
                                <p:cTn id="1602" nodeType="withEffect" fill="hold" presetClass="exit" presetID="9">
                                  <p:stCondLst>
                                    <p:cond delay="0"/>
                                  </p:stCondLst>
                                  <p:childTnLst>
                                    <p:animEffect filter="dissolve" transition="out">
                                      <p:cBhvr additive="repl">
                                        <p:cTn id="1603" dur="500"/>
                                        <p:tgtEl>
                                          <p:spTgt spid="899"/>
                                        </p:tgtEl>
                                      </p:cBhvr>
                                    </p:animEffect>
                                    <p:set>
                                      <p:cBhvr>
                                        <p:cTn id="1604" dur="1" fill="hold">
                                          <p:stCondLst>
                                            <p:cond delay="499"/>
                                          </p:stCondLst>
                                        </p:cTn>
                                        <p:tgtEl>
                                          <p:spTgt spid="899"/>
                                        </p:tgtEl>
                                        <p:attrNameLst>
                                          <p:attrName>style.visibility</p:attrName>
                                        </p:attrNameLst>
                                      </p:cBhvr>
                                      <p:to>
                                        <p:strVal val="hidden"/>
                                      </p:to>
                                    </p:set>
                                  </p:childTnLst>
                                </p:cTn>
                              </p:par>
                              <p:par>
                                <p:cTn id="1605" nodeType="withEffect" fill="hold" presetClass="emph" presetID="1" presetSubtype="2">
                                  <p:stCondLst>
                                    <p:cond delay="0"/>
                                  </p:stCondLst>
                                  <p:childTnLst>
                                    <p:animClr clrSpc="rgb">
                                      <p:cBhvr>
                                        <p:cTn id="1606" dur="500" fill="hold"/>
                                        <p:tgtEl>
                                          <p:spTgt spid="898"/>
                                        </p:tgtEl>
                                        <p:attrNameLst>
                                          <p:attrName>fillcolor</p:attrName>
                                        </p:attrNameLst>
                                      </p:cBhvr>
                                      <p:to>
                                        <a:srgbClr val="95b3d7"/>
                                      </p:to>
                                    </p:animClr>
                                    <p:set>
                                      <p:cBhvr>
                                        <p:cTn id="1607" dur="500" fill="hold"/>
                                        <p:tgtEl>
                                          <p:spTgt spid="898"/>
                                        </p:tgtEl>
                                        <p:attrNameLst>
                                          <p:attrName>fill.type</p:attrName>
                                        </p:attrNameLst>
                                      </p:cBhvr>
                                      <p:to>
                                        <p:strVal val="solid"/>
                                      </p:to>
                                    </p:set>
                                    <p:set>
                                      <p:cBhvr>
                                        <p:cTn id="1608" dur="500" fill="hold"/>
                                        <p:tgtEl>
                                          <p:spTgt spid="898"/>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902"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903"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4"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ÚLTIMA QUESTÃO</a:t>
            </a:r>
            <a:br>
              <a:rPr sz="4400"/>
            </a:br>
            <a:endParaRPr b="0" lang="pt-BR" sz="2800" spc="-1" strike="noStrike">
              <a:solidFill>
                <a:schemeClr val="dk1"/>
              </a:solidFill>
              <a:latin typeface="Arial"/>
            </a:endParaRPr>
          </a:p>
        </p:txBody>
      </p:sp>
      <p:sp>
        <p:nvSpPr>
          <p:cNvPr id="905"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anemômetro “EVERSHED”, no servo de direção, qual o dispositivo que trabalha como gerador de sinal de erro?</a:t>
            </a:r>
            <a:endParaRPr b="0" lang="pt-BR" sz="1600" spc="-1" strike="noStrike">
              <a:solidFill>
                <a:srgbClr val="000000"/>
              </a:solidFill>
              <a:latin typeface="Arial"/>
            </a:endParaRPr>
          </a:p>
        </p:txBody>
      </p:sp>
      <p:sp>
        <p:nvSpPr>
          <p:cNvPr id="906"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907"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Transmissor.</a:t>
            </a:r>
            <a:endParaRPr b="0" lang="pt-BR" sz="1800" spc="-1" strike="noStrike">
              <a:solidFill>
                <a:srgbClr val="000000"/>
              </a:solidFill>
              <a:latin typeface="Arial"/>
            </a:endParaRPr>
          </a:p>
        </p:txBody>
      </p:sp>
      <p:sp>
        <p:nvSpPr>
          <p:cNvPr id="908"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909"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910"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911"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Transformador de controle. </a:t>
            </a:r>
            <a:endParaRPr b="0" lang="pt-BR" sz="1800" spc="-1" strike="noStrike">
              <a:solidFill>
                <a:srgbClr val="000000"/>
              </a:solidFill>
              <a:latin typeface="Arial"/>
            </a:endParaRPr>
          </a:p>
        </p:txBody>
      </p:sp>
      <p:sp>
        <p:nvSpPr>
          <p:cNvPr id="912"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913"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914"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915"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Potenciômetro RV2. </a:t>
            </a:r>
            <a:endParaRPr b="0" lang="pt-BR" sz="1800" spc="-1" strike="noStrike">
              <a:solidFill>
                <a:srgbClr val="000000"/>
              </a:solidFill>
              <a:latin typeface="Arial"/>
            </a:endParaRPr>
          </a:p>
        </p:txBody>
      </p:sp>
      <p:sp>
        <p:nvSpPr>
          <p:cNvPr id="916"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917"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918"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919"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Amplificador PA 112.</a:t>
            </a:r>
            <a:endParaRPr b="0" lang="pt-BR" sz="1800" spc="-1" strike="noStrike">
              <a:solidFill>
                <a:srgbClr val="000000"/>
              </a:solidFill>
              <a:latin typeface="Arial"/>
            </a:endParaRPr>
          </a:p>
        </p:txBody>
      </p:sp>
      <p:sp>
        <p:nvSpPr>
          <p:cNvPr id="920"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921"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609" dur="indefinite" restart="never" nodeType="tmRoot">
          <p:childTnLst>
            <p:seq>
              <p:cTn id="1610" dur="indefinite" nodeType="mainSeq">
                <p:childTnLst>
                  <p:par>
                    <p:cTn id="1611" fill="hold">
                      <p:stCondLst>
                        <p:cond delay="0"/>
                      </p:stCondLst>
                      <p:childTnLst>
                        <p:par>
                          <p:cTn id="1612" fill="hold">
                            <p:stCondLst>
                              <p:cond delay="0"/>
                            </p:stCondLst>
                            <p:childTnLst>
                              <p:par>
                                <p:cTn id="1613" nodeType="withEffect" fill="hold" presetClass="entr" presetID="10">
                                  <p:stCondLst>
                                    <p:cond delay="0"/>
                                  </p:stCondLst>
                                  <p:childTnLst>
                                    <p:set>
                                      <p:cBhvr>
                                        <p:cTn id="1614" dur="1" fill="hold">
                                          <p:stCondLst>
                                            <p:cond delay="0"/>
                                          </p:stCondLst>
                                        </p:cTn>
                                        <p:tgtEl>
                                          <p:spTgt spid="907"/>
                                        </p:tgtEl>
                                        <p:attrNameLst>
                                          <p:attrName>style.visibility</p:attrName>
                                        </p:attrNameLst>
                                      </p:cBhvr>
                                      <p:to>
                                        <p:strVal val="visible"/>
                                      </p:to>
                                    </p:set>
                                    <p:animEffect filter="fade" transition="in">
                                      <p:cBhvr additive="repl">
                                        <p:cTn id="1615" dur="500"/>
                                        <p:tgtEl>
                                          <p:spTgt spid="907"/>
                                        </p:tgtEl>
                                      </p:cBhvr>
                                    </p:animEffect>
                                  </p:childTnLst>
                                </p:cTn>
                              </p:par>
                              <p:par>
                                <p:cTn id="1616" nodeType="withEffect" fill="hold" presetClass="entr" presetID="10">
                                  <p:stCondLst>
                                    <p:cond delay="0"/>
                                  </p:stCondLst>
                                  <p:childTnLst>
                                    <p:set>
                                      <p:cBhvr>
                                        <p:cTn id="1617" dur="1" fill="hold">
                                          <p:stCondLst>
                                            <p:cond delay="0"/>
                                          </p:stCondLst>
                                        </p:cTn>
                                        <p:tgtEl>
                                          <p:spTgt spid="906"/>
                                        </p:tgtEl>
                                        <p:attrNameLst>
                                          <p:attrName>style.visibility</p:attrName>
                                        </p:attrNameLst>
                                      </p:cBhvr>
                                      <p:to>
                                        <p:strVal val="visible"/>
                                      </p:to>
                                    </p:set>
                                    <p:animEffect filter="fade" transition="in">
                                      <p:cBhvr additive="repl">
                                        <p:cTn id="1618" dur="500"/>
                                        <p:tgtEl>
                                          <p:spTgt spid="906"/>
                                        </p:tgtEl>
                                      </p:cBhvr>
                                    </p:animEffect>
                                  </p:childTnLst>
                                </p:cTn>
                              </p:par>
                              <p:par>
                                <p:cTn id="1619" nodeType="withEffect" fill="hold" presetClass="entr" presetID="10">
                                  <p:stCondLst>
                                    <p:cond delay="0"/>
                                  </p:stCondLst>
                                  <p:childTnLst>
                                    <p:set>
                                      <p:cBhvr>
                                        <p:cTn id="1620" dur="1" fill="hold">
                                          <p:stCondLst>
                                            <p:cond delay="0"/>
                                          </p:stCondLst>
                                        </p:cTn>
                                        <p:tgtEl>
                                          <p:spTgt spid="910"/>
                                        </p:tgtEl>
                                        <p:attrNameLst>
                                          <p:attrName>style.visibility</p:attrName>
                                        </p:attrNameLst>
                                      </p:cBhvr>
                                      <p:to>
                                        <p:strVal val="visible"/>
                                      </p:to>
                                    </p:set>
                                    <p:animEffect filter="fade" transition="in">
                                      <p:cBhvr additive="repl">
                                        <p:cTn id="1621" dur="500"/>
                                        <p:tgtEl>
                                          <p:spTgt spid="910"/>
                                        </p:tgtEl>
                                      </p:cBhvr>
                                    </p:animEffect>
                                  </p:childTnLst>
                                </p:cTn>
                              </p:par>
                              <p:par>
                                <p:cTn id="1622" nodeType="withEffect" fill="hold" presetClass="entr" presetID="10">
                                  <p:stCondLst>
                                    <p:cond delay="0"/>
                                  </p:stCondLst>
                                  <p:childTnLst>
                                    <p:set>
                                      <p:cBhvr>
                                        <p:cTn id="1623" dur="1" fill="hold">
                                          <p:stCondLst>
                                            <p:cond delay="0"/>
                                          </p:stCondLst>
                                        </p:cTn>
                                        <p:tgtEl>
                                          <p:spTgt spid="911"/>
                                        </p:tgtEl>
                                        <p:attrNameLst>
                                          <p:attrName>style.visibility</p:attrName>
                                        </p:attrNameLst>
                                      </p:cBhvr>
                                      <p:to>
                                        <p:strVal val="visible"/>
                                      </p:to>
                                    </p:set>
                                    <p:animEffect filter="fade" transition="in">
                                      <p:cBhvr additive="repl">
                                        <p:cTn id="1624" dur="500"/>
                                        <p:tgtEl>
                                          <p:spTgt spid="911"/>
                                        </p:tgtEl>
                                      </p:cBhvr>
                                    </p:animEffect>
                                  </p:childTnLst>
                                </p:cTn>
                              </p:par>
                              <p:par>
                                <p:cTn id="1625" nodeType="withEffect" fill="hold" presetClass="entr" presetID="10">
                                  <p:stCondLst>
                                    <p:cond delay="0"/>
                                  </p:stCondLst>
                                  <p:childTnLst>
                                    <p:set>
                                      <p:cBhvr>
                                        <p:cTn id="1626" dur="1" fill="hold">
                                          <p:stCondLst>
                                            <p:cond delay="0"/>
                                          </p:stCondLst>
                                        </p:cTn>
                                        <p:tgtEl>
                                          <p:spTgt spid="914"/>
                                        </p:tgtEl>
                                        <p:attrNameLst>
                                          <p:attrName>style.visibility</p:attrName>
                                        </p:attrNameLst>
                                      </p:cBhvr>
                                      <p:to>
                                        <p:strVal val="visible"/>
                                      </p:to>
                                    </p:set>
                                    <p:animEffect filter="fade" transition="in">
                                      <p:cBhvr additive="repl">
                                        <p:cTn id="1627" dur="500"/>
                                        <p:tgtEl>
                                          <p:spTgt spid="914"/>
                                        </p:tgtEl>
                                      </p:cBhvr>
                                    </p:animEffect>
                                  </p:childTnLst>
                                </p:cTn>
                              </p:par>
                              <p:par>
                                <p:cTn id="1628" nodeType="withEffect" fill="hold" presetClass="entr" presetID="10">
                                  <p:stCondLst>
                                    <p:cond delay="0"/>
                                  </p:stCondLst>
                                  <p:childTnLst>
                                    <p:set>
                                      <p:cBhvr>
                                        <p:cTn id="1629" dur="1" fill="hold">
                                          <p:stCondLst>
                                            <p:cond delay="0"/>
                                          </p:stCondLst>
                                        </p:cTn>
                                        <p:tgtEl>
                                          <p:spTgt spid="915"/>
                                        </p:tgtEl>
                                        <p:attrNameLst>
                                          <p:attrName>style.visibility</p:attrName>
                                        </p:attrNameLst>
                                      </p:cBhvr>
                                      <p:to>
                                        <p:strVal val="visible"/>
                                      </p:to>
                                    </p:set>
                                    <p:animEffect filter="fade" transition="in">
                                      <p:cBhvr additive="repl">
                                        <p:cTn id="1630" dur="500"/>
                                        <p:tgtEl>
                                          <p:spTgt spid="915"/>
                                        </p:tgtEl>
                                      </p:cBhvr>
                                    </p:animEffect>
                                  </p:childTnLst>
                                </p:cTn>
                              </p:par>
                              <p:par>
                                <p:cTn id="1631" nodeType="withEffect" fill="hold" presetClass="entr" presetID="10">
                                  <p:stCondLst>
                                    <p:cond delay="0"/>
                                  </p:stCondLst>
                                  <p:childTnLst>
                                    <p:set>
                                      <p:cBhvr>
                                        <p:cTn id="1632" dur="1" fill="hold">
                                          <p:stCondLst>
                                            <p:cond delay="0"/>
                                          </p:stCondLst>
                                        </p:cTn>
                                        <p:tgtEl>
                                          <p:spTgt spid="918"/>
                                        </p:tgtEl>
                                        <p:attrNameLst>
                                          <p:attrName>style.visibility</p:attrName>
                                        </p:attrNameLst>
                                      </p:cBhvr>
                                      <p:to>
                                        <p:strVal val="visible"/>
                                      </p:to>
                                    </p:set>
                                    <p:animEffect filter="fade" transition="in">
                                      <p:cBhvr additive="repl">
                                        <p:cTn id="1633" dur="500"/>
                                        <p:tgtEl>
                                          <p:spTgt spid="918"/>
                                        </p:tgtEl>
                                      </p:cBhvr>
                                    </p:animEffect>
                                  </p:childTnLst>
                                </p:cTn>
                              </p:par>
                              <p:par>
                                <p:cTn id="1634" nodeType="withEffect" fill="hold" presetClass="entr" presetID="10">
                                  <p:stCondLst>
                                    <p:cond delay="0"/>
                                  </p:stCondLst>
                                  <p:childTnLst>
                                    <p:set>
                                      <p:cBhvr>
                                        <p:cTn id="1635" dur="1" fill="hold">
                                          <p:stCondLst>
                                            <p:cond delay="0"/>
                                          </p:stCondLst>
                                        </p:cTn>
                                        <p:tgtEl>
                                          <p:spTgt spid="919"/>
                                        </p:tgtEl>
                                        <p:attrNameLst>
                                          <p:attrName>style.visibility</p:attrName>
                                        </p:attrNameLst>
                                      </p:cBhvr>
                                      <p:to>
                                        <p:strVal val="visible"/>
                                      </p:to>
                                    </p:set>
                                    <p:animEffect filter="fade" transition="in">
                                      <p:cBhvr additive="repl">
                                        <p:cTn id="1636" dur="500"/>
                                        <p:tgtEl>
                                          <p:spTgt spid="919"/>
                                        </p:tgtEl>
                                      </p:cBhvr>
                                    </p:animEffect>
                                  </p:childTnLst>
                                </p:cTn>
                              </p:par>
                              <p:par>
                                <p:cTn id="1637" nodeType="withEffect" fill="hold" presetClass="exit" presetID="1">
                                  <p:stCondLst>
                                    <p:cond delay="0"/>
                                  </p:stCondLst>
                                  <p:childTnLst>
                                    <p:set>
                                      <p:cBhvr>
                                        <p:cTn id="1638" dur="1" fill="hold">
                                          <p:stCondLst>
                                            <p:cond delay="0"/>
                                          </p:stCondLst>
                                        </p:cTn>
                                        <p:tgtEl>
                                          <p:spTgt spid="909"/>
                                        </p:tgtEl>
                                        <p:attrNameLst>
                                          <p:attrName>style.visibility</p:attrName>
                                        </p:attrNameLst>
                                      </p:cBhvr>
                                      <p:to>
                                        <p:strVal val="hidden"/>
                                      </p:to>
                                    </p:set>
                                  </p:childTnLst>
                                </p:cTn>
                              </p:par>
                              <p:par>
                                <p:cTn id="1639" nodeType="withEffect" fill="hold" presetClass="exit" presetID="1">
                                  <p:stCondLst>
                                    <p:cond delay="0"/>
                                  </p:stCondLst>
                                  <p:childTnLst>
                                    <p:set>
                                      <p:cBhvr>
                                        <p:cTn id="1640" dur="1" fill="hold">
                                          <p:stCondLst>
                                            <p:cond delay="0"/>
                                          </p:stCondLst>
                                        </p:cTn>
                                        <p:tgtEl>
                                          <p:spTgt spid="908"/>
                                        </p:tgtEl>
                                        <p:attrNameLst>
                                          <p:attrName>style.visibility</p:attrName>
                                        </p:attrNameLst>
                                      </p:cBhvr>
                                      <p:to>
                                        <p:strVal val="hidden"/>
                                      </p:to>
                                    </p:set>
                                  </p:childTnLst>
                                </p:cTn>
                              </p:par>
                              <p:par>
                                <p:cTn id="1641" nodeType="withEffect" fill="hold" presetClass="exit" presetID="1">
                                  <p:stCondLst>
                                    <p:cond delay="0"/>
                                  </p:stCondLst>
                                  <p:childTnLst>
                                    <p:set>
                                      <p:cBhvr>
                                        <p:cTn id="1642" dur="1" fill="hold">
                                          <p:stCondLst>
                                            <p:cond delay="0"/>
                                          </p:stCondLst>
                                        </p:cTn>
                                        <p:tgtEl>
                                          <p:spTgt spid="913"/>
                                        </p:tgtEl>
                                        <p:attrNameLst>
                                          <p:attrName>style.visibility</p:attrName>
                                        </p:attrNameLst>
                                      </p:cBhvr>
                                      <p:to>
                                        <p:strVal val="hidden"/>
                                      </p:to>
                                    </p:set>
                                  </p:childTnLst>
                                </p:cTn>
                              </p:par>
                              <p:par>
                                <p:cTn id="1643" nodeType="withEffect" fill="hold" presetClass="exit" presetID="1">
                                  <p:stCondLst>
                                    <p:cond delay="0"/>
                                  </p:stCondLst>
                                  <p:childTnLst>
                                    <p:set>
                                      <p:cBhvr>
                                        <p:cTn id="1644" dur="1" fill="hold">
                                          <p:stCondLst>
                                            <p:cond delay="0"/>
                                          </p:stCondLst>
                                        </p:cTn>
                                        <p:tgtEl>
                                          <p:spTgt spid="912"/>
                                        </p:tgtEl>
                                        <p:attrNameLst>
                                          <p:attrName>style.visibility</p:attrName>
                                        </p:attrNameLst>
                                      </p:cBhvr>
                                      <p:to>
                                        <p:strVal val="hidden"/>
                                      </p:to>
                                    </p:set>
                                  </p:childTnLst>
                                </p:cTn>
                              </p:par>
                              <p:par>
                                <p:cTn id="1645" nodeType="withEffect" fill="hold" presetClass="exit" presetID="1">
                                  <p:stCondLst>
                                    <p:cond delay="0"/>
                                  </p:stCondLst>
                                  <p:childTnLst>
                                    <p:set>
                                      <p:cBhvr>
                                        <p:cTn id="1646" dur="1" fill="hold">
                                          <p:stCondLst>
                                            <p:cond delay="0"/>
                                          </p:stCondLst>
                                        </p:cTn>
                                        <p:tgtEl>
                                          <p:spTgt spid="917"/>
                                        </p:tgtEl>
                                        <p:attrNameLst>
                                          <p:attrName>style.visibility</p:attrName>
                                        </p:attrNameLst>
                                      </p:cBhvr>
                                      <p:to>
                                        <p:strVal val="hidden"/>
                                      </p:to>
                                    </p:set>
                                  </p:childTnLst>
                                </p:cTn>
                              </p:par>
                              <p:par>
                                <p:cTn id="1647" nodeType="withEffect" fill="hold" presetClass="exit" presetID="1">
                                  <p:stCondLst>
                                    <p:cond delay="0"/>
                                  </p:stCondLst>
                                  <p:childTnLst>
                                    <p:set>
                                      <p:cBhvr>
                                        <p:cTn id="1648" dur="1" fill="hold">
                                          <p:stCondLst>
                                            <p:cond delay="0"/>
                                          </p:stCondLst>
                                        </p:cTn>
                                        <p:tgtEl>
                                          <p:spTgt spid="916"/>
                                        </p:tgtEl>
                                        <p:attrNameLst>
                                          <p:attrName>style.visibility</p:attrName>
                                        </p:attrNameLst>
                                      </p:cBhvr>
                                      <p:to>
                                        <p:strVal val="hidden"/>
                                      </p:to>
                                    </p:set>
                                  </p:childTnLst>
                                </p:cTn>
                              </p:par>
                              <p:par>
                                <p:cTn id="1649" nodeType="withEffect" fill="hold" presetClass="exit" presetID="1">
                                  <p:stCondLst>
                                    <p:cond delay="0"/>
                                  </p:stCondLst>
                                  <p:childTnLst>
                                    <p:set>
                                      <p:cBhvr>
                                        <p:cTn id="1650" dur="1" fill="hold">
                                          <p:stCondLst>
                                            <p:cond delay="0"/>
                                          </p:stCondLst>
                                        </p:cTn>
                                        <p:tgtEl>
                                          <p:spTgt spid="921"/>
                                        </p:tgtEl>
                                        <p:attrNameLst>
                                          <p:attrName>style.visibility</p:attrName>
                                        </p:attrNameLst>
                                      </p:cBhvr>
                                      <p:to>
                                        <p:strVal val="hidden"/>
                                      </p:to>
                                    </p:set>
                                  </p:childTnLst>
                                </p:cTn>
                              </p:par>
                              <p:par>
                                <p:cTn id="1651" nodeType="withEffect" fill="hold" presetClass="exit" presetID="1">
                                  <p:stCondLst>
                                    <p:cond delay="0"/>
                                  </p:stCondLst>
                                  <p:childTnLst>
                                    <p:set>
                                      <p:cBhvr>
                                        <p:cTn id="1652" dur="1" fill="hold">
                                          <p:stCondLst>
                                            <p:cond delay="0"/>
                                          </p:stCondLst>
                                        </p:cTn>
                                        <p:tgtEl>
                                          <p:spTgt spid="9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653" restart="whenNotActive" nodeType="interactiveSeq" fill="hold">
                <p:stCondLst>
                  <p:cond delay="0" evt="onClick">
                    <p:tgtEl>
                      <p:spTgt spid="906"/>
                    </p:tgtEl>
                  </p:cond>
                </p:stCondLst>
                <p:childTnLst>
                  <p:par>
                    <p:cTn id="1654" fill="hold">
                      <p:stCondLst>
                        <p:cond delay="0" evt="onClick">
                          <p:tgtEl>
                            <p:spTgt spid="906"/>
                          </p:tgtEl>
                        </p:cond>
                      </p:stCondLst>
                      <p:childTnLst>
                        <p:par>
                          <p:cTn id="1655" fill="hold">
                            <p:stCondLst>
                              <p:cond delay="0"/>
                            </p:stCondLst>
                            <p:childTnLst>
                              <p:par>
                                <p:cTn id="1656" nodeType="clickEffect" fill="hold" presetClass="entr" presetID="16" presetSubtype="21">
                                  <p:stCondLst>
                                    <p:cond delay="0"/>
                                  </p:stCondLst>
                                  <p:childTnLst>
                                    <p:set>
                                      <p:cBhvr>
                                        <p:cTn id="1657" dur="1" fill="hold">
                                          <p:stCondLst>
                                            <p:cond delay="0"/>
                                          </p:stCondLst>
                                        </p:cTn>
                                        <p:tgtEl>
                                          <p:spTgt spid="909"/>
                                        </p:tgtEl>
                                        <p:attrNameLst>
                                          <p:attrName>style.visibility</p:attrName>
                                        </p:attrNameLst>
                                      </p:cBhvr>
                                      <p:to>
                                        <p:strVal val="visible"/>
                                      </p:to>
                                    </p:set>
                                    <p:animEffect filter="barn(inVertical)" transition="in">
                                      <p:cBhvr additive="repl">
                                        <p:cTn id="1658" dur="500"/>
                                        <p:tgtEl>
                                          <p:spTgt spid="909"/>
                                        </p:tgtEl>
                                      </p:cBhvr>
                                    </p:animEffect>
                                  </p:childTnLst>
                                </p:cTn>
                              </p:par>
                              <p:par>
                                <p:cTn id="1659" nodeType="withEffect" fill="hold" presetClass="entr" presetID="16" presetSubtype="21">
                                  <p:stCondLst>
                                    <p:cond delay="0"/>
                                  </p:stCondLst>
                                  <p:childTnLst>
                                    <p:set>
                                      <p:cBhvr>
                                        <p:cTn id="1660" dur="1" fill="hold">
                                          <p:stCondLst>
                                            <p:cond delay="0"/>
                                          </p:stCondLst>
                                        </p:cTn>
                                        <p:tgtEl>
                                          <p:spTgt spid="908"/>
                                        </p:tgtEl>
                                        <p:attrNameLst>
                                          <p:attrName>style.visibility</p:attrName>
                                        </p:attrNameLst>
                                      </p:cBhvr>
                                      <p:to>
                                        <p:strVal val="visible"/>
                                      </p:to>
                                    </p:set>
                                    <p:animEffect filter="barn(inVertical)" transition="in">
                                      <p:cBhvr additive="repl">
                                        <p:cTn id="1661" dur="500"/>
                                        <p:tgtEl>
                                          <p:spTgt spid="908"/>
                                        </p:tgtEl>
                                      </p:cBhvr>
                                    </p:animEffect>
                                  </p:childTnLst>
                                </p:cTn>
                              </p:par>
                              <p:par>
                                <p:cTn id="1662" nodeType="withEffect" fill="hold" presetClass="emph" presetID="1" presetSubtype="2">
                                  <p:stCondLst>
                                    <p:cond delay="0"/>
                                  </p:stCondLst>
                                  <p:childTnLst>
                                    <p:animClr clrSpc="rgb">
                                      <p:cBhvr>
                                        <p:cTn id="1663" dur="500" fill="hold"/>
                                        <p:tgtEl>
                                          <p:spTgt spid="907"/>
                                        </p:tgtEl>
                                        <p:attrNameLst>
                                          <p:attrName>fillcolor</p:attrName>
                                        </p:attrNameLst>
                                      </p:cBhvr>
                                      <p:to>
                                        <a:srgbClr val="8a80e4"/>
                                      </p:to>
                                    </p:animClr>
                                    <p:set>
                                      <p:cBhvr>
                                        <p:cTn id="1664" dur="500" fill="hold"/>
                                        <p:tgtEl>
                                          <p:spTgt spid="907"/>
                                        </p:tgtEl>
                                        <p:attrNameLst>
                                          <p:attrName>fill.type</p:attrName>
                                        </p:attrNameLst>
                                      </p:cBhvr>
                                      <p:to>
                                        <p:strVal val="solid"/>
                                      </p:to>
                                    </p:set>
                                    <p:set>
                                      <p:cBhvr>
                                        <p:cTn id="1665" dur="500" fill="hold"/>
                                        <p:tgtEl>
                                          <p:spTgt spid="907"/>
                                        </p:tgtEl>
                                        <p:attrNameLst>
                                          <p:attrName>fill.on</p:attrName>
                                        </p:attrNameLst>
                                      </p:cBhvr>
                                      <p:to>
                                        <p:strVal val="true"/>
                                      </p:to>
                                    </p:set>
                                  </p:childTnLst>
                                </p:cTn>
                              </p:par>
                              <p:par>
                                <p:cTn id="1666" nodeType="withEffect" fill="hold" presetClass="emph" presetID="1" presetSubtype="2">
                                  <p:stCondLst>
                                    <p:cond delay="0"/>
                                  </p:stCondLst>
                                  <p:childTnLst>
                                    <p:animClr clrSpc="rgb">
                                      <p:cBhvr>
                                        <p:cTn id="1667" dur="500" fill="hold"/>
                                        <p:tgtEl>
                                          <p:spTgt spid="911"/>
                                        </p:tgtEl>
                                        <p:attrNameLst>
                                          <p:attrName>fillcolor</p:attrName>
                                        </p:attrNameLst>
                                      </p:cBhvr>
                                      <p:to>
                                        <a:srgbClr val="95b3d7"/>
                                      </p:to>
                                    </p:animClr>
                                    <p:set>
                                      <p:cBhvr>
                                        <p:cTn id="1668" dur="500" fill="hold"/>
                                        <p:tgtEl>
                                          <p:spTgt spid="911"/>
                                        </p:tgtEl>
                                        <p:attrNameLst>
                                          <p:attrName>fill.type</p:attrName>
                                        </p:attrNameLst>
                                      </p:cBhvr>
                                      <p:to>
                                        <p:strVal val="solid"/>
                                      </p:to>
                                    </p:set>
                                    <p:set>
                                      <p:cBhvr>
                                        <p:cTn id="1669" dur="500" fill="hold"/>
                                        <p:tgtEl>
                                          <p:spTgt spid="911"/>
                                        </p:tgtEl>
                                        <p:attrNameLst>
                                          <p:attrName>fill.on</p:attrName>
                                        </p:attrNameLst>
                                      </p:cBhvr>
                                      <p:to>
                                        <p:strVal val="true"/>
                                      </p:to>
                                    </p:set>
                                  </p:childTnLst>
                                </p:cTn>
                              </p:par>
                              <p:par>
                                <p:cTn id="1670" nodeType="withEffect" fill="hold" presetClass="emph" presetID="1" presetSubtype="2">
                                  <p:stCondLst>
                                    <p:cond delay="0"/>
                                  </p:stCondLst>
                                  <p:childTnLst>
                                    <p:animClr clrSpc="rgb">
                                      <p:cBhvr>
                                        <p:cTn id="1671" dur="500" fill="hold"/>
                                        <p:tgtEl>
                                          <p:spTgt spid="915"/>
                                        </p:tgtEl>
                                        <p:attrNameLst>
                                          <p:attrName>fillcolor</p:attrName>
                                        </p:attrNameLst>
                                      </p:cBhvr>
                                      <p:to>
                                        <a:srgbClr val="95b3d7"/>
                                      </p:to>
                                    </p:animClr>
                                    <p:set>
                                      <p:cBhvr>
                                        <p:cTn id="1672" dur="500" fill="hold"/>
                                        <p:tgtEl>
                                          <p:spTgt spid="915"/>
                                        </p:tgtEl>
                                        <p:attrNameLst>
                                          <p:attrName>fill.type</p:attrName>
                                        </p:attrNameLst>
                                      </p:cBhvr>
                                      <p:to>
                                        <p:strVal val="solid"/>
                                      </p:to>
                                    </p:set>
                                    <p:set>
                                      <p:cBhvr>
                                        <p:cTn id="1673" dur="500" fill="hold"/>
                                        <p:tgtEl>
                                          <p:spTgt spid="915"/>
                                        </p:tgtEl>
                                        <p:attrNameLst>
                                          <p:attrName>fill.on</p:attrName>
                                        </p:attrNameLst>
                                      </p:cBhvr>
                                      <p:to>
                                        <p:strVal val="true"/>
                                      </p:to>
                                    </p:set>
                                  </p:childTnLst>
                                </p:cTn>
                              </p:par>
                              <p:par>
                                <p:cTn id="1674" nodeType="withEffect" fill="hold" presetClass="emph" presetID="1" presetSubtype="2">
                                  <p:stCondLst>
                                    <p:cond delay="0"/>
                                  </p:stCondLst>
                                  <p:childTnLst>
                                    <p:animClr clrSpc="rgb">
                                      <p:cBhvr>
                                        <p:cTn id="1675" dur="500" fill="hold"/>
                                        <p:tgtEl>
                                          <p:spTgt spid="919"/>
                                        </p:tgtEl>
                                        <p:attrNameLst>
                                          <p:attrName>fillcolor</p:attrName>
                                        </p:attrNameLst>
                                      </p:cBhvr>
                                      <p:to>
                                        <a:srgbClr val="95b3d7"/>
                                      </p:to>
                                    </p:animClr>
                                    <p:set>
                                      <p:cBhvr>
                                        <p:cTn id="1676" dur="500" fill="hold"/>
                                        <p:tgtEl>
                                          <p:spTgt spid="919"/>
                                        </p:tgtEl>
                                        <p:attrNameLst>
                                          <p:attrName>fill.type</p:attrName>
                                        </p:attrNameLst>
                                      </p:cBhvr>
                                      <p:to>
                                        <p:strVal val="solid"/>
                                      </p:to>
                                    </p:set>
                                    <p:set>
                                      <p:cBhvr>
                                        <p:cTn id="1677" dur="500" fill="hold"/>
                                        <p:tgtEl>
                                          <p:spTgt spid="919"/>
                                        </p:tgtEl>
                                        <p:attrNameLst>
                                          <p:attrName>fill.on</p:attrName>
                                        </p:attrNameLst>
                                      </p:cBhvr>
                                      <p:to>
                                        <p:strVal val="true"/>
                                      </p:to>
                                    </p:set>
                                  </p:childTnLst>
                                </p:cTn>
                              </p:par>
                              <p:par>
                                <p:cTn id="1678" nodeType="withEffect" fill="hold" presetClass="exit" presetID="10">
                                  <p:stCondLst>
                                    <p:cond delay="0"/>
                                  </p:stCondLst>
                                  <p:childTnLst>
                                    <p:animEffect filter="fade" transition="out">
                                      <p:cBhvr additive="repl">
                                        <p:cTn id="1679" dur="500"/>
                                        <p:tgtEl>
                                          <p:spTgt spid="913"/>
                                        </p:tgtEl>
                                      </p:cBhvr>
                                    </p:animEffect>
                                    <p:set>
                                      <p:cBhvr>
                                        <p:cTn id="1680" dur="1" fill="hold">
                                          <p:stCondLst>
                                            <p:cond delay="499"/>
                                          </p:stCondLst>
                                        </p:cTn>
                                        <p:tgtEl>
                                          <p:spTgt spid="913"/>
                                        </p:tgtEl>
                                        <p:attrNameLst>
                                          <p:attrName>style.visibility</p:attrName>
                                        </p:attrNameLst>
                                      </p:cBhvr>
                                      <p:to>
                                        <p:strVal val="hidden"/>
                                      </p:to>
                                    </p:set>
                                  </p:childTnLst>
                                </p:cTn>
                              </p:par>
                              <p:par>
                                <p:cTn id="1681" nodeType="withEffect" fill="hold" presetClass="exit" presetID="10">
                                  <p:stCondLst>
                                    <p:cond delay="0"/>
                                  </p:stCondLst>
                                  <p:childTnLst>
                                    <p:animEffect filter="fade" transition="out">
                                      <p:cBhvr additive="repl">
                                        <p:cTn id="1682" dur="500"/>
                                        <p:tgtEl>
                                          <p:spTgt spid="912"/>
                                        </p:tgtEl>
                                      </p:cBhvr>
                                    </p:animEffect>
                                    <p:set>
                                      <p:cBhvr>
                                        <p:cTn id="1683" dur="1" fill="hold">
                                          <p:stCondLst>
                                            <p:cond delay="499"/>
                                          </p:stCondLst>
                                        </p:cTn>
                                        <p:tgtEl>
                                          <p:spTgt spid="912"/>
                                        </p:tgtEl>
                                        <p:attrNameLst>
                                          <p:attrName>style.visibility</p:attrName>
                                        </p:attrNameLst>
                                      </p:cBhvr>
                                      <p:to>
                                        <p:strVal val="hidden"/>
                                      </p:to>
                                    </p:set>
                                  </p:childTnLst>
                                </p:cTn>
                              </p:par>
                              <p:par>
                                <p:cTn id="1684" nodeType="withEffect" fill="hold" presetClass="exit" presetID="10">
                                  <p:stCondLst>
                                    <p:cond delay="0"/>
                                  </p:stCondLst>
                                  <p:childTnLst>
                                    <p:animEffect filter="fade" transition="out">
                                      <p:cBhvr additive="repl">
                                        <p:cTn id="1685" dur="500"/>
                                        <p:tgtEl>
                                          <p:spTgt spid="917"/>
                                        </p:tgtEl>
                                      </p:cBhvr>
                                    </p:animEffect>
                                    <p:set>
                                      <p:cBhvr>
                                        <p:cTn id="1686" dur="1" fill="hold">
                                          <p:stCondLst>
                                            <p:cond delay="499"/>
                                          </p:stCondLst>
                                        </p:cTn>
                                        <p:tgtEl>
                                          <p:spTgt spid="917"/>
                                        </p:tgtEl>
                                        <p:attrNameLst>
                                          <p:attrName>style.visibility</p:attrName>
                                        </p:attrNameLst>
                                      </p:cBhvr>
                                      <p:to>
                                        <p:strVal val="hidden"/>
                                      </p:to>
                                    </p:set>
                                  </p:childTnLst>
                                </p:cTn>
                              </p:par>
                              <p:par>
                                <p:cTn id="1687" nodeType="withEffect" fill="hold" presetClass="exit" presetID="10">
                                  <p:stCondLst>
                                    <p:cond delay="0"/>
                                  </p:stCondLst>
                                  <p:childTnLst>
                                    <p:animEffect filter="fade" transition="out">
                                      <p:cBhvr additive="repl">
                                        <p:cTn id="1688" dur="500"/>
                                        <p:tgtEl>
                                          <p:spTgt spid="916"/>
                                        </p:tgtEl>
                                      </p:cBhvr>
                                    </p:animEffect>
                                    <p:set>
                                      <p:cBhvr>
                                        <p:cTn id="1689" dur="1" fill="hold">
                                          <p:stCondLst>
                                            <p:cond delay="499"/>
                                          </p:stCondLst>
                                        </p:cTn>
                                        <p:tgtEl>
                                          <p:spTgt spid="916"/>
                                        </p:tgtEl>
                                        <p:attrNameLst>
                                          <p:attrName>style.visibility</p:attrName>
                                        </p:attrNameLst>
                                      </p:cBhvr>
                                      <p:to>
                                        <p:strVal val="hidden"/>
                                      </p:to>
                                    </p:set>
                                  </p:childTnLst>
                                </p:cTn>
                              </p:par>
                              <p:par>
                                <p:cTn id="1690" nodeType="withEffect" fill="hold" presetClass="exit" presetID="10">
                                  <p:stCondLst>
                                    <p:cond delay="0"/>
                                  </p:stCondLst>
                                  <p:childTnLst>
                                    <p:animEffect filter="fade" transition="out">
                                      <p:cBhvr additive="repl">
                                        <p:cTn id="1691" dur="500"/>
                                        <p:tgtEl>
                                          <p:spTgt spid="921"/>
                                        </p:tgtEl>
                                      </p:cBhvr>
                                    </p:animEffect>
                                    <p:set>
                                      <p:cBhvr>
                                        <p:cTn id="1692" dur="1" fill="hold">
                                          <p:stCondLst>
                                            <p:cond delay="499"/>
                                          </p:stCondLst>
                                        </p:cTn>
                                        <p:tgtEl>
                                          <p:spTgt spid="921"/>
                                        </p:tgtEl>
                                        <p:attrNameLst>
                                          <p:attrName>style.visibility</p:attrName>
                                        </p:attrNameLst>
                                      </p:cBhvr>
                                      <p:to>
                                        <p:strVal val="hidden"/>
                                      </p:to>
                                    </p:set>
                                  </p:childTnLst>
                                </p:cTn>
                              </p:par>
                              <p:par>
                                <p:cTn id="1693" nodeType="withEffect" fill="hold" presetClass="exit" presetID="10">
                                  <p:stCondLst>
                                    <p:cond delay="0"/>
                                  </p:stCondLst>
                                  <p:childTnLst>
                                    <p:animEffect filter="fade" transition="out">
                                      <p:cBhvr additive="repl">
                                        <p:cTn id="1694" dur="500"/>
                                        <p:tgtEl>
                                          <p:spTgt spid="920"/>
                                        </p:tgtEl>
                                      </p:cBhvr>
                                    </p:animEffect>
                                    <p:set>
                                      <p:cBhvr>
                                        <p:cTn id="1695" dur="1" fill="hold">
                                          <p:stCondLst>
                                            <p:cond delay="499"/>
                                          </p:stCondLst>
                                        </p:cTn>
                                        <p:tgtEl>
                                          <p:spTgt spid="9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696" restart="whenNotActive" nodeType="interactiveSeq" fill="hold">
                <p:stCondLst>
                  <p:cond delay="0" evt="onClick">
                    <p:tgtEl>
                      <p:spTgt spid="909"/>
                    </p:tgtEl>
                  </p:cond>
                </p:stCondLst>
                <p:childTnLst>
                  <p:par>
                    <p:cTn id="1697" fill="hold">
                      <p:stCondLst>
                        <p:cond delay="0" evt="onClick">
                          <p:tgtEl>
                            <p:spTgt spid="909"/>
                          </p:tgtEl>
                        </p:cond>
                      </p:stCondLst>
                      <p:childTnLst>
                        <p:par>
                          <p:cTn id="1698" fill="hold">
                            <p:stCondLst>
                              <p:cond delay="0"/>
                            </p:stCondLst>
                            <p:childTnLst>
                              <p:par>
                                <p:cTn id="1699" nodeType="clickEffect" fill="hold" presetClass="exit" presetID="9">
                                  <p:stCondLst>
                                    <p:cond delay="0"/>
                                  </p:stCondLst>
                                  <p:childTnLst>
                                    <p:animEffect filter="dissolve" transition="out">
                                      <p:cBhvr additive="repl">
                                        <p:cTn id="1700" dur="500"/>
                                        <p:tgtEl>
                                          <p:spTgt spid="909"/>
                                        </p:tgtEl>
                                      </p:cBhvr>
                                    </p:animEffect>
                                    <p:set>
                                      <p:cBhvr>
                                        <p:cTn id="1701" dur="1" fill="hold">
                                          <p:stCondLst>
                                            <p:cond delay="499"/>
                                          </p:stCondLst>
                                        </p:cTn>
                                        <p:tgtEl>
                                          <p:spTgt spid="909"/>
                                        </p:tgtEl>
                                        <p:attrNameLst>
                                          <p:attrName>style.visibility</p:attrName>
                                        </p:attrNameLst>
                                      </p:cBhvr>
                                      <p:to>
                                        <p:strVal val="hidden"/>
                                      </p:to>
                                    </p:set>
                                  </p:childTnLst>
                                </p:cTn>
                              </p:par>
                              <p:par>
                                <p:cTn id="1702" nodeType="withEffect" fill="hold" presetClass="exit" presetID="9">
                                  <p:stCondLst>
                                    <p:cond delay="0"/>
                                  </p:stCondLst>
                                  <p:childTnLst>
                                    <p:animEffect filter="dissolve" transition="out">
                                      <p:cBhvr additive="repl">
                                        <p:cTn id="1703" dur="500"/>
                                        <p:tgtEl>
                                          <p:spTgt spid="908"/>
                                        </p:tgtEl>
                                      </p:cBhvr>
                                    </p:animEffect>
                                    <p:set>
                                      <p:cBhvr>
                                        <p:cTn id="1704" dur="1" fill="hold">
                                          <p:stCondLst>
                                            <p:cond delay="499"/>
                                          </p:stCondLst>
                                        </p:cTn>
                                        <p:tgtEl>
                                          <p:spTgt spid="908"/>
                                        </p:tgtEl>
                                        <p:attrNameLst>
                                          <p:attrName>style.visibility</p:attrName>
                                        </p:attrNameLst>
                                      </p:cBhvr>
                                      <p:to>
                                        <p:strVal val="hidden"/>
                                      </p:to>
                                    </p:set>
                                  </p:childTnLst>
                                </p:cTn>
                              </p:par>
                              <p:par>
                                <p:cTn id="1705" nodeType="withEffect" fill="hold" presetClass="emph" presetID="1" presetSubtype="2">
                                  <p:stCondLst>
                                    <p:cond delay="0"/>
                                  </p:stCondLst>
                                  <p:childTnLst>
                                    <p:animClr clrSpc="rgb">
                                      <p:cBhvr>
                                        <p:cTn id="1706" dur="500" fill="hold"/>
                                        <p:tgtEl>
                                          <p:spTgt spid="907"/>
                                        </p:tgtEl>
                                        <p:attrNameLst>
                                          <p:attrName>fillcolor</p:attrName>
                                        </p:attrNameLst>
                                      </p:cBhvr>
                                      <p:to>
                                        <a:srgbClr val="95b3d7"/>
                                      </p:to>
                                    </p:animClr>
                                    <p:set>
                                      <p:cBhvr>
                                        <p:cTn id="1707" dur="500" fill="hold"/>
                                        <p:tgtEl>
                                          <p:spTgt spid="907"/>
                                        </p:tgtEl>
                                        <p:attrNameLst>
                                          <p:attrName>fill.type</p:attrName>
                                        </p:attrNameLst>
                                      </p:cBhvr>
                                      <p:to>
                                        <p:strVal val="solid"/>
                                      </p:to>
                                    </p:set>
                                    <p:set>
                                      <p:cBhvr>
                                        <p:cTn id="1708" dur="500" fill="hold"/>
                                        <p:tgtEl>
                                          <p:spTgt spid="90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709" restart="whenNotActive" nodeType="interactiveSeq" fill="hold">
                <p:stCondLst>
                  <p:cond delay="0" evt="onClick">
                    <p:tgtEl>
                      <p:spTgt spid="910"/>
                    </p:tgtEl>
                  </p:cond>
                </p:stCondLst>
                <p:childTnLst>
                  <p:par>
                    <p:cTn id="1710" fill="hold">
                      <p:stCondLst>
                        <p:cond delay="0" evt="onClick">
                          <p:tgtEl>
                            <p:spTgt spid="910"/>
                          </p:tgtEl>
                        </p:cond>
                      </p:stCondLst>
                      <p:childTnLst>
                        <p:par>
                          <p:cTn id="1711" fill="hold">
                            <p:stCondLst>
                              <p:cond delay="0"/>
                            </p:stCondLst>
                            <p:childTnLst>
                              <p:par>
                                <p:cTn id="1712" nodeType="clickEffect" fill="hold" presetClass="entr" presetID="16" presetSubtype="21">
                                  <p:stCondLst>
                                    <p:cond delay="0"/>
                                  </p:stCondLst>
                                  <p:childTnLst>
                                    <p:set>
                                      <p:cBhvr>
                                        <p:cTn id="1713" dur="1" fill="hold">
                                          <p:stCondLst>
                                            <p:cond delay="0"/>
                                          </p:stCondLst>
                                        </p:cTn>
                                        <p:tgtEl>
                                          <p:spTgt spid="913"/>
                                        </p:tgtEl>
                                        <p:attrNameLst>
                                          <p:attrName>style.visibility</p:attrName>
                                        </p:attrNameLst>
                                      </p:cBhvr>
                                      <p:to>
                                        <p:strVal val="visible"/>
                                      </p:to>
                                    </p:set>
                                    <p:animEffect filter="barn(inVertical)" transition="in">
                                      <p:cBhvr additive="repl">
                                        <p:cTn id="1714" dur="500"/>
                                        <p:tgtEl>
                                          <p:spTgt spid="913"/>
                                        </p:tgtEl>
                                      </p:cBhvr>
                                    </p:animEffect>
                                  </p:childTnLst>
                                </p:cTn>
                              </p:par>
                              <p:par>
                                <p:cTn id="1715" nodeType="withEffect" fill="hold" presetClass="entr" presetID="16" presetSubtype="21">
                                  <p:stCondLst>
                                    <p:cond delay="0"/>
                                  </p:stCondLst>
                                  <p:childTnLst>
                                    <p:set>
                                      <p:cBhvr>
                                        <p:cTn id="1716" dur="1" fill="hold">
                                          <p:stCondLst>
                                            <p:cond delay="0"/>
                                          </p:stCondLst>
                                        </p:cTn>
                                        <p:tgtEl>
                                          <p:spTgt spid="912"/>
                                        </p:tgtEl>
                                        <p:attrNameLst>
                                          <p:attrName>style.visibility</p:attrName>
                                        </p:attrNameLst>
                                      </p:cBhvr>
                                      <p:to>
                                        <p:strVal val="visible"/>
                                      </p:to>
                                    </p:set>
                                    <p:animEffect filter="barn(inVertical)" transition="in">
                                      <p:cBhvr additive="repl">
                                        <p:cTn id="1717" dur="500"/>
                                        <p:tgtEl>
                                          <p:spTgt spid="912"/>
                                        </p:tgtEl>
                                      </p:cBhvr>
                                    </p:animEffect>
                                  </p:childTnLst>
                                </p:cTn>
                              </p:par>
                              <p:par>
                                <p:cTn id="1718" nodeType="withEffect" fill="hold" presetClass="emph" presetID="1" presetSubtype="2">
                                  <p:stCondLst>
                                    <p:cond delay="0"/>
                                  </p:stCondLst>
                                  <p:childTnLst>
                                    <p:animClr clrSpc="rgb">
                                      <p:cBhvr>
                                        <p:cTn id="1719" dur="500" fill="hold"/>
                                        <p:tgtEl>
                                          <p:spTgt spid="911"/>
                                        </p:tgtEl>
                                        <p:attrNameLst>
                                          <p:attrName>fillcolor</p:attrName>
                                        </p:attrNameLst>
                                      </p:cBhvr>
                                      <p:to>
                                        <a:srgbClr val="8a80e4"/>
                                      </p:to>
                                    </p:animClr>
                                    <p:set>
                                      <p:cBhvr>
                                        <p:cTn id="1720" dur="500" fill="hold"/>
                                        <p:tgtEl>
                                          <p:spTgt spid="911"/>
                                        </p:tgtEl>
                                        <p:attrNameLst>
                                          <p:attrName>fill.type</p:attrName>
                                        </p:attrNameLst>
                                      </p:cBhvr>
                                      <p:to>
                                        <p:strVal val="solid"/>
                                      </p:to>
                                    </p:set>
                                    <p:set>
                                      <p:cBhvr>
                                        <p:cTn id="1721" dur="500" fill="hold"/>
                                        <p:tgtEl>
                                          <p:spTgt spid="911"/>
                                        </p:tgtEl>
                                        <p:attrNameLst>
                                          <p:attrName>fill.on</p:attrName>
                                        </p:attrNameLst>
                                      </p:cBhvr>
                                      <p:to>
                                        <p:strVal val="true"/>
                                      </p:to>
                                    </p:set>
                                  </p:childTnLst>
                                </p:cTn>
                              </p:par>
                              <p:par>
                                <p:cTn id="1722" nodeType="withEffect" fill="hold" presetClass="emph" presetID="1" presetSubtype="2">
                                  <p:stCondLst>
                                    <p:cond delay="0"/>
                                  </p:stCondLst>
                                  <p:childTnLst>
                                    <p:animClr clrSpc="rgb">
                                      <p:cBhvr>
                                        <p:cTn id="1723" dur="500" fill="hold"/>
                                        <p:tgtEl>
                                          <p:spTgt spid="907"/>
                                        </p:tgtEl>
                                        <p:attrNameLst>
                                          <p:attrName>fillcolor</p:attrName>
                                        </p:attrNameLst>
                                      </p:cBhvr>
                                      <p:to>
                                        <a:srgbClr val="95b3d7"/>
                                      </p:to>
                                    </p:animClr>
                                    <p:set>
                                      <p:cBhvr>
                                        <p:cTn id="1724" dur="500" fill="hold"/>
                                        <p:tgtEl>
                                          <p:spTgt spid="907"/>
                                        </p:tgtEl>
                                        <p:attrNameLst>
                                          <p:attrName>fill.type</p:attrName>
                                        </p:attrNameLst>
                                      </p:cBhvr>
                                      <p:to>
                                        <p:strVal val="solid"/>
                                      </p:to>
                                    </p:set>
                                    <p:set>
                                      <p:cBhvr>
                                        <p:cTn id="1725" dur="500" fill="hold"/>
                                        <p:tgtEl>
                                          <p:spTgt spid="907"/>
                                        </p:tgtEl>
                                        <p:attrNameLst>
                                          <p:attrName>fill.on</p:attrName>
                                        </p:attrNameLst>
                                      </p:cBhvr>
                                      <p:to>
                                        <p:strVal val="true"/>
                                      </p:to>
                                    </p:set>
                                  </p:childTnLst>
                                </p:cTn>
                              </p:par>
                              <p:par>
                                <p:cTn id="1726" nodeType="withEffect" fill="hold" presetClass="emph" presetID="1" presetSubtype="2">
                                  <p:stCondLst>
                                    <p:cond delay="0"/>
                                  </p:stCondLst>
                                  <p:childTnLst>
                                    <p:animClr clrSpc="rgb">
                                      <p:cBhvr>
                                        <p:cTn id="1727" dur="500" fill="hold"/>
                                        <p:tgtEl>
                                          <p:spTgt spid="915"/>
                                        </p:tgtEl>
                                        <p:attrNameLst>
                                          <p:attrName>fillcolor</p:attrName>
                                        </p:attrNameLst>
                                      </p:cBhvr>
                                      <p:to>
                                        <a:srgbClr val="95b3d7"/>
                                      </p:to>
                                    </p:animClr>
                                    <p:set>
                                      <p:cBhvr>
                                        <p:cTn id="1728" dur="500" fill="hold"/>
                                        <p:tgtEl>
                                          <p:spTgt spid="915"/>
                                        </p:tgtEl>
                                        <p:attrNameLst>
                                          <p:attrName>fill.type</p:attrName>
                                        </p:attrNameLst>
                                      </p:cBhvr>
                                      <p:to>
                                        <p:strVal val="solid"/>
                                      </p:to>
                                    </p:set>
                                    <p:set>
                                      <p:cBhvr>
                                        <p:cTn id="1729" dur="500" fill="hold"/>
                                        <p:tgtEl>
                                          <p:spTgt spid="915"/>
                                        </p:tgtEl>
                                        <p:attrNameLst>
                                          <p:attrName>fill.on</p:attrName>
                                        </p:attrNameLst>
                                      </p:cBhvr>
                                      <p:to>
                                        <p:strVal val="true"/>
                                      </p:to>
                                    </p:set>
                                  </p:childTnLst>
                                </p:cTn>
                              </p:par>
                              <p:par>
                                <p:cTn id="1730" nodeType="withEffect" fill="hold" presetClass="emph" presetID="1" presetSubtype="2">
                                  <p:stCondLst>
                                    <p:cond delay="0"/>
                                  </p:stCondLst>
                                  <p:childTnLst>
                                    <p:animClr clrSpc="rgb">
                                      <p:cBhvr>
                                        <p:cTn id="1731" dur="500" fill="hold"/>
                                        <p:tgtEl>
                                          <p:spTgt spid="919"/>
                                        </p:tgtEl>
                                        <p:attrNameLst>
                                          <p:attrName>fillcolor</p:attrName>
                                        </p:attrNameLst>
                                      </p:cBhvr>
                                      <p:to>
                                        <a:srgbClr val="95b3d7"/>
                                      </p:to>
                                    </p:animClr>
                                    <p:set>
                                      <p:cBhvr>
                                        <p:cTn id="1732" dur="500" fill="hold"/>
                                        <p:tgtEl>
                                          <p:spTgt spid="919"/>
                                        </p:tgtEl>
                                        <p:attrNameLst>
                                          <p:attrName>fill.type</p:attrName>
                                        </p:attrNameLst>
                                      </p:cBhvr>
                                      <p:to>
                                        <p:strVal val="solid"/>
                                      </p:to>
                                    </p:set>
                                    <p:set>
                                      <p:cBhvr>
                                        <p:cTn id="1733" dur="500" fill="hold"/>
                                        <p:tgtEl>
                                          <p:spTgt spid="919"/>
                                        </p:tgtEl>
                                        <p:attrNameLst>
                                          <p:attrName>fill.on</p:attrName>
                                        </p:attrNameLst>
                                      </p:cBhvr>
                                      <p:to>
                                        <p:strVal val="true"/>
                                      </p:to>
                                    </p:set>
                                  </p:childTnLst>
                                </p:cTn>
                              </p:par>
                              <p:par>
                                <p:cTn id="1734" nodeType="withEffect" fill="hold" presetClass="exit" presetID="10">
                                  <p:stCondLst>
                                    <p:cond delay="0"/>
                                  </p:stCondLst>
                                  <p:childTnLst>
                                    <p:animEffect filter="fade" transition="out">
                                      <p:cBhvr additive="repl">
                                        <p:cTn id="1735" dur="500"/>
                                        <p:tgtEl>
                                          <p:spTgt spid="909"/>
                                        </p:tgtEl>
                                      </p:cBhvr>
                                    </p:animEffect>
                                    <p:set>
                                      <p:cBhvr>
                                        <p:cTn id="1736" dur="1" fill="hold">
                                          <p:stCondLst>
                                            <p:cond delay="499"/>
                                          </p:stCondLst>
                                        </p:cTn>
                                        <p:tgtEl>
                                          <p:spTgt spid="909"/>
                                        </p:tgtEl>
                                        <p:attrNameLst>
                                          <p:attrName>style.visibility</p:attrName>
                                        </p:attrNameLst>
                                      </p:cBhvr>
                                      <p:to>
                                        <p:strVal val="hidden"/>
                                      </p:to>
                                    </p:set>
                                  </p:childTnLst>
                                </p:cTn>
                              </p:par>
                              <p:par>
                                <p:cTn id="1737" nodeType="withEffect" fill="hold" presetClass="exit" presetID="10">
                                  <p:stCondLst>
                                    <p:cond delay="0"/>
                                  </p:stCondLst>
                                  <p:childTnLst>
                                    <p:animEffect filter="fade" transition="out">
                                      <p:cBhvr additive="repl">
                                        <p:cTn id="1738" dur="500"/>
                                        <p:tgtEl>
                                          <p:spTgt spid="908"/>
                                        </p:tgtEl>
                                      </p:cBhvr>
                                    </p:animEffect>
                                    <p:set>
                                      <p:cBhvr>
                                        <p:cTn id="1739" dur="1" fill="hold">
                                          <p:stCondLst>
                                            <p:cond delay="499"/>
                                          </p:stCondLst>
                                        </p:cTn>
                                        <p:tgtEl>
                                          <p:spTgt spid="908"/>
                                        </p:tgtEl>
                                        <p:attrNameLst>
                                          <p:attrName>style.visibility</p:attrName>
                                        </p:attrNameLst>
                                      </p:cBhvr>
                                      <p:to>
                                        <p:strVal val="hidden"/>
                                      </p:to>
                                    </p:set>
                                  </p:childTnLst>
                                </p:cTn>
                              </p:par>
                              <p:par>
                                <p:cTn id="1740" nodeType="withEffect" fill="hold" presetClass="exit" presetID="10">
                                  <p:stCondLst>
                                    <p:cond delay="0"/>
                                  </p:stCondLst>
                                  <p:childTnLst>
                                    <p:animEffect filter="fade" transition="out">
                                      <p:cBhvr additive="repl">
                                        <p:cTn id="1741" dur="500"/>
                                        <p:tgtEl>
                                          <p:spTgt spid="917"/>
                                        </p:tgtEl>
                                      </p:cBhvr>
                                    </p:animEffect>
                                    <p:set>
                                      <p:cBhvr>
                                        <p:cTn id="1742" dur="1" fill="hold">
                                          <p:stCondLst>
                                            <p:cond delay="499"/>
                                          </p:stCondLst>
                                        </p:cTn>
                                        <p:tgtEl>
                                          <p:spTgt spid="917"/>
                                        </p:tgtEl>
                                        <p:attrNameLst>
                                          <p:attrName>style.visibility</p:attrName>
                                        </p:attrNameLst>
                                      </p:cBhvr>
                                      <p:to>
                                        <p:strVal val="hidden"/>
                                      </p:to>
                                    </p:set>
                                  </p:childTnLst>
                                </p:cTn>
                              </p:par>
                              <p:par>
                                <p:cTn id="1743" nodeType="withEffect" fill="hold" presetClass="exit" presetID="10">
                                  <p:stCondLst>
                                    <p:cond delay="0"/>
                                  </p:stCondLst>
                                  <p:childTnLst>
                                    <p:animEffect filter="fade" transition="out">
                                      <p:cBhvr additive="repl">
                                        <p:cTn id="1744" dur="500"/>
                                        <p:tgtEl>
                                          <p:spTgt spid="916"/>
                                        </p:tgtEl>
                                      </p:cBhvr>
                                    </p:animEffect>
                                    <p:set>
                                      <p:cBhvr>
                                        <p:cTn id="1745" dur="1" fill="hold">
                                          <p:stCondLst>
                                            <p:cond delay="499"/>
                                          </p:stCondLst>
                                        </p:cTn>
                                        <p:tgtEl>
                                          <p:spTgt spid="916"/>
                                        </p:tgtEl>
                                        <p:attrNameLst>
                                          <p:attrName>style.visibility</p:attrName>
                                        </p:attrNameLst>
                                      </p:cBhvr>
                                      <p:to>
                                        <p:strVal val="hidden"/>
                                      </p:to>
                                    </p:set>
                                  </p:childTnLst>
                                </p:cTn>
                              </p:par>
                              <p:par>
                                <p:cTn id="1746" nodeType="withEffect" fill="hold" presetClass="exit" presetID="10">
                                  <p:stCondLst>
                                    <p:cond delay="0"/>
                                  </p:stCondLst>
                                  <p:childTnLst>
                                    <p:animEffect filter="fade" transition="out">
                                      <p:cBhvr additive="repl">
                                        <p:cTn id="1747" dur="500"/>
                                        <p:tgtEl>
                                          <p:spTgt spid="921"/>
                                        </p:tgtEl>
                                      </p:cBhvr>
                                    </p:animEffect>
                                    <p:set>
                                      <p:cBhvr>
                                        <p:cTn id="1748" dur="1" fill="hold">
                                          <p:stCondLst>
                                            <p:cond delay="499"/>
                                          </p:stCondLst>
                                        </p:cTn>
                                        <p:tgtEl>
                                          <p:spTgt spid="921"/>
                                        </p:tgtEl>
                                        <p:attrNameLst>
                                          <p:attrName>style.visibility</p:attrName>
                                        </p:attrNameLst>
                                      </p:cBhvr>
                                      <p:to>
                                        <p:strVal val="hidden"/>
                                      </p:to>
                                    </p:set>
                                  </p:childTnLst>
                                </p:cTn>
                              </p:par>
                              <p:par>
                                <p:cTn id="1749" nodeType="withEffect" fill="hold" presetClass="exit" presetID="10">
                                  <p:stCondLst>
                                    <p:cond delay="0"/>
                                  </p:stCondLst>
                                  <p:childTnLst>
                                    <p:animEffect filter="fade" transition="out">
                                      <p:cBhvr additive="repl">
                                        <p:cTn id="1750" dur="500"/>
                                        <p:tgtEl>
                                          <p:spTgt spid="920"/>
                                        </p:tgtEl>
                                      </p:cBhvr>
                                    </p:animEffect>
                                    <p:set>
                                      <p:cBhvr>
                                        <p:cTn id="1751" dur="1" fill="hold">
                                          <p:stCondLst>
                                            <p:cond delay="499"/>
                                          </p:stCondLst>
                                        </p:cTn>
                                        <p:tgtEl>
                                          <p:spTgt spid="9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752" restart="whenNotActive" nodeType="interactiveSeq" fill="hold">
                <p:stCondLst>
                  <p:cond delay="0" evt="onClick">
                    <p:tgtEl>
                      <p:spTgt spid="913"/>
                    </p:tgtEl>
                  </p:cond>
                </p:stCondLst>
                <p:childTnLst>
                  <p:par>
                    <p:cTn id="1753" fill="hold">
                      <p:stCondLst>
                        <p:cond delay="0" evt="onClick">
                          <p:tgtEl>
                            <p:spTgt spid="913"/>
                          </p:tgtEl>
                        </p:cond>
                      </p:stCondLst>
                      <p:childTnLst>
                        <p:par>
                          <p:cTn id="1754" fill="hold">
                            <p:stCondLst>
                              <p:cond delay="0"/>
                            </p:stCondLst>
                            <p:childTnLst>
                              <p:par>
                                <p:cTn id="1755" nodeType="clickEffect" fill="hold" presetClass="exit" presetID="9">
                                  <p:stCondLst>
                                    <p:cond delay="0"/>
                                  </p:stCondLst>
                                  <p:childTnLst>
                                    <p:animEffect filter="dissolve" transition="out">
                                      <p:cBhvr additive="repl">
                                        <p:cTn id="1756" dur="500"/>
                                        <p:tgtEl>
                                          <p:spTgt spid="913"/>
                                        </p:tgtEl>
                                      </p:cBhvr>
                                    </p:animEffect>
                                    <p:set>
                                      <p:cBhvr>
                                        <p:cTn id="1757" dur="1" fill="hold">
                                          <p:stCondLst>
                                            <p:cond delay="499"/>
                                          </p:stCondLst>
                                        </p:cTn>
                                        <p:tgtEl>
                                          <p:spTgt spid="913"/>
                                        </p:tgtEl>
                                        <p:attrNameLst>
                                          <p:attrName>style.visibility</p:attrName>
                                        </p:attrNameLst>
                                      </p:cBhvr>
                                      <p:to>
                                        <p:strVal val="hidden"/>
                                      </p:to>
                                    </p:set>
                                  </p:childTnLst>
                                </p:cTn>
                              </p:par>
                              <p:par>
                                <p:cTn id="1758" nodeType="withEffect" fill="hold" presetClass="exit" presetID="9">
                                  <p:stCondLst>
                                    <p:cond delay="0"/>
                                  </p:stCondLst>
                                  <p:childTnLst>
                                    <p:animEffect filter="dissolve" transition="out">
                                      <p:cBhvr additive="repl">
                                        <p:cTn id="1759" dur="500"/>
                                        <p:tgtEl>
                                          <p:spTgt spid="912"/>
                                        </p:tgtEl>
                                      </p:cBhvr>
                                    </p:animEffect>
                                    <p:set>
                                      <p:cBhvr>
                                        <p:cTn id="1760" dur="1" fill="hold">
                                          <p:stCondLst>
                                            <p:cond delay="499"/>
                                          </p:stCondLst>
                                        </p:cTn>
                                        <p:tgtEl>
                                          <p:spTgt spid="912"/>
                                        </p:tgtEl>
                                        <p:attrNameLst>
                                          <p:attrName>style.visibility</p:attrName>
                                        </p:attrNameLst>
                                      </p:cBhvr>
                                      <p:to>
                                        <p:strVal val="hidden"/>
                                      </p:to>
                                    </p:set>
                                  </p:childTnLst>
                                </p:cTn>
                              </p:par>
                              <p:par>
                                <p:cTn id="1761" nodeType="withEffect" fill="hold" presetClass="emph" presetID="1" presetSubtype="2">
                                  <p:stCondLst>
                                    <p:cond delay="0"/>
                                  </p:stCondLst>
                                  <p:childTnLst>
                                    <p:animClr clrSpc="rgb">
                                      <p:cBhvr>
                                        <p:cTn id="1762" dur="500" fill="hold"/>
                                        <p:tgtEl>
                                          <p:spTgt spid="911"/>
                                        </p:tgtEl>
                                        <p:attrNameLst>
                                          <p:attrName>fillcolor</p:attrName>
                                        </p:attrNameLst>
                                      </p:cBhvr>
                                      <p:to>
                                        <a:srgbClr val="95b3d7"/>
                                      </p:to>
                                    </p:animClr>
                                    <p:set>
                                      <p:cBhvr>
                                        <p:cTn id="1763" dur="500" fill="hold"/>
                                        <p:tgtEl>
                                          <p:spTgt spid="911"/>
                                        </p:tgtEl>
                                        <p:attrNameLst>
                                          <p:attrName>fill.type</p:attrName>
                                        </p:attrNameLst>
                                      </p:cBhvr>
                                      <p:to>
                                        <p:strVal val="solid"/>
                                      </p:to>
                                    </p:set>
                                    <p:set>
                                      <p:cBhvr>
                                        <p:cTn id="1764" dur="500" fill="hold"/>
                                        <p:tgtEl>
                                          <p:spTgt spid="91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765" restart="whenNotActive" nodeType="interactiveSeq" fill="hold">
                <p:stCondLst>
                  <p:cond delay="0" evt="onClick">
                    <p:tgtEl>
                      <p:spTgt spid="914"/>
                    </p:tgtEl>
                  </p:cond>
                </p:stCondLst>
                <p:childTnLst>
                  <p:par>
                    <p:cTn id="1766" fill="hold">
                      <p:stCondLst>
                        <p:cond delay="0" evt="onClick">
                          <p:tgtEl>
                            <p:spTgt spid="914"/>
                          </p:tgtEl>
                        </p:cond>
                      </p:stCondLst>
                      <p:childTnLst>
                        <p:par>
                          <p:cTn id="1767" fill="hold">
                            <p:stCondLst>
                              <p:cond delay="0"/>
                            </p:stCondLst>
                            <p:childTnLst>
                              <p:par>
                                <p:cTn id="1768" nodeType="clickEffect" fill="hold" presetClass="entr" presetID="16" presetSubtype="21">
                                  <p:stCondLst>
                                    <p:cond delay="0"/>
                                  </p:stCondLst>
                                  <p:childTnLst>
                                    <p:set>
                                      <p:cBhvr>
                                        <p:cTn id="1769" dur="1" fill="hold">
                                          <p:stCondLst>
                                            <p:cond delay="0"/>
                                          </p:stCondLst>
                                        </p:cTn>
                                        <p:tgtEl>
                                          <p:spTgt spid="917"/>
                                        </p:tgtEl>
                                        <p:attrNameLst>
                                          <p:attrName>style.visibility</p:attrName>
                                        </p:attrNameLst>
                                      </p:cBhvr>
                                      <p:to>
                                        <p:strVal val="visible"/>
                                      </p:to>
                                    </p:set>
                                    <p:animEffect filter="barn(inVertical)" transition="in">
                                      <p:cBhvr additive="repl">
                                        <p:cTn id="1770" dur="500"/>
                                        <p:tgtEl>
                                          <p:spTgt spid="917"/>
                                        </p:tgtEl>
                                      </p:cBhvr>
                                    </p:animEffect>
                                  </p:childTnLst>
                                </p:cTn>
                              </p:par>
                              <p:par>
                                <p:cTn id="1771" nodeType="withEffect" fill="hold" presetClass="entr" presetID="16" presetSubtype="21">
                                  <p:stCondLst>
                                    <p:cond delay="0"/>
                                  </p:stCondLst>
                                  <p:childTnLst>
                                    <p:set>
                                      <p:cBhvr>
                                        <p:cTn id="1772" dur="1" fill="hold">
                                          <p:stCondLst>
                                            <p:cond delay="0"/>
                                          </p:stCondLst>
                                        </p:cTn>
                                        <p:tgtEl>
                                          <p:spTgt spid="916"/>
                                        </p:tgtEl>
                                        <p:attrNameLst>
                                          <p:attrName>style.visibility</p:attrName>
                                        </p:attrNameLst>
                                      </p:cBhvr>
                                      <p:to>
                                        <p:strVal val="visible"/>
                                      </p:to>
                                    </p:set>
                                    <p:animEffect filter="barn(inVertical)" transition="in">
                                      <p:cBhvr additive="repl">
                                        <p:cTn id="1773" dur="500"/>
                                        <p:tgtEl>
                                          <p:spTgt spid="916"/>
                                        </p:tgtEl>
                                      </p:cBhvr>
                                    </p:animEffect>
                                  </p:childTnLst>
                                </p:cTn>
                              </p:par>
                              <p:par>
                                <p:cTn id="1774" nodeType="withEffect" fill="hold" presetClass="emph" presetID="1" presetSubtype="2">
                                  <p:stCondLst>
                                    <p:cond delay="0"/>
                                  </p:stCondLst>
                                  <p:childTnLst>
                                    <p:animClr clrSpc="rgb">
                                      <p:cBhvr>
                                        <p:cTn id="1775" dur="500" fill="hold"/>
                                        <p:tgtEl>
                                          <p:spTgt spid="915"/>
                                        </p:tgtEl>
                                        <p:attrNameLst>
                                          <p:attrName>fillcolor</p:attrName>
                                        </p:attrNameLst>
                                      </p:cBhvr>
                                      <p:to>
                                        <a:srgbClr val="8a80e4"/>
                                      </p:to>
                                    </p:animClr>
                                    <p:set>
                                      <p:cBhvr>
                                        <p:cTn id="1776" dur="500" fill="hold"/>
                                        <p:tgtEl>
                                          <p:spTgt spid="915"/>
                                        </p:tgtEl>
                                        <p:attrNameLst>
                                          <p:attrName>fill.type</p:attrName>
                                        </p:attrNameLst>
                                      </p:cBhvr>
                                      <p:to>
                                        <p:strVal val="solid"/>
                                      </p:to>
                                    </p:set>
                                    <p:set>
                                      <p:cBhvr>
                                        <p:cTn id="1777" dur="500" fill="hold"/>
                                        <p:tgtEl>
                                          <p:spTgt spid="915"/>
                                        </p:tgtEl>
                                        <p:attrNameLst>
                                          <p:attrName>fill.on</p:attrName>
                                        </p:attrNameLst>
                                      </p:cBhvr>
                                      <p:to>
                                        <p:strVal val="true"/>
                                      </p:to>
                                    </p:set>
                                  </p:childTnLst>
                                </p:cTn>
                              </p:par>
                              <p:par>
                                <p:cTn id="1778" nodeType="withEffect" fill="hold" presetClass="emph" presetID="1" presetSubtype="2">
                                  <p:stCondLst>
                                    <p:cond delay="0"/>
                                  </p:stCondLst>
                                  <p:childTnLst>
                                    <p:animClr clrSpc="rgb">
                                      <p:cBhvr>
                                        <p:cTn id="1779" dur="500" fill="hold"/>
                                        <p:tgtEl>
                                          <p:spTgt spid="907"/>
                                        </p:tgtEl>
                                        <p:attrNameLst>
                                          <p:attrName>fillcolor</p:attrName>
                                        </p:attrNameLst>
                                      </p:cBhvr>
                                      <p:to>
                                        <a:srgbClr val="95b3d7"/>
                                      </p:to>
                                    </p:animClr>
                                    <p:set>
                                      <p:cBhvr>
                                        <p:cTn id="1780" dur="500" fill="hold"/>
                                        <p:tgtEl>
                                          <p:spTgt spid="907"/>
                                        </p:tgtEl>
                                        <p:attrNameLst>
                                          <p:attrName>fill.type</p:attrName>
                                        </p:attrNameLst>
                                      </p:cBhvr>
                                      <p:to>
                                        <p:strVal val="solid"/>
                                      </p:to>
                                    </p:set>
                                    <p:set>
                                      <p:cBhvr>
                                        <p:cTn id="1781" dur="500" fill="hold"/>
                                        <p:tgtEl>
                                          <p:spTgt spid="907"/>
                                        </p:tgtEl>
                                        <p:attrNameLst>
                                          <p:attrName>fill.on</p:attrName>
                                        </p:attrNameLst>
                                      </p:cBhvr>
                                      <p:to>
                                        <p:strVal val="true"/>
                                      </p:to>
                                    </p:set>
                                  </p:childTnLst>
                                </p:cTn>
                              </p:par>
                              <p:par>
                                <p:cTn id="1782" nodeType="withEffect" fill="hold" presetClass="emph" presetID="1" presetSubtype="2">
                                  <p:stCondLst>
                                    <p:cond delay="0"/>
                                  </p:stCondLst>
                                  <p:childTnLst>
                                    <p:animClr clrSpc="rgb">
                                      <p:cBhvr>
                                        <p:cTn id="1783" dur="500" fill="hold"/>
                                        <p:tgtEl>
                                          <p:spTgt spid="911"/>
                                        </p:tgtEl>
                                        <p:attrNameLst>
                                          <p:attrName>fillcolor</p:attrName>
                                        </p:attrNameLst>
                                      </p:cBhvr>
                                      <p:to>
                                        <a:srgbClr val="95b3d7"/>
                                      </p:to>
                                    </p:animClr>
                                    <p:set>
                                      <p:cBhvr>
                                        <p:cTn id="1784" dur="500" fill="hold"/>
                                        <p:tgtEl>
                                          <p:spTgt spid="911"/>
                                        </p:tgtEl>
                                        <p:attrNameLst>
                                          <p:attrName>fill.type</p:attrName>
                                        </p:attrNameLst>
                                      </p:cBhvr>
                                      <p:to>
                                        <p:strVal val="solid"/>
                                      </p:to>
                                    </p:set>
                                    <p:set>
                                      <p:cBhvr>
                                        <p:cTn id="1785" dur="500" fill="hold"/>
                                        <p:tgtEl>
                                          <p:spTgt spid="911"/>
                                        </p:tgtEl>
                                        <p:attrNameLst>
                                          <p:attrName>fill.on</p:attrName>
                                        </p:attrNameLst>
                                      </p:cBhvr>
                                      <p:to>
                                        <p:strVal val="true"/>
                                      </p:to>
                                    </p:set>
                                  </p:childTnLst>
                                </p:cTn>
                              </p:par>
                              <p:par>
                                <p:cTn id="1786" nodeType="withEffect" fill="hold" presetClass="emph" presetID="1" presetSubtype="2">
                                  <p:stCondLst>
                                    <p:cond delay="0"/>
                                  </p:stCondLst>
                                  <p:childTnLst>
                                    <p:animClr clrSpc="rgb">
                                      <p:cBhvr>
                                        <p:cTn id="1787" dur="500" fill="hold"/>
                                        <p:tgtEl>
                                          <p:spTgt spid="919"/>
                                        </p:tgtEl>
                                        <p:attrNameLst>
                                          <p:attrName>fillcolor</p:attrName>
                                        </p:attrNameLst>
                                      </p:cBhvr>
                                      <p:to>
                                        <a:srgbClr val="95b3d7"/>
                                      </p:to>
                                    </p:animClr>
                                    <p:set>
                                      <p:cBhvr>
                                        <p:cTn id="1788" dur="500" fill="hold"/>
                                        <p:tgtEl>
                                          <p:spTgt spid="919"/>
                                        </p:tgtEl>
                                        <p:attrNameLst>
                                          <p:attrName>fill.type</p:attrName>
                                        </p:attrNameLst>
                                      </p:cBhvr>
                                      <p:to>
                                        <p:strVal val="solid"/>
                                      </p:to>
                                    </p:set>
                                    <p:set>
                                      <p:cBhvr>
                                        <p:cTn id="1789" dur="500" fill="hold"/>
                                        <p:tgtEl>
                                          <p:spTgt spid="919"/>
                                        </p:tgtEl>
                                        <p:attrNameLst>
                                          <p:attrName>fill.on</p:attrName>
                                        </p:attrNameLst>
                                      </p:cBhvr>
                                      <p:to>
                                        <p:strVal val="true"/>
                                      </p:to>
                                    </p:set>
                                  </p:childTnLst>
                                </p:cTn>
                              </p:par>
                              <p:par>
                                <p:cTn id="1790" nodeType="withEffect" fill="hold" presetClass="exit" presetID="10">
                                  <p:stCondLst>
                                    <p:cond delay="0"/>
                                  </p:stCondLst>
                                  <p:childTnLst>
                                    <p:animEffect filter="fade" transition="out">
                                      <p:cBhvr additive="repl">
                                        <p:cTn id="1791" dur="500"/>
                                        <p:tgtEl>
                                          <p:spTgt spid="909"/>
                                        </p:tgtEl>
                                      </p:cBhvr>
                                    </p:animEffect>
                                    <p:set>
                                      <p:cBhvr>
                                        <p:cTn id="1792" dur="1" fill="hold">
                                          <p:stCondLst>
                                            <p:cond delay="499"/>
                                          </p:stCondLst>
                                        </p:cTn>
                                        <p:tgtEl>
                                          <p:spTgt spid="909"/>
                                        </p:tgtEl>
                                        <p:attrNameLst>
                                          <p:attrName>style.visibility</p:attrName>
                                        </p:attrNameLst>
                                      </p:cBhvr>
                                      <p:to>
                                        <p:strVal val="hidden"/>
                                      </p:to>
                                    </p:set>
                                  </p:childTnLst>
                                </p:cTn>
                              </p:par>
                              <p:par>
                                <p:cTn id="1793" nodeType="withEffect" fill="hold" presetClass="exit" presetID="10">
                                  <p:stCondLst>
                                    <p:cond delay="0"/>
                                  </p:stCondLst>
                                  <p:childTnLst>
                                    <p:animEffect filter="fade" transition="out">
                                      <p:cBhvr additive="repl">
                                        <p:cTn id="1794" dur="500"/>
                                        <p:tgtEl>
                                          <p:spTgt spid="908"/>
                                        </p:tgtEl>
                                      </p:cBhvr>
                                    </p:animEffect>
                                    <p:set>
                                      <p:cBhvr>
                                        <p:cTn id="1795" dur="1" fill="hold">
                                          <p:stCondLst>
                                            <p:cond delay="499"/>
                                          </p:stCondLst>
                                        </p:cTn>
                                        <p:tgtEl>
                                          <p:spTgt spid="908"/>
                                        </p:tgtEl>
                                        <p:attrNameLst>
                                          <p:attrName>style.visibility</p:attrName>
                                        </p:attrNameLst>
                                      </p:cBhvr>
                                      <p:to>
                                        <p:strVal val="hidden"/>
                                      </p:to>
                                    </p:set>
                                  </p:childTnLst>
                                </p:cTn>
                              </p:par>
                              <p:par>
                                <p:cTn id="1796" nodeType="withEffect" fill="hold" presetClass="exit" presetID="10">
                                  <p:stCondLst>
                                    <p:cond delay="0"/>
                                  </p:stCondLst>
                                  <p:childTnLst>
                                    <p:animEffect filter="fade" transition="out">
                                      <p:cBhvr additive="repl">
                                        <p:cTn id="1797" dur="500"/>
                                        <p:tgtEl>
                                          <p:spTgt spid="913"/>
                                        </p:tgtEl>
                                      </p:cBhvr>
                                    </p:animEffect>
                                    <p:set>
                                      <p:cBhvr>
                                        <p:cTn id="1798" dur="1" fill="hold">
                                          <p:stCondLst>
                                            <p:cond delay="499"/>
                                          </p:stCondLst>
                                        </p:cTn>
                                        <p:tgtEl>
                                          <p:spTgt spid="913"/>
                                        </p:tgtEl>
                                        <p:attrNameLst>
                                          <p:attrName>style.visibility</p:attrName>
                                        </p:attrNameLst>
                                      </p:cBhvr>
                                      <p:to>
                                        <p:strVal val="hidden"/>
                                      </p:to>
                                    </p:set>
                                  </p:childTnLst>
                                </p:cTn>
                              </p:par>
                              <p:par>
                                <p:cTn id="1799" nodeType="withEffect" fill="hold" presetClass="exit" presetID="10">
                                  <p:stCondLst>
                                    <p:cond delay="0"/>
                                  </p:stCondLst>
                                  <p:childTnLst>
                                    <p:animEffect filter="fade" transition="out">
                                      <p:cBhvr additive="repl">
                                        <p:cTn id="1800" dur="500"/>
                                        <p:tgtEl>
                                          <p:spTgt spid="912"/>
                                        </p:tgtEl>
                                      </p:cBhvr>
                                    </p:animEffect>
                                    <p:set>
                                      <p:cBhvr>
                                        <p:cTn id="1801" dur="1" fill="hold">
                                          <p:stCondLst>
                                            <p:cond delay="499"/>
                                          </p:stCondLst>
                                        </p:cTn>
                                        <p:tgtEl>
                                          <p:spTgt spid="912"/>
                                        </p:tgtEl>
                                        <p:attrNameLst>
                                          <p:attrName>style.visibility</p:attrName>
                                        </p:attrNameLst>
                                      </p:cBhvr>
                                      <p:to>
                                        <p:strVal val="hidden"/>
                                      </p:to>
                                    </p:set>
                                  </p:childTnLst>
                                </p:cTn>
                              </p:par>
                              <p:par>
                                <p:cTn id="1802" nodeType="withEffect" fill="hold" presetClass="exit" presetID="10">
                                  <p:stCondLst>
                                    <p:cond delay="0"/>
                                  </p:stCondLst>
                                  <p:childTnLst>
                                    <p:animEffect filter="fade" transition="out">
                                      <p:cBhvr additive="repl">
                                        <p:cTn id="1803" dur="500"/>
                                        <p:tgtEl>
                                          <p:spTgt spid="921"/>
                                        </p:tgtEl>
                                      </p:cBhvr>
                                    </p:animEffect>
                                    <p:set>
                                      <p:cBhvr>
                                        <p:cTn id="1804" dur="1" fill="hold">
                                          <p:stCondLst>
                                            <p:cond delay="499"/>
                                          </p:stCondLst>
                                        </p:cTn>
                                        <p:tgtEl>
                                          <p:spTgt spid="921"/>
                                        </p:tgtEl>
                                        <p:attrNameLst>
                                          <p:attrName>style.visibility</p:attrName>
                                        </p:attrNameLst>
                                      </p:cBhvr>
                                      <p:to>
                                        <p:strVal val="hidden"/>
                                      </p:to>
                                    </p:set>
                                  </p:childTnLst>
                                </p:cTn>
                              </p:par>
                              <p:par>
                                <p:cTn id="1805" nodeType="withEffect" fill="hold" presetClass="exit" presetID="10">
                                  <p:stCondLst>
                                    <p:cond delay="0"/>
                                  </p:stCondLst>
                                  <p:childTnLst>
                                    <p:animEffect filter="fade" transition="out">
                                      <p:cBhvr additive="repl">
                                        <p:cTn id="1806" dur="500"/>
                                        <p:tgtEl>
                                          <p:spTgt spid="920"/>
                                        </p:tgtEl>
                                      </p:cBhvr>
                                    </p:animEffect>
                                    <p:set>
                                      <p:cBhvr>
                                        <p:cTn id="1807" dur="1" fill="hold">
                                          <p:stCondLst>
                                            <p:cond delay="499"/>
                                          </p:stCondLst>
                                        </p:cTn>
                                        <p:tgtEl>
                                          <p:spTgt spid="9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808" restart="whenNotActive" nodeType="interactiveSeq" fill="hold">
                <p:stCondLst>
                  <p:cond delay="0" evt="onClick">
                    <p:tgtEl>
                      <p:spTgt spid="917"/>
                    </p:tgtEl>
                  </p:cond>
                </p:stCondLst>
                <p:childTnLst>
                  <p:par>
                    <p:cTn id="1809" fill="hold">
                      <p:stCondLst>
                        <p:cond delay="0" evt="onClick">
                          <p:tgtEl>
                            <p:spTgt spid="917"/>
                          </p:tgtEl>
                        </p:cond>
                      </p:stCondLst>
                      <p:childTnLst>
                        <p:par>
                          <p:cTn id="1810" fill="hold">
                            <p:stCondLst>
                              <p:cond delay="0"/>
                            </p:stCondLst>
                            <p:childTnLst>
                              <p:par>
                                <p:cTn id="1811" nodeType="clickEffect" fill="hold" presetClass="exit" presetID="9">
                                  <p:stCondLst>
                                    <p:cond delay="0"/>
                                  </p:stCondLst>
                                  <p:childTnLst>
                                    <p:animEffect filter="dissolve" transition="out">
                                      <p:cBhvr additive="repl">
                                        <p:cTn id="1812" dur="500"/>
                                        <p:tgtEl>
                                          <p:spTgt spid="917"/>
                                        </p:tgtEl>
                                      </p:cBhvr>
                                    </p:animEffect>
                                    <p:set>
                                      <p:cBhvr>
                                        <p:cTn id="1813" dur="1" fill="hold">
                                          <p:stCondLst>
                                            <p:cond delay="499"/>
                                          </p:stCondLst>
                                        </p:cTn>
                                        <p:tgtEl>
                                          <p:spTgt spid="917"/>
                                        </p:tgtEl>
                                        <p:attrNameLst>
                                          <p:attrName>style.visibility</p:attrName>
                                        </p:attrNameLst>
                                      </p:cBhvr>
                                      <p:to>
                                        <p:strVal val="hidden"/>
                                      </p:to>
                                    </p:set>
                                  </p:childTnLst>
                                </p:cTn>
                              </p:par>
                              <p:par>
                                <p:cTn id="1814" nodeType="withEffect" fill="hold" presetClass="exit" presetID="9">
                                  <p:stCondLst>
                                    <p:cond delay="0"/>
                                  </p:stCondLst>
                                  <p:childTnLst>
                                    <p:animEffect filter="dissolve" transition="out">
                                      <p:cBhvr additive="repl">
                                        <p:cTn id="1815" dur="500"/>
                                        <p:tgtEl>
                                          <p:spTgt spid="916"/>
                                        </p:tgtEl>
                                      </p:cBhvr>
                                    </p:animEffect>
                                    <p:set>
                                      <p:cBhvr>
                                        <p:cTn id="1816" dur="1" fill="hold">
                                          <p:stCondLst>
                                            <p:cond delay="499"/>
                                          </p:stCondLst>
                                        </p:cTn>
                                        <p:tgtEl>
                                          <p:spTgt spid="916"/>
                                        </p:tgtEl>
                                        <p:attrNameLst>
                                          <p:attrName>style.visibility</p:attrName>
                                        </p:attrNameLst>
                                      </p:cBhvr>
                                      <p:to>
                                        <p:strVal val="hidden"/>
                                      </p:to>
                                    </p:set>
                                  </p:childTnLst>
                                </p:cTn>
                              </p:par>
                              <p:par>
                                <p:cTn id="1817" nodeType="withEffect" fill="hold" presetClass="emph" presetID="1" presetSubtype="2">
                                  <p:stCondLst>
                                    <p:cond delay="0"/>
                                  </p:stCondLst>
                                  <p:childTnLst>
                                    <p:animClr clrSpc="rgb">
                                      <p:cBhvr>
                                        <p:cTn id="1818" dur="500" fill="hold"/>
                                        <p:tgtEl>
                                          <p:spTgt spid="915"/>
                                        </p:tgtEl>
                                        <p:attrNameLst>
                                          <p:attrName>fillcolor</p:attrName>
                                        </p:attrNameLst>
                                      </p:cBhvr>
                                      <p:to>
                                        <a:srgbClr val="95b3d7"/>
                                      </p:to>
                                    </p:animClr>
                                    <p:set>
                                      <p:cBhvr>
                                        <p:cTn id="1819" dur="500" fill="hold"/>
                                        <p:tgtEl>
                                          <p:spTgt spid="915"/>
                                        </p:tgtEl>
                                        <p:attrNameLst>
                                          <p:attrName>fill.type</p:attrName>
                                        </p:attrNameLst>
                                      </p:cBhvr>
                                      <p:to>
                                        <p:strVal val="solid"/>
                                      </p:to>
                                    </p:set>
                                    <p:set>
                                      <p:cBhvr>
                                        <p:cTn id="1820" dur="500" fill="hold"/>
                                        <p:tgtEl>
                                          <p:spTgt spid="91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821" restart="whenNotActive" nodeType="interactiveSeq" fill="hold">
                <p:stCondLst>
                  <p:cond delay="0" evt="onClick">
                    <p:tgtEl>
                      <p:spTgt spid="918"/>
                    </p:tgtEl>
                  </p:cond>
                </p:stCondLst>
                <p:childTnLst>
                  <p:par>
                    <p:cTn id="1822" fill="hold">
                      <p:stCondLst>
                        <p:cond delay="0" evt="onClick">
                          <p:tgtEl>
                            <p:spTgt spid="918"/>
                          </p:tgtEl>
                        </p:cond>
                      </p:stCondLst>
                      <p:childTnLst>
                        <p:par>
                          <p:cTn id="1823" fill="hold">
                            <p:stCondLst>
                              <p:cond delay="0"/>
                            </p:stCondLst>
                            <p:childTnLst>
                              <p:par>
                                <p:cTn id="1824" nodeType="clickEffect" fill="hold" presetClass="entr" presetID="16" presetSubtype="21">
                                  <p:stCondLst>
                                    <p:cond delay="0"/>
                                  </p:stCondLst>
                                  <p:childTnLst>
                                    <p:set>
                                      <p:cBhvr>
                                        <p:cTn id="1825" dur="1" fill="hold">
                                          <p:stCondLst>
                                            <p:cond delay="0"/>
                                          </p:stCondLst>
                                        </p:cTn>
                                        <p:tgtEl>
                                          <p:spTgt spid="921"/>
                                        </p:tgtEl>
                                        <p:attrNameLst>
                                          <p:attrName>style.visibility</p:attrName>
                                        </p:attrNameLst>
                                      </p:cBhvr>
                                      <p:to>
                                        <p:strVal val="visible"/>
                                      </p:to>
                                    </p:set>
                                    <p:animEffect filter="barn(inVertical)" transition="in">
                                      <p:cBhvr additive="repl">
                                        <p:cTn id="1826" dur="500"/>
                                        <p:tgtEl>
                                          <p:spTgt spid="921"/>
                                        </p:tgtEl>
                                      </p:cBhvr>
                                    </p:animEffect>
                                  </p:childTnLst>
                                </p:cTn>
                              </p:par>
                              <p:par>
                                <p:cTn id="1827" nodeType="withEffect" fill="hold" presetClass="entr" presetID="16" presetSubtype="21">
                                  <p:stCondLst>
                                    <p:cond delay="0"/>
                                  </p:stCondLst>
                                  <p:childTnLst>
                                    <p:set>
                                      <p:cBhvr>
                                        <p:cTn id="1828" dur="1" fill="hold">
                                          <p:stCondLst>
                                            <p:cond delay="0"/>
                                          </p:stCondLst>
                                        </p:cTn>
                                        <p:tgtEl>
                                          <p:spTgt spid="920"/>
                                        </p:tgtEl>
                                        <p:attrNameLst>
                                          <p:attrName>style.visibility</p:attrName>
                                        </p:attrNameLst>
                                      </p:cBhvr>
                                      <p:to>
                                        <p:strVal val="visible"/>
                                      </p:to>
                                    </p:set>
                                    <p:animEffect filter="barn(inVertical)" transition="in">
                                      <p:cBhvr additive="repl">
                                        <p:cTn id="1829" dur="500"/>
                                        <p:tgtEl>
                                          <p:spTgt spid="920"/>
                                        </p:tgtEl>
                                      </p:cBhvr>
                                    </p:animEffect>
                                  </p:childTnLst>
                                </p:cTn>
                              </p:par>
                              <p:par>
                                <p:cTn id="1830" nodeType="withEffect" fill="hold" presetClass="emph" presetID="1" presetSubtype="2">
                                  <p:stCondLst>
                                    <p:cond delay="0"/>
                                  </p:stCondLst>
                                  <p:childTnLst>
                                    <p:animClr clrSpc="rgb">
                                      <p:cBhvr>
                                        <p:cTn id="1831" dur="500" fill="hold"/>
                                        <p:tgtEl>
                                          <p:spTgt spid="919"/>
                                        </p:tgtEl>
                                        <p:attrNameLst>
                                          <p:attrName>fillcolor</p:attrName>
                                        </p:attrNameLst>
                                      </p:cBhvr>
                                      <p:to>
                                        <a:srgbClr val="8a80e4"/>
                                      </p:to>
                                    </p:animClr>
                                    <p:set>
                                      <p:cBhvr>
                                        <p:cTn id="1832" dur="500" fill="hold"/>
                                        <p:tgtEl>
                                          <p:spTgt spid="919"/>
                                        </p:tgtEl>
                                        <p:attrNameLst>
                                          <p:attrName>fill.type</p:attrName>
                                        </p:attrNameLst>
                                      </p:cBhvr>
                                      <p:to>
                                        <p:strVal val="solid"/>
                                      </p:to>
                                    </p:set>
                                    <p:set>
                                      <p:cBhvr>
                                        <p:cTn id="1833" dur="500" fill="hold"/>
                                        <p:tgtEl>
                                          <p:spTgt spid="919"/>
                                        </p:tgtEl>
                                        <p:attrNameLst>
                                          <p:attrName>fill.on</p:attrName>
                                        </p:attrNameLst>
                                      </p:cBhvr>
                                      <p:to>
                                        <p:strVal val="true"/>
                                      </p:to>
                                    </p:set>
                                  </p:childTnLst>
                                </p:cTn>
                              </p:par>
                              <p:par>
                                <p:cTn id="1834" nodeType="withEffect" fill="hold" presetClass="emph" presetID="1" presetSubtype="2">
                                  <p:stCondLst>
                                    <p:cond delay="0"/>
                                  </p:stCondLst>
                                  <p:childTnLst>
                                    <p:animClr clrSpc="rgb">
                                      <p:cBhvr>
                                        <p:cTn id="1835" dur="500" fill="hold"/>
                                        <p:tgtEl>
                                          <p:spTgt spid="907"/>
                                        </p:tgtEl>
                                        <p:attrNameLst>
                                          <p:attrName>fillcolor</p:attrName>
                                        </p:attrNameLst>
                                      </p:cBhvr>
                                      <p:to>
                                        <a:srgbClr val="95b3d7"/>
                                      </p:to>
                                    </p:animClr>
                                    <p:set>
                                      <p:cBhvr>
                                        <p:cTn id="1836" dur="500" fill="hold"/>
                                        <p:tgtEl>
                                          <p:spTgt spid="907"/>
                                        </p:tgtEl>
                                        <p:attrNameLst>
                                          <p:attrName>fill.type</p:attrName>
                                        </p:attrNameLst>
                                      </p:cBhvr>
                                      <p:to>
                                        <p:strVal val="solid"/>
                                      </p:to>
                                    </p:set>
                                    <p:set>
                                      <p:cBhvr>
                                        <p:cTn id="1837" dur="500" fill="hold"/>
                                        <p:tgtEl>
                                          <p:spTgt spid="907"/>
                                        </p:tgtEl>
                                        <p:attrNameLst>
                                          <p:attrName>fill.on</p:attrName>
                                        </p:attrNameLst>
                                      </p:cBhvr>
                                      <p:to>
                                        <p:strVal val="true"/>
                                      </p:to>
                                    </p:set>
                                  </p:childTnLst>
                                </p:cTn>
                              </p:par>
                              <p:par>
                                <p:cTn id="1838" nodeType="withEffect" fill="hold" presetClass="emph" presetID="1" presetSubtype="2">
                                  <p:stCondLst>
                                    <p:cond delay="0"/>
                                  </p:stCondLst>
                                  <p:childTnLst>
                                    <p:animClr clrSpc="rgb">
                                      <p:cBhvr>
                                        <p:cTn id="1839" dur="500" fill="hold"/>
                                        <p:tgtEl>
                                          <p:spTgt spid="911"/>
                                        </p:tgtEl>
                                        <p:attrNameLst>
                                          <p:attrName>fillcolor</p:attrName>
                                        </p:attrNameLst>
                                      </p:cBhvr>
                                      <p:to>
                                        <a:srgbClr val="95b3d7"/>
                                      </p:to>
                                    </p:animClr>
                                    <p:set>
                                      <p:cBhvr>
                                        <p:cTn id="1840" dur="500" fill="hold"/>
                                        <p:tgtEl>
                                          <p:spTgt spid="911"/>
                                        </p:tgtEl>
                                        <p:attrNameLst>
                                          <p:attrName>fill.type</p:attrName>
                                        </p:attrNameLst>
                                      </p:cBhvr>
                                      <p:to>
                                        <p:strVal val="solid"/>
                                      </p:to>
                                    </p:set>
                                    <p:set>
                                      <p:cBhvr>
                                        <p:cTn id="1841" dur="500" fill="hold"/>
                                        <p:tgtEl>
                                          <p:spTgt spid="911"/>
                                        </p:tgtEl>
                                        <p:attrNameLst>
                                          <p:attrName>fill.on</p:attrName>
                                        </p:attrNameLst>
                                      </p:cBhvr>
                                      <p:to>
                                        <p:strVal val="true"/>
                                      </p:to>
                                    </p:set>
                                  </p:childTnLst>
                                </p:cTn>
                              </p:par>
                              <p:par>
                                <p:cTn id="1842" nodeType="withEffect" fill="hold" presetClass="emph" presetID="1" presetSubtype="2">
                                  <p:stCondLst>
                                    <p:cond delay="0"/>
                                  </p:stCondLst>
                                  <p:childTnLst>
                                    <p:animClr clrSpc="rgb">
                                      <p:cBhvr>
                                        <p:cTn id="1843" dur="500" fill="hold"/>
                                        <p:tgtEl>
                                          <p:spTgt spid="915"/>
                                        </p:tgtEl>
                                        <p:attrNameLst>
                                          <p:attrName>fillcolor</p:attrName>
                                        </p:attrNameLst>
                                      </p:cBhvr>
                                      <p:to>
                                        <a:srgbClr val="95b3d7"/>
                                      </p:to>
                                    </p:animClr>
                                    <p:set>
                                      <p:cBhvr>
                                        <p:cTn id="1844" dur="500" fill="hold"/>
                                        <p:tgtEl>
                                          <p:spTgt spid="915"/>
                                        </p:tgtEl>
                                        <p:attrNameLst>
                                          <p:attrName>fill.type</p:attrName>
                                        </p:attrNameLst>
                                      </p:cBhvr>
                                      <p:to>
                                        <p:strVal val="solid"/>
                                      </p:to>
                                    </p:set>
                                    <p:set>
                                      <p:cBhvr>
                                        <p:cTn id="1845" dur="500" fill="hold"/>
                                        <p:tgtEl>
                                          <p:spTgt spid="915"/>
                                        </p:tgtEl>
                                        <p:attrNameLst>
                                          <p:attrName>fill.on</p:attrName>
                                        </p:attrNameLst>
                                      </p:cBhvr>
                                      <p:to>
                                        <p:strVal val="true"/>
                                      </p:to>
                                    </p:set>
                                  </p:childTnLst>
                                </p:cTn>
                              </p:par>
                              <p:par>
                                <p:cTn id="1846" nodeType="withEffect" fill="hold" presetClass="exit" presetID="10">
                                  <p:stCondLst>
                                    <p:cond delay="0"/>
                                  </p:stCondLst>
                                  <p:childTnLst>
                                    <p:animEffect filter="fade" transition="out">
                                      <p:cBhvr additive="repl">
                                        <p:cTn id="1847" dur="500"/>
                                        <p:tgtEl>
                                          <p:spTgt spid="909"/>
                                        </p:tgtEl>
                                      </p:cBhvr>
                                    </p:animEffect>
                                    <p:set>
                                      <p:cBhvr>
                                        <p:cTn id="1848" dur="1" fill="hold">
                                          <p:stCondLst>
                                            <p:cond delay="499"/>
                                          </p:stCondLst>
                                        </p:cTn>
                                        <p:tgtEl>
                                          <p:spTgt spid="909"/>
                                        </p:tgtEl>
                                        <p:attrNameLst>
                                          <p:attrName>style.visibility</p:attrName>
                                        </p:attrNameLst>
                                      </p:cBhvr>
                                      <p:to>
                                        <p:strVal val="hidden"/>
                                      </p:to>
                                    </p:set>
                                  </p:childTnLst>
                                </p:cTn>
                              </p:par>
                              <p:par>
                                <p:cTn id="1849" nodeType="withEffect" fill="hold" presetClass="exit" presetID="10">
                                  <p:stCondLst>
                                    <p:cond delay="0"/>
                                  </p:stCondLst>
                                  <p:childTnLst>
                                    <p:animEffect filter="fade" transition="out">
                                      <p:cBhvr additive="repl">
                                        <p:cTn id="1850" dur="500"/>
                                        <p:tgtEl>
                                          <p:spTgt spid="908"/>
                                        </p:tgtEl>
                                      </p:cBhvr>
                                    </p:animEffect>
                                    <p:set>
                                      <p:cBhvr>
                                        <p:cTn id="1851" dur="1" fill="hold">
                                          <p:stCondLst>
                                            <p:cond delay="499"/>
                                          </p:stCondLst>
                                        </p:cTn>
                                        <p:tgtEl>
                                          <p:spTgt spid="908"/>
                                        </p:tgtEl>
                                        <p:attrNameLst>
                                          <p:attrName>style.visibility</p:attrName>
                                        </p:attrNameLst>
                                      </p:cBhvr>
                                      <p:to>
                                        <p:strVal val="hidden"/>
                                      </p:to>
                                    </p:set>
                                  </p:childTnLst>
                                </p:cTn>
                              </p:par>
                              <p:par>
                                <p:cTn id="1852" nodeType="withEffect" fill="hold" presetClass="exit" presetID="10">
                                  <p:stCondLst>
                                    <p:cond delay="0"/>
                                  </p:stCondLst>
                                  <p:childTnLst>
                                    <p:animEffect filter="fade" transition="out">
                                      <p:cBhvr additive="repl">
                                        <p:cTn id="1853" dur="500"/>
                                        <p:tgtEl>
                                          <p:spTgt spid="913"/>
                                        </p:tgtEl>
                                      </p:cBhvr>
                                    </p:animEffect>
                                    <p:set>
                                      <p:cBhvr>
                                        <p:cTn id="1854" dur="1" fill="hold">
                                          <p:stCondLst>
                                            <p:cond delay="499"/>
                                          </p:stCondLst>
                                        </p:cTn>
                                        <p:tgtEl>
                                          <p:spTgt spid="913"/>
                                        </p:tgtEl>
                                        <p:attrNameLst>
                                          <p:attrName>style.visibility</p:attrName>
                                        </p:attrNameLst>
                                      </p:cBhvr>
                                      <p:to>
                                        <p:strVal val="hidden"/>
                                      </p:to>
                                    </p:set>
                                  </p:childTnLst>
                                </p:cTn>
                              </p:par>
                              <p:par>
                                <p:cTn id="1855" nodeType="withEffect" fill="hold" presetClass="exit" presetID="10">
                                  <p:stCondLst>
                                    <p:cond delay="0"/>
                                  </p:stCondLst>
                                  <p:childTnLst>
                                    <p:animEffect filter="fade" transition="out">
                                      <p:cBhvr additive="repl">
                                        <p:cTn id="1856" dur="500"/>
                                        <p:tgtEl>
                                          <p:spTgt spid="912"/>
                                        </p:tgtEl>
                                      </p:cBhvr>
                                    </p:animEffect>
                                    <p:set>
                                      <p:cBhvr>
                                        <p:cTn id="1857" dur="1" fill="hold">
                                          <p:stCondLst>
                                            <p:cond delay="499"/>
                                          </p:stCondLst>
                                        </p:cTn>
                                        <p:tgtEl>
                                          <p:spTgt spid="912"/>
                                        </p:tgtEl>
                                        <p:attrNameLst>
                                          <p:attrName>style.visibility</p:attrName>
                                        </p:attrNameLst>
                                      </p:cBhvr>
                                      <p:to>
                                        <p:strVal val="hidden"/>
                                      </p:to>
                                    </p:set>
                                  </p:childTnLst>
                                </p:cTn>
                              </p:par>
                              <p:par>
                                <p:cTn id="1858" nodeType="withEffect" fill="hold" presetClass="exit" presetID="10">
                                  <p:stCondLst>
                                    <p:cond delay="0"/>
                                  </p:stCondLst>
                                  <p:childTnLst>
                                    <p:animEffect filter="fade" transition="out">
                                      <p:cBhvr additive="repl">
                                        <p:cTn id="1859" dur="500"/>
                                        <p:tgtEl>
                                          <p:spTgt spid="917"/>
                                        </p:tgtEl>
                                      </p:cBhvr>
                                    </p:animEffect>
                                    <p:set>
                                      <p:cBhvr>
                                        <p:cTn id="1860" dur="1" fill="hold">
                                          <p:stCondLst>
                                            <p:cond delay="499"/>
                                          </p:stCondLst>
                                        </p:cTn>
                                        <p:tgtEl>
                                          <p:spTgt spid="917"/>
                                        </p:tgtEl>
                                        <p:attrNameLst>
                                          <p:attrName>style.visibility</p:attrName>
                                        </p:attrNameLst>
                                      </p:cBhvr>
                                      <p:to>
                                        <p:strVal val="hidden"/>
                                      </p:to>
                                    </p:set>
                                  </p:childTnLst>
                                </p:cTn>
                              </p:par>
                              <p:par>
                                <p:cTn id="1861" nodeType="withEffect" fill="hold" presetClass="exit" presetID="10">
                                  <p:stCondLst>
                                    <p:cond delay="0"/>
                                  </p:stCondLst>
                                  <p:childTnLst>
                                    <p:animEffect filter="fade" transition="out">
                                      <p:cBhvr additive="repl">
                                        <p:cTn id="1862" dur="500"/>
                                        <p:tgtEl>
                                          <p:spTgt spid="916"/>
                                        </p:tgtEl>
                                      </p:cBhvr>
                                    </p:animEffect>
                                    <p:set>
                                      <p:cBhvr>
                                        <p:cTn id="1863" dur="1" fill="hold">
                                          <p:stCondLst>
                                            <p:cond delay="499"/>
                                          </p:stCondLst>
                                        </p:cTn>
                                        <p:tgtEl>
                                          <p:spTgt spid="91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864" restart="whenNotActive" nodeType="interactiveSeq" fill="hold">
                <p:stCondLst>
                  <p:cond delay="0" evt="onClick">
                    <p:tgtEl>
                      <p:spTgt spid="921"/>
                    </p:tgtEl>
                  </p:cond>
                </p:stCondLst>
                <p:childTnLst>
                  <p:par>
                    <p:cTn id="1865" fill="hold">
                      <p:stCondLst>
                        <p:cond delay="0" evt="onClick">
                          <p:tgtEl>
                            <p:spTgt spid="921"/>
                          </p:tgtEl>
                        </p:cond>
                      </p:stCondLst>
                      <p:childTnLst>
                        <p:par>
                          <p:cTn id="1866" fill="hold">
                            <p:stCondLst>
                              <p:cond delay="0"/>
                            </p:stCondLst>
                            <p:childTnLst>
                              <p:par>
                                <p:cTn id="1867" nodeType="clickEffect" fill="hold" presetClass="exit" presetID="9">
                                  <p:stCondLst>
                                    <p:cond delay="0"/>
                                  </p:stCondLst>
                                  <p:childTnLst>
                                    <p:animEffect filter="dissolve" transition="out">
                                      <p:cBhvr additive="repl">
                                        <p:cTn id="1868" dur="500"/>
                                        <p:tgtEl>
                                          <p:spTgt spid="921"/>
                                        </p:tgtEl>
                                      </p:cBhvr>
                                    </p:animEffect>
                                    <p:set>
                                      <p:cBhvr>
                                        <p:cTn id="1869" dur="1" fill="hold">
                                          <p:stCondLst>
                                            <p:cond delay="499"/>
                                          </p:stCondLst>
                                        </p:cTn>
                                        <p:tgtEl>
                                          <p:spTgt spid="921"/>
                                        </p:tgtEl>
                                        <p:attrNameLst>
                                          <p:attrName>style.visibility</p:attrName>
                                        </p:attrNameLst>
                                      </p:cBhvr>
                                      <p:to>
                                        <p:strVal val="hidden"/>
                                      </p:to>
                                    </p:set>
                                  </p:childTnLst>
                                </p:cTn>
                              </p:par>
                              <p:par>
                                <p:cTn id="1870" nodeType="withEffect" fill="hold" presetClass="exit" presetID="9">
                                  <p:stCondLst>
                                    <p:cond delay="0"/>
                                  </p:stCondLst>
                                  <p:childTnLst>
                                    <p:animEffect filter="dissolve" transition="out">
                                      <p:cBhvr additive="repl">
                                        <p:cTn id="1871" dur="500"/>
                                        <p:tgtEl>
                                          <p:spTgt spid="920"/>
                                        </p:tgtEl>
                                      </p:cBhvr>
                                    </p:animEffect>
                                    <p:set>
                                      <p:cBhvr>
                                        <p:cTn id="1872" dur="1" fill="hold">
                                          <p:stCondLst>
                                            <p:cond delay="499"/>
                                          </p:stCondLst>
                                        </p:cTn>
                                        <p:tgtEl>
                                          <p:spTgt spid="920"/>
                                        </p:tgtEl>
                                        <p:attrNameLst>
                                          <p:attrName>style.visibility</p:attrName>
                                        </p:attrNameLst>
                                      </p:cBhvr>
                                      <p:to>
                                        <p:strVal val="hidden"/>
                                      </p:to>
                                    </p:set>
                                  </p:childTnLst>
                                </p:cTn>
                              </p:par>
                              <p:par>
                                <p:cTn id="1873" nodeType="withEffect" fill="hold" presetClass="emph" presetID="1" presetSubtype="2">
                                  <p:stCondLst>
                                    <p:cond delay="0"/>
                                  </p:stCondLst>
                                  <p:childTnLst>
                                    <p:animClr clrSpc="rgb">
                                      <p:cBhvr>
                                        <p:cTn id="1874" dur="500" fill="hold"/>
                                        <p:tgtEl>
                                          <p:spTgt spid="919"/>
                                        </p:tgtEl>
                                        <p:attrNameLst>
                                          <p:attrName>fillcolor</p:attrName>
                                        </p:attrNameLst>
                                      </p:cBhvr>
                                      <p:to>
                                        <a:srgbClr val="95b3d7"/>
                                      </p:to>
                                    </p:animClr>
                                    <p:set>
                                      <p:cBhvr>
                                        <p:cTn id="1875" dur="500" fill="hold"/>
                                        <p:tgtEl>
                                          <p:spTgt spid="919"/>
                                        </p:tgtEl>
                                        <p:attrNameLst>
                                          <p:attrName>fill.type</p:attrName>
                                        </p:attrNameLst>
                                      </p:cBhvr>
                                      <p:to>
                                        <p:strVal val="solid"/>
                                      </p:to>
                                    </p:set>
                                    <p:set>
                                      <p:cBhvr>
                                        <p:cTn id="1876" dur="500" fill="hold"/>
                                        <p:tgtEl>
                                          <p:spTgt spid="91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 DA ÚLTIMA</a:t>
            </a:r>
            <a:endParaRPr b="0" lang="pt-BR" sz="4400" spc="-1" strike="noStrike">
              <a:solidFill>
                <a:schemeClr val="dk1"/>
              </a:solidFill>
              <a:latin typeface="Arial"/>
            </a:endParaRPr>
          </a:p>
        </p:txBody>
      </p:sp>
      <p:sp>
        <p:nvSpPr>
          <p:cNvPr id="923" name="Botão de ação: Personalizar 7">
            <a:hlinkClick r:id="rId1" action="ppaction://hlinksldjump"/>
          </p:cNvPr>
          <p:cNvSpPr/>
          <p:nvPr/>
        </p:nvSpPr>
        <p:spPr>
          <a:xfrm>
            <a:off x="7184880" y="304956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VOLTAR AO MENU</a:t>
            </a:r>
            <a:endParaRPr b="0" lang="pt-BR" sz="1800" spc="-1" strike="noStrike">
              <a:solidFill>
                <a:srgbClr val="000000"/>
              </a:solidFill>
              <a:latin typeface="Arial"/>
            </a:endParaRPr>
          </a:p>
        </p:txBody>
      </p:sp>
      <p:sp>
        <p:nvSpPr>
          <p:cNvPr id="924" name="Botão de ação: Personalizar 8">
            <a:hlinkClick r:id="" action="ppaction://hlinkshowjump?jump=nextslide"/>
          </p:cNvPr>
          <p:cNvSpPr/>
          <p:nvPr/>
        </p:nvSpPr>
        <p:spPr>
          <a:xfrm>
            <a:off x="7184880" y="376380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PRÓXIMO CAPÍTULO</a:t>
            </a:r>
            <a:endParaRPr b="0" lang="pt-BR" sz="1800" spc="-1" strike="noStrike">
              <a:solidFill>
                <a:srgbClr val="000000"/>
              </a:solidFill>
              <a:latin typeface="Arial"/>
            </a:endParaRPr>
          </a:p>
        </p:txBody>
      </p:sp>
      <p:sp>
        <p:nvSpPr>
          <p:cNvPr id="925" name="Retângulo 5"/>
          <p:cNvSpPr/>
          <p:nvPr/>
        </p:nvSpPr>
        <p:spPr>
          <a:xfrm>
            <a:off x="398520" y="1620720"/>
            <a:ext cx="5928840" cy="3381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5400" spc="-1" strike="noStrike" cap="all">
                <a:solidFill>
                  <a:schemeClr val="accent1"/>
                </a:solidFill>
                <a:latin typeface="Arial"/>
              </a:rPr>
              <a:t>Parabéns, você concluiu o capítulo 01</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26" name="object 2"/>
          <p:cNvGrpSpPr/>
          <p:nvPr/>
        </p:nvGrpSpPr>
        <p:grpSpPr>
          <a:xfrm>
            <a:off x="-37800" y="-22320"/>
            <a:ext cx="10119960" cy="5691960"/>
            <a:chOff x="-37800" y="-22320"/>
            <a:chExt cx="10119960" cy="5691960"/>
          </a:xfrm>
        </p:grpSpPr>
        <p:pic>
          <p:nvPicPr>
            <p:cNvPr id="927" name="object 3" descr=""/>
            <p:cNvPicPr/>
            <p:nvPr/>
          </p:nvPicPr>
          <p:blipFill>
            <a:blip r:embed="rId1"/>
            <a:stretch/>
          </p:blipFill>
          <p:spPr>
            <a:xfrm>
              <a:off x="-37800" y="-22320"/>
              <a:ext cx="7518960" cy="5691960"/>
            </a:xfrm>
            <a:prstGeom prst="rect">
              <a:avLst/>
            </a:prstGeom>
            <a:ln w="9525">
              <a:noFill/>
            </a:ln>
          </p:spPr>
        </p:pic>
        <p:pic>
          <p:nvPicPr>
            <p:cNvPr id="928" name="object 4" descr=""/>
            <p:cNvPicPr/>
            <p:nvPr/>
          </p:nvPicPr>
          <p:blipFill>
            <a:blip r:embed="rId2"/>
            <a:stretch/>
          </p:blipFill>
          <p:spPr>
            <a:xfrm>
              <a:off x="3121560" y="-19800"/>
              <a:ext cx="6960600" cy="5689440"/>
            </a:xfrm>
            <a:prstGeom prst="rect">
              <a:avLst/>
            </a:prstGeom>
            <a:ln w="9525">
              <a:noFill/>
            </a:ln>
          </p:spPr>
        </p:pic>
        <p:pic>
          <p:nvPicPr>
            <p:cNvPr id="929" name="object 5" descr=""/>
            <p:cNvPicPr/>
            <p:nvPr/>
          </p:nvPicPr>
          <p:blipFill>
            <a:blip r:embed="rId3"/>
            <a:stretch/>
          </p:blipFill>
          <p:spPr>
            <a:xfrm>
              <a:off x="5830560" y="3722040"/>
              <a:ext cx="4251600" cy="1515240"/>
            </a:xfrm>
            <a:prstGeom prst="rect">
              <a:avLst/>
            </a:prstGeom>
            <a:ln w="9525">
              <a:noFill/>
            </a:ln>
          </p:spPr>
        </p:pic>
      </p:grpSp>
      <p:pic>
        <p:nvPicPr>
          <p:cNvPr id="930" name="object 7" descr=""/>
          <p:cNvPicPr/>
          <p:nvPr/>
        </p:nvPicPr>
        <p:blipFill>
          <a:blip r:embed="rId4"/>
          <a:stretch/>
        </p:blipFill>
        <p:spPr>
          <a:xfrm>
            <a:off x="8931240" y="3621240"/>
            <a:ext cx="691920" cy="1176120"/>
          </a:xfrm>
          <a:prstGeom prst="rect">
            <a:avLst/>
          </a:prstGeom>
          <a:ln w="9525">
            <a:noFill/>
          </a:ln>
        </p:spPr>
      </p:pic>
      <p:sp>
        <p:nvSpPr>
          <p:cNvPr id="931" name="Botão de ação: Avançar ou Próximo 2">
            <a:hlinkClick r:id="" action="ppaction://hlinkshowjump?jump=nextslide"/>
          </p:cNvPr>
          <p:cNvSpPr/>
          <p:nvPr/>
        </p:nvSpPr>
        <p:spPr>
          <a:xfrm>
            <a:off x="8917560" y="1406520"/>
            <a:ext cx="719640" cy="539640"/>
          </a:xfrm>
          <a:prstGeom prst="actionButtonForwardNext">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endParaRPr b="0" lang="pt-BR" sz="1400" spc="-1" strike="noStrike">
              <a:solidFill>
                <a:schemeClr val="dk2">
                  <a:lumMod val="75000"/>
                </a:schemeClr>
              </a:solidFill>
              <a:latin typeface="Calibri"/>
            </a:endParaRPr>
          </a:p>
        </p:txBody>
      </p:sp>
      <p:sp>
        <p:nvSpPr>
          <p:cNvPr id="932" name="Botão de ação: Fim 4"/>
          <p:cNvSpPr/>
          <p:nvPr/>
        </p:nvSpPr>
        <p:spPr>
          <a:xfrm>
            <a:off x="8917560" y="2335320"/>
            <a:ext cx="719640" cy="539640"/>
          </a:xfrm>
          <a:prstGeom prst="actionButtonEnd">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endParaRPr b="0" lang="pt-BR" sz="1400" spc="-1" strike="noStrike">
              <a:solidFill>
                <a:schemeClr val="dk2">
                  <a:lumMod val="75000"/>
                </a:schemeClr>
              </a:solidFill>
              <a:latin typeface="Calibri"/>
            </a:endParaRPr>
          </a:p>
        </p:txBody>
      </p:sp>
      <p:sp>
        <p:nvSpPr>
          <p:cNvPr id="933" name="Botão de ação: Personalizar 19">
            <a:hlinkClick r:id="rId5" action="ppaction://hlinksldjump"/>
          </p:cNvPr>
          <p:cNvSpPr/>
          <p:nvPr/>
        </p:nvSpPr>
        <p:spPr>
          <a:xfrm>
            <a:off x="8917560" y="22356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400" spc="-1" strike="noStrike">
                <a:solidFill>
                  <a:schemeClr val="dk2">
                    <a:lumMod val="75000"/>
                  </a:schemeClr>
                </a:solidFill>
                <a:latin typeface="Calibri"/>
              </a:rPr>
              <a:t>TELA </a:t>
            </a:r>
            <a:endParaRPr b="0" lang="pt-BR" sz="1400" spc="-1" strike="noStrike">
              <a:solidFill>
                <a:srgbClr val="000000"/>
              </a:solidFill>
              <a:latin typeface="Arial"/>
            </a:endParaRPr>
          </a:p>
          <a:p>
            <a:pPr algn="ctr">
              <a:lnSpc>
                <a:spcPct val="90000"/>
              </a:lnSpc>
            </a:pPr>
            <a:r>
              <a:rPr b="0" lang="pt-BR" sz="1400" spc="-1" strike="noStrike">
                <a:solidFill>
                  <a:schemeClr val="dk2">
                    <a:lumMod val="75000"/>
                  </a:schemeClr>
                </a:solidFill>
                <a:latin typeface="Calibri"/>
              </a:rPr>
              <a:t>INICIAL</a:t>
            </a:r>
            <a:endParaRPr b="0" lang="pt-BR" sz="1400" spc="-1" strike="noStrike">
              <a:solidFill>
                <a:srgbClr val="000000"/>
              </a:solidFill>
              <a:latin typeface="Arial"/>
            </a:endParaRPr>
          </a:p>
        </p:txBody>
      </p:sp>
      <p:sp>
        <p:nvSpPr>
          <p:cNvPr id="934" name="Botão de ação: Personalizar 20">
            <a:hlinkClick r:id="rId6" action="ppaction://hlinksldjump"/>
          </p:cNvPr>
          <p:cNvSpPr/>
          <p:nvPr/>
        </p:nvSpPr>
        <p:spPr>
          <a:xfrm>
            <a:off x="8917560" y="490680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400" spc="-1" strike="noStrike">
                <a:solidFill>
                  <a:schemeClr val="dk2">
                    <a:lumMod val="75000"/>
                  </a:schemeClr>
                </a:solidFill>
                <a:latin typeface="Calibri"/>
              </a:rPr>
              <a:t>MENU</a:t>
            </a:r>
            <a:endParaRPr b="0" lang="pt-BR" sz="1400" spc="-1" strike="noStrike">
              <a:solidFill>
                <a:srgbClr val="000000"/>
              </a:solidFill>
              <a:latin typeface="Arial"/>
            </a:endParaRPr>
          </a:p>
        </p:txBody>
      </p:sp>
      <p:sp>
        <p:nvSpPr>
          <p:cNvPr id="935" name="PlaceHolder 1"/>
          <p:cNvSpPr>
            <a:spLocks noGrp="1"/>
          </p:cNvSpPr>
          <p:nvPr>
            <p:ph type="title"/>
          </p:nvPr>
        </p:nvSpPr>
        <p:spPr>
          <a:xfrm>
            <a:off x="6541920" y="4121280"/>
            <a:ext cx="2214360" cy="369000"/>
          </a:xfrm>
          <a:prstGeom prst="rect">
            <a:avLst/>
          </a:prstGeom>
          <a:noFill/>
          <a:ln w="9360">
            <a:noFill/>
          </a:ln>
        </p:spPr>
        <p:txBody>
          <a:bodyPr numCol="1" spcCol="0" lIns="0" rIns="0" tIns="0" bIns="0" anchor="t">
            <a:noAutofit/>
          </a:bodyPr>
          <a:p>
            <a:pPr indent="0" algn="ctr">
              <a:lnSpc>
                <a:spcPct val="100000"/>
              </a:lnSpc>
              <a:buNone/>
            </a:pPr>
            <a:r>
              <a:rPr b="0" lang="pt-BR" sz="2400" spc="-1" strike="noStrike">
                <a:solidFill>
                  <a:schemeClr val="lt1"/>
                </a:solidFill>
                <a:latin typeface="Arial"/>
              </a:rPr>
              <a:t>CAPÍTULO 02 </a:t>
            </a:r>
            <a:endParaRPr b="0" lang="pt-BR"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type="title"/>
          </p:nvPr>
        </p:nvSpPr>
        <p:spPr>
          <a:xfrm>
            <a:off x="469800" y="334800"/>
            <a:ext cx="9342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37" name="PlaceHolder 2"/>
          <p:cNvSpPr>
            <a:spLocks noGrp="1"/>
          </p:cNvSpPr>
          <p:nvPr>
            <p:ph type="subTitle"/>
          </p:nvPr>
        </p:nvSpPr>
        <p:spPr>
          <a:xfrm>
            <a:off x="1255680" y="1406520"/>
            <a:ext cx="7058160" cy="369000"/>
          </a:xfrm>
          <a:prstGeom prst="rect">
            <a:avLst/>
          </a:prstGeom>
          <a:noFill/>
          <a:ln w="9360">
            <a:noFill/>
          </a:ln>
        </p:spPr>
        <p:txBody>
          <a:bodyPr numCol="1" spcCol="0" lIns="0" rIns="0" tIns="0" bIns="0" anchor="t">
            <a:noAutofit/>
          </a:bodyPr>
          <a:p>
            <a:pPr marL="216000" indent="-216000">
              <a:lnSpc>
                <a:spcPct val="100000"/>
              </a:lnSpc>
              <a:spcBef>
                <a:spcPts val="479"/>
              </a:spcBef>
              <a:buClr>
                <a:srgbClr val="000000"/>
              </a:buClr>
              <a:buFont typeface="Symbol" charset="2"/>
              <a:buChar char=""/>
            </a:pPr>
            <a:r>
              <a:rPr b="1" lang="pt-BR" sz="2400" spc="-1" strike="noStrike">
                <a:solidFill>
                  <a:schemeClr val="dk1"/>
                </a:solidFill>
                <a:latin typeface="Calibri"/>
              </a:rPr>
              <a:t>TÓPICOS: </a:t>
            </a:r>
            <a:endParaRPr b="0" lang="pt-BR" sz="2400" spc="-1" strike="noStrike">
              <a:solidFill>
                <a:srgbClr val="000000"/>
              </a:solidFill>
              <a:latin typeface="Arial"/>
            </a:endParaRPr>
          </a:p>
        </p:txBody>
      </p:sp>
      <p:sp>
        <p:nvSpPr>
          <p:cNvPr id="938" name="Retângulo de cantos arredondados 10"/>
          <p:cNvSpPr/>
          <p:nvPr/>
        </p:nvSpPr>
        <p:spPr>
          <a:xfrm>
            <a:off x="1255680" y="1406520"/>
            <a:ext cx="1785600" cy="35676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2400" spc="-1" strike="noStrike">
                <a:solidFill>
                  <a:schemeClr val="lt1"/>
                </a:solidFill>
                <a:latin typeface="Calibri"/>
              </a:rPr>
              <a:t>TÓPICOS:</a:t>
            </a:r>
            <a:endParaRPr b="0" lang="pt-BR" sz="2400" spc="-1" strike="noStrike">
              <a:solidFill>
                <a:srgbClr val="ffffff"/>
              </a:solidFill>
              <a:latin typeface="Arial"/>
            </a:endParaRPr>
          </a:p>
        </p:txBody>
      </p:sp>
      <p:sp>
        <p:nvSpPr>
          <p:cNvPr id="939" name="Retângulo 11"/>
          <p:cNvSpPr/>
          <p:nvPr/>
        </p:nvSpPr>
        <p:spPr>
          <a:xfrm>
            <a:off x="755640" y="1835280"/>
            <a:ext cx="7306920" cy="2101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2.1 - </a:t>
            </a:r>
            <a:r>
              <a:rPr b="0" lang="pt-PT" sz="1200" spc="-1" strike="noStrike">
                <a:solidFill>
                  <a:schemeClr val="dk1"/>
                </a:solidFill>
                <a:latin typeface="Arial"/>
              </a:rPr>
              <a:t>Descrição genérica</a:t>
            </a: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  </a:t>
            </a: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2.2 - </a:t>
            </a:r>
            <a:r>
              <a:rPr b="0" lang="pt-PT" sz="1200" spc="-1" strike="noStrike">
                <a:solidFill>
                  <a:schemeClr val="dk1"/>
                </a:solidFill>
                <a:latin typeface="Arial"/>
              </a:rPr>
              <a:t>Detector</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2.3 - </a:t>
            </a:r>
            <a:r>
              <a:rPr b="0" lang="pt-PT" sz="1200" spc="-1" strike="noStrike">
                <a:solidFill>
                  <a:schemeClr val="dk1"/>
                </a:solidFill>
                <a:latin typeface="Arial"/>
              </a:rPr>
              <a:t>Transmissor</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2.4 - </a:t>
            </a:r>
            <a:r>
              <a:rPr b="0" lang="pt-PT" sz="1200" spc="-1" strike="noStrike">
                <a:solidFill>
                  <a:schemeClr val="dk1"/>
                </a:solidFill>
                <a:latin typeface="Arial"/>
              </a:rPr>
              <a:t>Indicador</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41"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2.1 – </a:t>
            </a:r>
            <a:r>
              <a:rPr b="1" lang="pt-PT" sz="1800" spc="-1" strike="noStrike">
                <a:solidFill>
                  <a:schemeClr val="dk1"/>
                </a:solidFill>
                <a:latin typeface="Calibri"/>
              </a:rPr>
              <a:t>DESCRIÇÃO GENÉRICA DO SISTEMA TIPO B</a:t>
            </a:r>
            <a:endParaRPr b="0" lang="pt-BR" sz="1800" spc="-1" strike="noStrike">
              <a:solidFill>
                <a:srgbClr val="000000"/>
              </a:solidFill>
              <a:latin typeface="Arial"/>
            </a:endParaRPr>
          </a:p>
        </p:txBody>
      </p:sp>
      <p:sp>
        <p:nvSpPr>
          <p:cNvPr id="942"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43" name="CaixaDeTexto 4"/>
          <p:cNvSpPr/>
          <p:nvPr/>
        </p:nvSpPr>
        <p:spPr>
          <a:xfrm>
            <a:off x="326880" y="1835280"/>
            <a:ext cx="935784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PT" sz="1200" spc="-1" strike="noStrike">
                <a:solidFill>
                  <a:schemeClr val="dk1"/>
                </a:solidFill>
                <a:latin typeface="Arial"/>
              </a:rPr>
              <a:t>Para fins didáticos será descrito a seguir, um moderno SISTEMA DE INDICAÇÃO DE DIREÇÃO e VELOCIDADE DO VENTO, utilizando equipamentos do tipo B:</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A figura 2.9 apresenta o diagrama esquemático de um sistema tipo B tipico, instalado em um navio de grande porte.</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O sistema consiste de:</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a) Detector de direção e velocidade do vento.</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b) Transmissor de direção e intensidade do vento;e</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c) Indicador de direção e intensidade do vento.</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No esquema está mostrado apenas um detetor, mas é comum instalarem-se dois, um na verga de BE e outro na verga de BB do mastro principal dos navios de maior porte. Enquanto um está em uso, o outro é mantido como reserva.</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O transmissor de direção e intensidade do vento fica instalado na PCI do navio.</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Os indicadores de direção e intensidade do vento ficam instalados nos vários compartimentos do navio onde são necessários, dependendo do tipo do navio.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45"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2.2 – </a:t>
            </a:r>
            <a:r>
              <a:rPr b="1" lang="pt-PT" sz="1800" spc="-1" strike="noStrike">
                <a:solidFill>
                  <a:schemeClr val="dk1"/>
                </a:solidFill>
                <a:latin typeface="Calibri"/>
              </a:rPr>
              <a:t>DETECTOR</a:t>
            </a:r>
            <a:endParaRPr b="0" lang="pt-BR" sz="1800" spc="-1" strike="noStrike">
              <a:solidFill>
                <a:srgbClr val="000000"/>
              </a:solidFill>
              <a:latin typeface="Arial"/>
            </a:endParaRPr>
          </a:p>
        </p:txBody>
      </p:sp>
      <p:sp>
        <p:nvSpPr>
          <p:cNvPr id="946"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47" name="CaixaDeTexto 4"/>
          <p:cNvSpPr/>
          <p:nvPr/>
        </p:nvSpPr>
        <p:spPr>
          <a:xfrm>
            <a:off x="326880" y="1835280"/>
            <a:ext cx="9357840" cy="246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PT" sz="1200" spc="-1" strike="noStrike">
                <a:solidFill>
                  <a:schemeClr val="dk1"/>
                </a:solidFill>
                <a:latin typeface="Arial"/>
              </a:rPr>
              <a:t>2.2 – DETECTOR</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detector de direção e velocidade do vento (figura 2.6) consiste em um alojamento feito de chapa fixa de metal, com formato aerodinâmico de uma alheta ("VANE") dotado de uma cauda com superfície plana relativamente grande, montado em um conjunto de suporte vertical.</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conjunto de rotor, afixado na cabeça de alheta aerodinâmica é mantido diretamente afilado (fino) ao vento pelo conjunto da alheta, e converte a velocidade do vento em movimento rotativo. A velocidade do conjunto do rotor é proporcional à velocidade do vento que bate nas pás do rotor.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2.2.1 – O Transmissor sincro de direção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Montado no conjunto de suporte vertical, está diretamente acoplado à alheta, de modo que quando o vento posiciona a alheta o transmissor sincro é deslocado da mesma quantidade angular.</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49"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2.3 – TRANSMISSOR</a:t>
            </a:r>
            <a:endParaRPr b="0" lang="pt-BR" sz="1800" spc="-1" strike="noStrike">
              <a:solidFill>
                <a:srgbClr val="000000"/>
              </a:solidFill>
              <a:latin typeface="Arial"/>
            </a:endParaRPr>
          </a:p>
        </p:txBody>
      </p:sp>
      <p:sp>
        <p:nvSpPr>
          <p:cNvPr id="950"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51" name="CaixaDeTexto 4"/>
          <p:cNvSpPr/>
          <p:nvPr/>
        </p:nvSpPr>
        <p:spPr>
          <a:xfrm>
            <a:off x="326880" y="1835280"/>
            <a:ext cx="9357840" cy="30157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 cabeação que chega ao detector é trazida para o seu interior através de um tubo terminal estanque à água, que é instalado na parte inferior do conjunto de montagem. Ela é ligada a um conector fêmea existente na parte superior desse conjunto.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terminais para o sincro são ligados a um conector macho na parte inferior do conjunto de suporte vertical. Assim o mecanismo do detector pode ser removido sem desconectar a cabeação ou desfazer o alinhamento.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1" lang="en-US" sz="1200" spc="-1" strike="noStrike">
                <a:solidFill>
                  <a:schemeClr val="dk1"/>
                </a:solidFill>
                <a:latin typeface="Arial"/>
              </a:rPr>
              <a:t>2.3 – TRANSMISSOR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transmissor de direção e velocidade (Fig. 2.2) instalados na PCl, consiste de um subconjunto de direção do vento e um subconjunto de velocidade do vento, montados em chapa bases individuais para formar uma só unidade envolvida em uma caixa ou carcaça metálica para instalação em antepara.</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subconjunto de direção de vento (Fig. 2.7) é essencialmente uma unidade servo constituída por um transformador sincro de controle tipo 1 HCT, controle de acompanhamento, e um sincro transmissor tipo 5HG.</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transformador sincro de controle recebe o deslocamento angular vindo do transmissor sincro de direção do detector.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Esses deslocamentos angulares são amplificados e alimentados no motor de acompanhamento ("FOLLOW-UP MOTOR") que aciona o transmissor sincro 5HG e transformador de controle, por meio de engrenagens, em correspondência com o sincro transmissor da alheta.</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53"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2.3 – TRANSMISSOR</a:t>
            </a:r>
            <a:endParaRPr b="0" lang="pt-BR" sz="1800" spc="-1" strike="noStrike">
              <a:solidFill>
                <a:srgbClr val="000000"/>
              </a:solidFill>
              <a:latin typeface="Arial"/>
            </a:endParaRPr>
          </a:p>
        </p:txBody>
      </p:sp>
      <p:sp>
        <p:nvSpPr>
          <p:cNvPr id="954"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55" name="CaixaDeTexto 4"/>
          <p:cNvSpPr/>
          <p:nvPr/>
        </p:nvSpPr>
        <p:spPr>
          <a:xfrm>
            <a:off x="326880" y="1763640"/>
            <a:ext cx="9357840" cy="30157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O sincro transmissor 5HG transmite os deslocamentos angulares, que são amortecidos por meio do conjunto de engrenagens, em uma reite pré-determinada de aproximadamente 1,25 RPM, para o sincro receptor IF do. subconjunto de direção do vento existente no indicador instalado em local remoto.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Quando os rotores do transmissor de direção de alheta e do transformador sincro de controle estão em correspondência, a saída do transformador de controle é zero.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Quando a alheta varia sua posição, os dois rotores não estão mais em correspondência e uma voltagem é induzida no rotor do transformador de controle porque o campo do estator liga o enrolamento do rotor.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voltagem de saída do transformador de controle ou está em fase ou 180º defasada com a voltagem da fonte (referência), dependendo da direção na qual a alheta foi deslocada. Assim, a fase do transformador de controle inverte-se em relação à voltagem de referência do transmissor, quando a direção do deslocamento se inverte.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magnitude da voltagem de saída do transformador de controle representa a quantidade pela qual o eixo do transformador de controle e do transmissor da alheta estão fora de correspondência. A direção na qual o eixo do transmissor é girado representa a fase da voltagem de saída do transformador de controle, que determina a direção de rotação do motor de acompanhamento. o sinal do transformador de controle (Fig. 2.9) é alimentado no transformador de entrada TI do amplificador.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indutor série L1 no primário do transformador TI compensa a mudança de fase inerente no transformador de controle, de modo que o sinal aplicado ao primário do transformador TI, fica ou exatamente em fase ou 180° defasado com a voltagem de referência.</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57"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2.3 – TRANSMISSOR</a:t>
            </a:r>
            <a:endParaRPr b="0" lang="pt-BR" sz="1800" spc="-1" strike="noStrike">
              <a:solidFill>
                <a:srgbClr val="000000"/>
              </a:solidFill>
              <a:latin typeface="Arial"/>
            </a:endParaRPr>
          </a:p>
        </p:txBody>
      </p:sp>
      <p:sp>
        <p:nvSpPr>
          <p:cNvPr id="958"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59" name="CaixaDeTexto 4"/>
          <p:cNvSpPr/>
          <p:nvPr/>
        </p:nvSpPr>
        <p:spPr>
          <a:xfrm>
            <a:off x="326880" y="1763640"/>
            <a:ext cx="9357840" cy="30157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O transformador TI também isola do transformador de controle qualquer corrente contínua no circuito de enrolamento secundário.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secundário do transformador TI é ligado ao amplificador, constituído dos transistores em paralelo TR1-TR2 e TR3-TR4, ligados para operação "push-pull".</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transistores TRI e TR3 são ligados como emissores-seguidores, que oferece uma alta impedância a TI, e assim impedem uma sobrecarga no transformador de controle sincro. A saída de TR1-TR3 e TR2-IR4 é ligada aos enrolamentos de controle CCW e CW do motor de acompanhamento (que é do tipo "fase dividida"), através dos retificadores CR1 e CR2 , respectivamente.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Quando a alheta varia sua posição, a seção superior (TRI-TR3), ou a seção inferior (TR2- TR4) conduz e aplica a saída do amplificador ao enrolamento CCW e CW para acionar o motor de acompanhamento na direção correspondente à aquela que o rotor do transmissor da alheta é deslocado o motor de acompanhamento ("FOLLOW-UP MOTOR ") posiciona o transmissor 5HG e acima o rotor do transformador de controle em correspondência com o rotor do transmissor da alheta, para anular o sinal e parar o motor.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retificadores CRI e CR2 entre os transistores e os enrolamentos de controle do motor de acompanhamento restringem a direção do fluxo de corrente nos transistores e nos enrolamentos.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resistores R2 e R3 ligados aos circuitos da base dos transistores TR3 e TR4 servem para prover caminhos paralelos ("SHUNTS") de baixa resistência, para as correntes de fuga do coletor, que podem atingir valores excessivos de alta temperatura-ambiente.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resistor R1 ligado no circuito de retomo do emissor comum, propicia polarização degenerativa para estabilizar ainda mais os pontos de operação dos transistores TR3 e TR4.</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61"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2.1 – </a:t>
            </a:r>
            <a:r>
              <a:rPr b="1" lang="pt-PT" sz="1800" spc="-1" strike="noStrike">
                <a:solidFill>
                  <a:schemeClr val="dk1"/>
                </a:solidFill>
                <a:latin typeface="Calibri"/>
              </a:rPr>
              <a:t>DESCRIÇÃO GENÉRICA DO SISTEMA TIPO B</a:t>
            </a:r>
            <a:endParaRPr b="0" lang="pt-BR" sz="1800" spc="-1" strike="noStrike">
              <a:solidFill>
                <a:srgbClr val="000000"/>
              </a:solidFill>
              <a:latin typeface="Arial"/>
            </a:endParaRPr>
          </a:p>
        </p:txBody>
      </p:sp>
      <p:sp>
        <p:nvSpPr>
          <p:cNvPr id="962"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63" name="CaixaDeTexto 4"/>
          <p:cNvSpPr/>
          <p:nvPr/>
        </p:nvSpPr>
        <p:spPr>
          <a:xfrm>
            <a:off x="326880" y="1763640"/>
            <a:ext cx="9357840" cy="28328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O resistor R1 também serve para levar o transistor que não esteja conduzindo ao seu ponto de corte, quando um sinal de erro estiver presente na fase do outro transistor, aperfeiçoando assim o desempenho em todas as temperaturas ambiente.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subconjunto de velocidade do vento (Fig. 2.8) é essencialmente um integrador do tipo disco de fricção e rolete compreendendo: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Um receptor sincro tipo lF;</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b) Um conjunto de engrenagens do rolete, com eixo sem fim (pinhão) e cremalheira circular;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c) Um motor síncrono (velocidade constante); 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d) Um transmissor sincro tipo 5HG.</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receptor sincro IF recebe os movimentos rotativos do transmissor de velocidade da alheta do detector.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conjunto de engrenagens do rolete converte a reite desses movimentos rotativos em deslocamentos regulares proporcionais, e o transmissor sincro 5HG transmite esses deslocamentos para o receptor sincro IF existente no subconjunto de velocidade do vento do indicador instalado remotamente.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sincro receptor IF, que gira na mesma velocidade que o transmissor de velocidade IHG de detector, transmite o movimento rotativo através de engrenagens redutoras para o eixo sem-fim (pinhão) do conjunto de engrenagens do rolete.</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65"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2.3 – TRANSMISSOR</a:t>
            </a:r>
            <a:endParaRPr b="0" lang="pt-BR" sz="1800" spc="-1" strike="noStrike">
              <a:solidFill>
                <a:srgbClr val="000000"/>
              </a:solidFill>
              <a:latin typeface="Arial"/>
            </a:endParaRPr>
          </a:p>
        </p:txBody>
      </p:sp>
      <p:sp>
        <p:nvSpPr>
          <p:cNvPr id="966"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67" name="CaixaDeTexto 4"/>
          <p:cNvSpPr/>
          <p:nvPr/>
        </p:nvSpPr>
        <p:spPr>
          <a:xfrm>
            <a:off x="326880" y="1763640"/>
            <a:ext cx="9357840" cy="3198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Essa engrenagem de redução termina em uma engrenagem helicoidal, que se engraza no pinhão (eixo sem-fim) do conjunto de engrenagens do rolete.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ação da engrenagem helicoidal ("SPIRAL GEAR") contra o pinhão do conjunto de engrenagens do rolete, faz com que o pinhão engrazado em uma cremalheira, acione o rolete ("DRIVE ROLLER") para fora do centro de dois discos acionadores ("DRIVING DISCE"), com um movimento linear.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conjunto nada mais é que o tradicional conjunto de rolete e disco de fricção, Largamente usados nos equipamentos de comunicações interiores, em mecanismos integradores. Os detalhes de montagem variam um pouco, mas o princípio de funcionamento é sempre o mesmo.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rolete acionado ("DRIVER ROLLER"), com seu pinhão e cremalheira circular solidários (são integrais) são girados pelos dois discos acionadores ("DRIVING DISCS") que giram em direções opostas, acionados através de engrenagens de redução, pelo motor (síncrono) de velocidade constante e pelas engrenagens acionadoras dos discos ("DISC DRIVE GEARS”).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velocidade do movimento circular do rolete depende da posição do rolete em relação ao centro dos discos acionadores (são os discos de fricção).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velocidade do rolete ("DRIVE ROLLER") aumenta à medida que o rolete se aproxima das bordas dos discos.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Portanto o rolete recebe ao mesmo tempo movimento circular e movimento linear simultaneamente.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Ainda que a ação de acionamento da engrenagem espiral contra o pinhão (sem-fim)é no sentido de afastar o rolete do centro dos dois discos, o movimento resultante da rotação do pinhão engrazado na engrenagem helicoidal, é em direção ao centro dos discos.</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69"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2.3 – TRANSMISSOR</a:t>
            </a:r>
            <a:endParaRPr b="0" lang="pt-BR" sz="1800" spc="-1" strike="noStrike">
              <a:solidFill>
                <a:srgbClr val="000000"/>
              </a:solidFill>
              <a:latin typeface="Arial"/>
            </a:endParaRPr>
          </a:p>
        </p:txBody>
      </p:sp>
      <p:sp>
        <p:nvSpPr>
          <p:cNvPr id="970"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71" name="CaixaDeTexto 4"/>
          <p:cNvSpPr/>
          <p:nvPr/>
        </p:nvSpPr>
        <p:spPr>
          <a:xfrm>
            <a:off x="326880" y="1763640"/>
            <a:ext cx="9357840" cy="3198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Quando o movimento circular e o movimento linear ficam balanceados entre si, o rolete assume uma posição de afastada do centro dos discos, que é proporcional à velocidade do rotor do transmissor lHG do detector.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rolete é ligado ao eixo do conjunto de engrenagens do rolete e posiciona esse eixo lateralmente.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cremalheira circular do conjunto de engrenagens do rolete engraza-se em um pinhão do eixo do transmissor sincro 5HG, transformando assim, movimento linear em movimento angular.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movimento angular é transmitido ao subconjunto de velocidade do vento do indicador instalado remotamente.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sincro transmissor 5HG é ajustado no zero elétrico, quando a velocidade do vento é zero.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Uma chave de limite inferior SI está instalada para abrir o circuito do motor síncrono quando o rolete estiver no centro dos discos, na velocidade zero do vento.</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À medida que o rolete se aproxima do centro dos discos, a extremidade do sem-fim força uma alavanca (não mostrada nas figuras) que abre a chave SI e desalimenta o circuito do motor síncrono.</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Essa chave evita desgaste desnecessário nos discos e rolete, quando não há velocidade do vento para ser indicada.</a:t>
            </a:r>
            <a:endParaRPr b="0" lang="pt-BR" sz="1200" spc="-1" strike="noStrike">
              <a:solidFill>
                <a:srgbClr val="000000"/>
              </a:solidFill>
              <a:latin typeface="Arial"/>
            </a:endParaRPr>
          </a:p>
          <a:p>
            <a:pPr>
              <a:lnSpc>
                <a:spcPct val="100000"/>
              </a:lnSpc>
            </a:pPr>
            <a:br>
              <a:rPr sz="1200"/>
            </a:b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73"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2.4 – INDICADOR</a:t>
            </a:r>
            <a:endParaRPr b="0" lang="pt-BR" sz="1800" spc="-1" strike="noStrike">
              <a:solidFill>
                <a:srgbClr val="000000"/>
              </a:solidFill>
              <a:latin typeface="Arial"/>
            </a:endParaRPr>
          </a:p>
        </p:txBody>
      </p:sp>
      <p:sp>
        <p:nvSpPr>
          <p:cNvPr id="974"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75" name="Retângulo 5"/>
          <p:cNvSpPr/>
          <p:nvPr/>
        </p:nvSpPr>
        <p:spPr>
          <a:xfrm>
            <a:off x="255600" y="1835280"/>
            <a:ext cx="9643680" cy="26499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O indicador de direção e velocidade de vento (Fig. 2-5) é uma unidade dupla, consistido em um subconjunto de direção do vento e de um subconjunto de velocidade do vento. Os dois subconjuntos são idênticos, exceto quando aos mostradores.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Cada um deles consiste de um receptor sincro tipo IF indicando em um dial fixo por meio de um ponteiro fixado diretamente seu eixo. </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subconjuntos são montados em chapas-base individuais e alojados em uma caixa ou carcaça de metal para formar uma unidade completa de indicação de velocidade e direção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sincro IF de direção do vento recebe os deslocamentos angulares do sincro HG do subconjunto de direção do vento do transmissor e indica esses deslocamentos no mostrador ou dial de direção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dial de direção do vento é graduado em intervalos de 10°, de 0° a 360°.</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sincro IF de velocidade do vento recebe os deslocamentos angulares do sincro 5HG do subconjunto de velocidade do vento do transmissor e indica esses deslocamentos angulares no dial de velocidade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dial de velocidade do vento é graduado em intervalos de 5 nós, de 0 a 100 nós. Os diais e os ponteiros são iluminados com luz vermelha.</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iluminação para cada subconjunto é fornecida por duas lâmpadas em paralelo, alimentadas de um transformador de 115 volts/6 volts existente no interior de caixa do equipamento.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Um botão ao lado da caixa permite controlar um reostato para variar e intensidade da iluminação.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77"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2.1a e 2.2b - Detector de Direção e Velocidade do Vento  </a:t>
            </a:r>
            <a:endParaRPr b="0" lang="pt-BR" sz="1800" spc="-1" strike="noStrike">
              <a:solidFill>
                <a:srgbClr val="000000"/>
              </a:solidFill>
              <a:latin typeface="Arial"/>
            </a:endParaRPr>
          </a:p>
        </p:txBody>
      </p:sp>
      <p:sp>
        <p:nvSpPr>
          <p:cNvPr id="978"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79"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980" name="object 3" descr=""/>
          <p:cNvPicPr/>
          <p:nvPr/>
        </p:nvPicPr>
        <p:blipFill>
          <a:blip r:embed="rId1"/>
          <a:stretch/>
        </p:blipFill>
        <p:spPr>
          <a:xfrm>
            <a:off x="1755720" y="2120760"/>
            <a:ext cx="1642680" cy="1356840"/>
          </a:xfrm>
          <a:prstGeom prst="rect">
            <a:avLst/>
          </a:prstGeom>
          <a:ln w="0">
            <a:noFill/>
          </a:ln>
        </p:spPr>
      </p:pic>
      <p:pic>
        <p:nvPicPr>
          <p:cNvPr id="981" name="Picture 2" descr=""/>
          <p:cNvPicPr/>
          <p:nvPr/>
        </p:nvPicPr>
        <p:blipFill>
          <a:blip r:embed="rId2"/>
          <a:stretch/>
        </p:blipFill>
        <p:spPr>
          <a:xfrm>
            <a:off x="6041880" y="2120760"/>
            <a:ext cx="1881000" cy="1410480"/>
          </a:xfrm>
          <a:prstGeom prst="rect">
            <a:avLst/>
          </a:prstGeom>
          <a:ln w="9525">
            <a:noFill/>
          </a:ln>
        </p:spPr>
      </p:pic>
      <p:sp>
        <p:nvSpPr>
          <p:cNvPr id="982" name="CaixaDeTexto 8"/>
          <p:cNvSpPr/>
          <p:nvPr/>
        </p:nvSpPr>
        <p:spPr>
          <a:xfrm>
            <a:off x="3613320" y="3121200"/>
            <a:ext cx="9284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BR" sz="1200" spc="-1" strike="noStrike">
                <a:solidFill>
                  <a:schemeClr val="dk1"/>
                </a:solidFill>
                <a:latin typeface="Arial"/>
              </a:rPr>
              <a:t>Fig. 2.1a</a:t>
            </a:r>
            <a:endParaRPr b="0" lang="pt-BR" sz="1200" spc="-1" strike="noStrike">
              <a:solidFill>
                <a:srgbClr val="000000"/>
              </a:solidFill>
              <a:latin typeface="Arial"/>
            </a:endParaRPr>
          </a:p>
        </p:txBody>
      </p:sp>
      <p:sp>
        <p:nvSpPr>
          <p:cNvPr id="983" name="CaixaDeTexto 9"/>
          <p:cNvSpPr/>
          <p:nvPr/>
        </p:nvSpPr>
        <p:spPr>
          <a:xfrm>
            <a:off x="7970760" y="3121200"/>
            <a:ext cx="9284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BR" sz="1200" spc="-1" strike="noStrike">
                <a:solidFill>
                  <a:schemeClr val="dk1"/>
                </a:solidFill>
                <a:latin typeface="Arial"/>
              </a:rPr>
              <a:t>  </a:t>
            </a:r>
            <a:r>
              <a:rPr b="1" lang="pt-BR" sz="1200" spc="-1" strike="noStrike">
                <a:solidFill>
                  <a:schemeClr val="dk1"/>
                </a:solidFill>
                <a:latin typeface="Arial"/>
              </a:rPr>
              <a:t>Fig.2.1b</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85"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2.2 – Transmissor de Direção e Velocidade </a:t>
            </a:r>
            <a:endParaRPr b="0" lang="pt-BR" sz="1800" spc="-1" strike="noStrike">
              <a:solidFill>
                <a:srgbClr val="000000"/>
              </a:solidFill>
              <a:latin typeface="Arial"/>
            </a:endParaRPr>
          </a:p>
        </p:txBody>
      </p:sp>
      <p:sp>
        <p:nvSpPr>
          <p:cNvPr id="986"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87"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988" name="Picture 2" descr=""/>
          <p:cNvPicPr/>
          <p:nvPr/>
        </p:nvPicPr>
        <p:blipFill>
          <a:blip r:embed="rId1"/>
          <a:stretch/>
        </p:blipFill>
        <p:spPr>
          <a:xfrm>
            <a:off x="4113360" y="1835280"/>
            <a:ext cx="2536200" cy="2769120"/>
          </a:xfrm>
          <a:prstGeom prst="rect">
            <a:avLst/>
          </a:prstGeom>
          <a:ln w="9525">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9"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90"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2.4 – Unidade de direção do vento </a:t>
            </a:r>
            <a:endParaRPr b="0" lang="pt-BR" sz="1800" spc="-1" strike="noStrike">
              <a:solidFill>
                <a:srgbClr val="000000"/>
              </a:solidFill>
              <a:latin typeface="Arial"/>
            </a:endParaRPr>
          </a:p>
        </p:txBody>
      </p:sp>
      <p:sp>
        <p:nvSpPr>
          <p:cNvPr id="991"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92"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993" name="Picture 2" descr=""/>
          <p:cNvPicPr/>
          <p:nvPr/>
        </p:nvPicPr>
        <p:blipFill>
          <a:blip r:embed="rId1"/>
          <a:stretch/>
        </p:blipFill>
        <p:spPr>
          <a:xfrm>
            <a:off x="4327560" y="1977840"/>
            <a:ext cx="2071440" cy="2285640"/>
          </a:xfrm>
          <a:prstGeom prst="rect">
            <a:avLst/>
          </a:prstGeom>
          <a:ln w="9525">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995"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2.4 – Unidade de Velocidade do vento </a:t>
            </a:r>
            <a:endParaRPr b="0" lang="pt-BR" sz="1800" spc="-1" strike="noStrike">
              <a:solidFill>
                <a:srgbClr val="000000"/>
              </a:solidFill>
              <a:latin typeface="Arial"/>
            </a:endParaRPr>
          </a:p>
        </p:txBody>
      </p:sp>
      <p:sp>
        <p:nvSpPr>
          <p:cNvPr id="996"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997"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998" name="Picture 2" descr=""/>
          <p:cNvPicPr/>
          <p:nvPr/>
        </p:nvPicPr>
        <p:blipFill>
          <a:blip r:embed="rId1"/>
          <a:stretch/>
        </p:blipFill>
        <p:spPr>
          <a:xfrm>
            <a:off x="4184640" y="1977840"/>
            <a:ext cx="2142720" cy="2480040"/>
          </a:xfrm>
          <a:prstGeom prst="rect">
            <a:avLst/>
          </a:prstGeom>
          <a:ln w="9525">
            <a:noFill/>
          </a:ln>
        </p:spPr>
      </p:pic>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1000"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2.5 – Indicador de Direção e Velocidade do vento </a:t>
            </a:r>
            <a:endParaRPr b="0" lang="pt-BR" sz="1800" spc="-1" strike="noStrike">
              <a:solidFill>
                <a:srgbClr val="000000"/>
              </a:solidFill>
              <a:latin typeface="Arial"/>
            </a:endParaRPr>
          </a:p>
        </p:txBody>
      </p:sp>
      <p:sp>
        <p:nvSpPr>
          <p:cNvPr id="1001"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1002"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1003" name="Picture 2" descr=""/>
          <p:cNvPicPr/>
          <p:nvPr/>
        </p:nvPicPr>
        <p:blipFill>
          <a:blip r:embed="rId1"/>
          <a:stretch/>
        </p:blipFill>
        <p:spPr>
          <a:xfrm>
            <a:off x="4184640" y="1763640"/>
            <a:ext cx="2235240" cy="2857320"/>
          </a:xfrm>
          <a:prstGeom prst="rect">
            <a:avLst/>
          </a:prstGeom>
          <a:ln w="9525">
            <a:noFill/>
          </a:ln>
        </p:spPr>
      </p:pic>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1005"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2.6 – Detector de Direção e Velocidade do Vento</a:t>
            </a:r>
            <a:endParaRPr b="0" lang="pt-BR" sz="1800" spc="-1" strike="noStrike">
              <a:solidFill>
                <a:srgbClr val="000000"/>
              </a:solidFill>
              <a:latin typeface="Arial"/>
            </a:endParaRPr>
          </a:p>
        </p:txBody>
      </p:sp>
      <p:sp>
        <p:nvSpPr>
          <p:cNvPr id="1006"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1007"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1008" name="object 3" descr=""/>
          <p:cNvPicPr/>
          <p:nvPr/>
        </p:nvPicPr>
        <p:blipFill>
          <a:blip r:embed="rId1"/>
          <a:stretch/>
        </p:blipFill>
        <p:spPr>
          <a:xfrm>
            <a:off x="1755720" y="1763640"/>
            <a:ext cx="2356920" cy="2642760"/>
          </a:xfrm>
          <a:prstGeom prst="rect">
            <a:avLst/>
          </a:prstGeom>
          <a:ln w="0">
            <a:noFill/>
          </a:ln>
        </p:spPr>
      </p:pic>
      <p:pic>
        <p:nvPicPr>
          <p:cNvPr id="1009" name="object 4" descr=""/>
          <p:cNvPicPr/>
          <p:nvPr/>
        </p:nvPicPr>
        <p:blipFill>
          <a:blip r:embed="rId2"/>
          <a:stretch/>
        </p:blipFill>
        <p:spPr>
          <a:xfrm>
            <a:off x="4613400" y="1906560"/>
            <a:ext cx="3220920" cy="2334240"/>
          </a:xfrm>
          <a:prstGeom prst="rect">
            <a:avLst/>
          </a:prstGeom>
          <a:ln w="0">
            <a:noFill/>
          </a:ln>
        </p:spPr>
      </p:pic>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1011"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2.6 – Detector de Direção e Velocidade do Vento</a:t>
            </a:r>
            <a:endParaRPr b="0" lang="pt-BR" sz="1800" spc="-1" strike="noStrike">
              <a:solidFill>
                <a:srgbClr val="000000"/>
              </a:solidFill>
              <a:latin typeface="Arial"/>
            </a:endParaRPr>
          </a:p>
        </p:txBody>
      </p:sp>
      <p:sp>
        <p:nvSpPr>
          <p:cNvPr id="1012"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1013"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1014" name="object 6" descr=""/>
          <p:cNvPicPr/>
          <p:nvPr/>
        </p:nvPicPr>
        <p:blipFill>
          <a:blip r:embed="rId1"/>
          <a:stretch/>
        </p:blipFill>
        <p:spPr>
          <a:xfrm>
            <a:off x="5756400" y="2192400"/>
            <a:ext cx="2785680" cy="2214360"/>
          </a:xfrm>
          <a:prstGeom prst="rect">
            <a:avLst/>
          </a:prstGeom>
          <a:ln w="0">
            <a:noFill/>
          </a:ln>
        </p:spPr>
      </p:pic>
      <p:pic>
        <p:nvPicPr>
          <p:cNvPr id="1015" name="object 5" descr=""/>
          <p:cNvPicPr/>
          <p:nvPr/>
        </p:nvPicPr>
        <p:blipFill>
          <a:blip r:embed="rId2"/>
          <a:stretch/>
        </p:blipFill>
        <p:spPr>
          <a:xfrm>
            <a:off x="1612800" y="2120760"/>
            <a:ext cx="2735640" cy="2214360"/>
          </a:xfrm>
          <a:prstGeom prst="rect">
            <a:avLst/>
          </a:prstGeom>
          <a:ln w="0">
            <a:noFill/>
          </a:ln>
        </p:spPr>
      </p:pic>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1017"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2.7 – Diagrama Esquemático do Sub-Conjunto de Direção do Vento.</a:t>
            </a:r>
            <a:endParaRPr b="0" lang="pt-BR" sz="1800" spc="-1" strike="noStrike">
              <a:solidFill>
                <a:srgbClr val="000000"/>
              </a:solidFill>
              <a:latin typeface="Arial"/>
            </a:endParaRPr>
          </a:p>
        </p:txBody>
      </p:sp>
      <p:sp>
        <p:nvSpPr>
          <p:cNvPr id="1018"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1019"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1020" name="Picture 2" descr=""/>
          <p:cNvPicPr/>
          <p:nvPr/>
        </p:nvPicPr>
        <p:blipFill>
          <a:blip r:embed="rId1"/>
          <a:stretch/>
        </p:blipFill>
        <p:spPr>
          <a:xfrm>
            <a:off x="3398760" y="1835280"/>
            <a:ext cx="3857400" cy="2802240"/>
          </a:xfrm>
          <a:prstGeom prst="rect">
            <a:avLst/>
          </a:prstGeom>
          <a:ln w="9525">
            <a:noFill/>
          </a:ln>
        </p:spPr>
      </p:pic>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1022"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Fig. 2.8 – Diagrama Esquemático do Sub-Conjunto de Velocidade do Vento.</a:t>
            </a:r>
            <a:endParaRPr b="0" lang="pt-BR" sz="1800" spc="-1" strike="noStrike">
              <a:solidFill>
                <a:srgbClr val="000000"/>
              </a:solidFill>
              <a:latin typeface="Arial"/>
            </a:endParaRPr>
          </a:p>
        </p:txBody>
      </p:sp>
      <p:sp>
        <p:nvSpPr>
          <p:cNvPr id="1023"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sp>
        <p:nvSpPr>
          <p:cNvPr id="1024" name="Retângulo 5"/>
          <p:cNvSpPr/>
          <p:nvPr/>
        </p:nvSpPr>
        <p:spPr>
          <a:xfrm>
            <a:off x="255600" y="1835280"/>
            <a:ext cx="9643680" cy="2725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a:t>
            </a:r>
            <a:endParaRPr b="0" lang="pt-BR" sz="1200" spc="-1" strike="noStrike">
              <a:solidFill>
                <a:srgbClr val="000000"/>
              </a:solidFill>
              <a:latin typeface="Arial"/>
            </a:endParaRPr>
          </a:p>
        </p:txBody>
      </p:sp>
      <p:pic>
        <p:nvPicPr>
          <p:cNvPr id="1025" name="Picture 2" descr=""/>
          <p:cNvPicPr/>
          <p:nvPr/>
        </p:nvPicPr>
        <p:blipFill>
          <a:blip r:embed="rId1"/>
          <a:stretch/>
        </p:blipFill>
        <p:spPr>
          <a:xfrm>
            <a:off x="3755880" y="1835280"/>
            <a:ext cx="2921760" cy="2928600"/>
          </a:xfrm>
          <a:prstGeom prst="rect">
            <a:avLst/>
          </a:prstGeom>
          <a:ln w="9525">
            <a:noFill/>
          </a:ln>
        </p:spPr>
      </p:pic>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6" name="PlaceHolder 1"/>
          <p:cNvSpPr>
            <a:spLocks noGrp="1"/>
          </p:cNvSpPr>
          <p:nvPr>
            <p:ph type="title"/>
          </p:nvPr>
        </p:nvSpPr>
        <p:spPr>
          <a:xfrm>
            <a:off x="1112760" y="378360"/>
            <a:ext cx="8199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2.0 – SISTEMA TIPO B</a:t>
            </a:r>
            <a:br>
              <a:rPr sz="2800"/>
            </a:br>
            <a:endParaRPr b="0" lang="pt-BR" sz="2800" spc="-1" strike="noStrike">
              <a:solidFill>
                <a:schemeClr val="dk1"/>
              </a:solidFill>
              <a:latin typeface="Arial"/>
            </a:endParaRPr>
          </a:p>
        </p:txBody>
      </p:sp>
      <p:sp>
        <p:nvSpPr>
          <p:cNvPr id="1027" name="PlaceHolder 2"/>
          <p:cNvSpPr>
            <a:spLocks noGrp="1"/>
          </p:cNvSpPr>
          <p:nvPr>
            <p:ph type="subTitle"/>
          </p:nvPr>
        </p:nvSpPr>
        <p:spPr>
          <a:xfrm>
            <a:off x="398520" y="1406520"/>
            <a:ext cx="9357840" cy="276480"/>
          </a:xfrm>
          <a:prstGeom prst="rect">
            <a:avLst/>
          </a:prstGeom>
          <a:noFill/>
          <a:ln w="9360">
            <a:noFill/>
          </a:ln>
        </p:spPr>
        <p:txBody>
          <a:bodyPr numCol="1" spcCol="0" lIns="0" rIns="0" tIns="0" bIns="0" anchor="t">
            <a:noAutofit/>
          </a:bodyPr>
          <a:p>
            <a:pPr indent="0" algn="ctr">
              <a:lnSpc>
                <a:spcPct val="100000"/>
              </a:lnSpc>
              <a:spcBef>
                <a:spcPts val="360"/>
              </a:spcBef>
              <a:buNone/>
            </a:pPr>
            <a:r>
              <a:rPr b="1" lang="pt-PT" sz="1800" spc="-1" strike="noStrike">
                <a:solidFill>
                  <a:schemeClr val="dk1"/>
                </a:solidFill>
                <a:latin typeface="Arial"/>
              </a:rPr>
              <a:t> </a:t>
            </a:r>
            <a:r>
              <a:rPr b="1" lang="pt-PT" sz="1800" spc="-1" strike="noStrike">
                <a:solidFill>
                  <a:schemeClr val="dk1"/>
                </a:solidFill>
                <a:latin typeface="Arial"/>
              </a:rPr>
              <a:t>Fig. 2.9 – Diagrama Esquemático do Sistema Tipo B.</a:t>
            </a:r>
            <a:endParaRPr b="0" lang="pt-BR" sz="1800" spc="-1" strike="noStrike">
              <a:solidFill>
                <a:srgbClr val="000000"/>
              </a:solidFill>
              <a:latin typeface="Arial"/>
            </a:endParaRPr>
          </a:p>
        </p:txBody>
      </p:sp>
      <p:sp>
        <p:nvSpPr>
          <p:cNvPr id="1028" name="CaixaDeTexto 13"/>
          <p:cNvSpPr/>
          <p:nvPr/>
        </p:nvSpPr>
        <p:spPr>
          <a:xfrm>
            <a:off x="183960" y="1906560"/>
            <a:ext cx="9357840" cy="27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chemeClr val="dk1"/>
              </a:solidFill>
              <a:latin typeface="Arial"/>
            </a:endParaRPr>
          </a:p>
        </p:txBody>
      </p:sp>
      <p:pic>
        <p:nvPicPr>
          <p:cNvPr id="1029" name="Picture 2" descr=""/>
          <p:cNvPicPr/>
          <p:nvPr/>
        </p:nvPicPr>
        <p:blipFill>
          <a:blip r:embed="rId1"/>
          <a:stretch/>
        </p:blipFill>
        <p:spPr>
          <a:xfrm>
            <a:off x="3898800" y="1763640"/>
            <a:ext cx="2353320" cy="2928600"/>
          </a:xfrm>
          <a:prstGeom prst="rect">
            <a:avLst/>
          </a:prstGeom>
          <a:ln w="9525">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0" name="" descr="">
            <a:hlinkClick r:id="" action="ppaction://media"/>
          </p:cNvPr>
          <p:cNvPicPr/>
          <p:nvPr>
            <a:audioFile r:link="rId1"/>
            <p:extLst>
              <p:ext uri="{DAA4B4D4-6D71-4841-9C94-3DE7FCFB9230}">
                <p14:media r:link="rId2"/>
              </p:ext>
            </p:extLst>
          </p:nvPr>
        </p:nvPicPr>
        <p:blipFill>
          <a:blip r:embed="rId3"/>
          <a:stretch>
            <a:fillRect/>
          </a:stretch>
        </p:blipFill>
        <p:spPr>
          <a:xfrm>
            <a:off x="4889520" y="2682720"/>
            <a:ext cx="304560" cy="304560"/>
          </a:xfrm>
          <a:prstGeom prst="rect">
            <a:avLst/>
          </a:prstGeom>
          <a:ln w="0">
            <a:noFill/>
          </a:ln>
        </p:spPr>
      </p:pic>
      <p:grpSp>
        <p:nvGrpSpPr>
          <p:cNvPr id="1031" name="object 2"/>
          <p:cNvGrpSpPr/>
          <p:nvPr/>
        </p:nvGrpSpPr>
        <p:grpSpPr>
          <a:xfrm>
            <a:off x="360" y="0"/>
            <a:ext cx="10078560" cy="5670000"/>
            <a:chOff x="360" y="0"/>
            <a:chExt cx="10078560" cy="5670000"/>
          </a:xfrm>
        </p:grpSpPr>
        <p:pic>
          <p:nvPicPr>
            <p:cNvPr id="1032" name="object 3" descr=""/>
            <p:cNvPicPr/>
            <p:nvPr/>
          </p:nvPicPr>
          <p:blipFill>
            <a:blip r:embed="rId4"/>
            <a:stretch/>
          </p:blipFill>
          <p:spPr>
            <a:xfrm>
              <a:off x="360" y="0"/>
              <a:ext cx="7488360" cy="5670000"/>
            </a:xfrm>
            <a:prstGeom prst="rect">
              <a:avLst/>
            </a:prstGeom>
            <a:ln w="9525">
              <a:noFill/>
            </a:ln>
          </p:spPr>
        </p:pic>
        <p:pic>
          <p:nvPicPr>
            <p:cNvPr id="1033" name="object 4" descr=""/>
            <p:cNvPicPr/>
            <p:nvPr/>
          </p:nvPicPr>
          <p:blipFill>
            <a:blip r:embed="rId5"/>
            <a:stretch/>
          </p:blipFill>
          <p:spPr>
            <a:xfrm>
              <a:off x="3146760" y="2520"/>
              <a:ext cx="6932160" cy="5667480"/>
            </a:xfrm>
            <a:prstGeom prst="rect">
              <a:avLst/>
            </a:prstGeom>
            <a:ln w="9525">
              <a:noFill/>
            </a:ln>
          </p:spPr>
        </p:pic>
        <p:pic>
          <p:nvPicPr>
            <p:cNvPr id="1034" name="object 5" descr=""/>
            <p:cNvPicPr/>
            <p:nvPr/>
          </p:nvPicPr>
          <p:blipFill>
            <a:blip r:embed="rId6"/>
            <a:stretch/>
          </p:blipFill>
          <p:spPr>
            <a:xfrm>
              <a:off x="5844600" y="3729600"/>
              <a:ext cx="4234320" cy="1509120"/>
            </a:xfrm>
            <a:prstGeom prst="rect">
              <a:avLst/>
            </a:prstGeom>
            <a:ln w="9525">
              <a:noFill/>
            </a:ln>
          </p:spPr>
        </p:pic>
      </p:grpSp>
      <p:sp>
        <p:nvSpPr>
          <p:cNvPr id="1035" name="object 6"/>
          <p:cNvSpPr/>
          <p:nvPr/>
        </p:nvSpPr>
        <p:spPr>
          <a:xfrm>
            <a:off x="6399360" y="4064040"/>
            <a:ext cx="2857320" cy="37800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pt-BR" sz="2400" spc="-1" strike="noStrike">
                <a:solidFill>
                  <a:srgbClr val="ffffff"/>
                </a:solidFill>
                <a:latin typeface="Arial"/>
              </a:rPr>
              <a:t>F</a:t>
            </a:r>
            <a:r>
              <a:rPr b="0" lang="pt-BR" sz="2400" spc="-7" strike="noStrike">
                <a:solidFill>
                  <a:srgbClr val="ffffff"/>
                </a:solidFill>
                <a:latin typeface="Arial"/>
              </a:rPr>
              <a:t>IM CAPÍTULO 2</a:t>
            </a:r>
            <a:endParaRPr b="0" lang="pt-BR" sz="2400" spc="-1" strike="noStrike">
              <a:solidFill>
                <a:srgbClr val="000000"/>
              </a:solidFill>
              <a:latin typeface="Arial"/>
            </a:endParaRPr>
          </a:p>
        </p:txBody>
      </p:sp>
      <p:pic>
        <p:nvPicPr>
          <p:cNvPr id="1036" name="object 7" descr=""/>
          <p:cNvPicPr/>
          <p:nvPr/>
        </p:nvPicPr>
        <p:blipFill>
          <a:blip r:embed="rId7"/>
          <a:stretch/>
        </p:blipFill>
        <p:spPr>
          <a:xfrm>
            <a:off x="9129600" y="3728880"/>
            <a:ext cx="691920" cy="1176120"/>
          </a:xfrm>
          <a:prstGeom prst="rect">
            <a:avLst/>
          </a:prstGeom>
          <a:ln w="9525">
            <a:noFill/>
          </a:ln>
        </p:spPr>
      </p:pic>
      <p:sp>
        <p:nvSpPr>
          <p:cNvPr id="1037" name="Botão de ação: Personalizar 20">
            <a:hlinkClick r:id="rId8" action="ppaction://hlinksldjump"/>
          </p:cNvPr>
          <p:cNvSpPr/>
          <p:nvPr/>
        </p:nvSpPr>
        <p:spPr>
          <a:xfrm>
            <a:off x="8078040" y="76356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300" spc="-1" strike="noStrike">
                <a:solidFill>
                  <a:schemeClr val="dk2">
                    <a:lumMod val="75000"/>
                  </a:schemeClr>
                </a:solidFill>
                <a:latin typeface="Calibri"/>
              </a:rPr>
              <a:t>INICIAR</a:t>
            </a:r>
            <a:endParaRPr b="0" lang="pt-BR" sz="1300" spc="-1" strike="noStrike">
              <a:solidFill>
                <a:srgbClr val="000000"/>
              </a:solidFill>
              <a:latin typeface="Arial"/>
            </a:endParaRPr>
          </a:p>
          <a:p>
            <a:pPr algn="ctr">
              <a:lnSpc>
                <a:spcPct val="90000"/>
              </a:lnSpc>
            </a:pPr>
            <a:r>
              <a:rPr b="0" lang="pt-BR" sz="1300" spc="-1" strike="noStrike">
                <a:solidFill>
                  <a:schemeClr val="dk2">
                    <a:lumMod val="75000"/>
                  </a:schemeClr>
                </a:solidFill>
                <a:latin typeface="Calibri"/>
              </a:rPr>
              <a:t>QUIZ</a:t>
            </a:r>
            <a:endParaRPr b="0" lang="pt-BR" sz="1300" spc="-1" strike="noStrike">
              <a:solidFill>
                <a:srgbClr val="000000"/>
              </a:solidFill>
              <a:latin typeface="Arial"/>
            </a:endParaRPr>
          </a:p>
        </p:txBody>
      </p:sp>
      <p:sp>
        <p:nvSpPr>
          <p:cNvPr id="1038" name="Botão de ação: Personalizar 20">
            <a:hlinkClick r:id="rId9" action="ppaction://hlinksldjump"/>
          </p:cNvPr>
          <p:cNvSpPr/>
          <p:nvPr/>
        </p:nvSpPr>
        <p:spPr>
          <a:xfrm>
            <a:off x="8108280" y="500976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300" spc="-1" strike="noStrike">
                <a:solidFill>
                  <a:schemeClr val="dk2">
                    <a:lumMod val="75000"/>
                  </a:schemeClr>
                </a:solidFill>
                <a:latin typeface="Calibri"/>
              </a:rPr>
              <a:t>MENU</a:t>
            </a:r>
            <a:endParaRPr b="0" lang="pt-BR" sz="13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877" dur="indefinite" restart="never" nodeType="tmRoot">
          <p:childTnLst>
            <p:seq>
              <p:cTn id="1878" dur="indefinite" nodeType="mainSeq">
                <p:childTnLst>
                  <p:par>
                    <p:cTn id="1879" fill="hold">
                      <p:stCondLst>
                        <p:cond delay="0"/>
                      </p:stCondLst>
                      <p:childTnLst>
                        <p:par>
                          <p:cTn id="1880" fill="hold">
                            <p:stCondLst>
                              <p:cond delay="0"/>
                            </p:stCondLst>
                            <p:childTnLst>
                              <p:par>
                                <p:cTn id="1881" nodeType="afterEffect" fill="hold" presetClass="mediacall">
                                  <p:stCondLst>
                                    <p:cond delay="0"/>
                                  </p:stCondLst>
                                  <p:childTnLst>
                                    <p:cmd type="call" cmd="playFrom(0.0)">
                                      <p:cBhvr>
                                        <p:cTn id="1882" dur="1" fill="hold"/>
                                        <p:tgtEl>
                                          <p:spTgt spid="1030"/>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showWhenStopped="1">
                <p:cTn>
                  <p:stCondLst>
                    <p:cond delay="indefinite"/>
                  </p:stCondLst>
                  <p:endCondLst>
                    <p:cond delay="0" evt="onNext"/>
                    <p:cond delay="0" evt="onPrev"/>
                    <p:cond delay="0" evt="onStopAudio"/>
                  </p:endCondLst>
                </p:cTn>
                <p:tgtEl>
                  <p:spTgt spid="1030"/>
                </p:tgtEl>
              </p:cMediaNode>
            </p:audio>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01</a:t>
            </a:r>
            <a:br>
              <a:rPr sz="4400"/>
            </a:br>
            <a:endParaRPr b="0" lang="pt-BR" sz="2800" spc="-1" strike="noStrike">
              <a:solidFill>
                <a:schemeClr val="dk1"/>
              </a:solidFill>
              <a:latin typeface="Arial"/>
            </a:endParaRPr>
          </a:p>
        </p:txBody>
      </p:sp>
      <p:sp>
        <p:nvSpPr>
          <p:cNvPr id="1040"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anemômetro tipo “B”, a razão de transmissão do síncro transmissor para hélice é de:</a:t>
            </a:r>
            <a:endParaRPr b="0" lang="pt-BR" sz="1600" spc="-1" strike="noStrike">
              <a:solidFill>
                <a:srgbClr val="000000"/>
              </a:solidFill>
              <a:latin typeface="Arial"/>
            </a:endParaRPr>
          </a:p>
        </p:txBody>
      </p:sp>
      <p:sp>
        <p:nvSpPr>
          <p:cNvPr id="1041"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042"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1:12,5</a:t>
            </a:r>
            <a:endParaRPr b="0" lang="pt-BR" sz="1800" spc="-1" strike="noStrike">
              <a:solidFill>
                <a:srgbClr val="000000"/>
              </a:solidFill>
              <a:latin typeface="Arial"/>
            </a:endParaRPr>
          </a:p>
        </p:txBody>
      </p:sp>
      <p:sp>
        <p:nvSpPr>
          <p:cNvPr id="1043"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44"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45"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046"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1:15,5 </a:t>
            </a:r>
            <a:endParaRPr b="0" lang="pt-BR" sz="1800" spc="-1" strike="noStrike">
              <a:solidFill>
                <a:srgbClr val="000000"/>
              </a:solidFill>
              <a:latin typeface="Arial"/>
            </a:endParaRPr>
          </a:p>
        </p:txBody>
      </p:sp>
      <p:sp>
        <p:nvSpPr>
          <p:cNvPr id="1047"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48"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49"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050"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1:20,5 </a:t>
            </a:r>
            <a:endParaRPr b="0" lang="pt-BR" sz="1800" spc="-1" strike="noStrike">
              <a:solidFill>
                <a:srgbClr val="000000"/>
              </a:solidFill>
              <a:latin typeface="Arial"/>
            </a:endParaRPr>
          </a:p>
        </p:txBody>
      </p:sp>
      <p:sp>
        <p:nvSpPr>
          <p:cNvPr id="1051"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52"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53"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054"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1:25,5</a:t>
            </a:r>
            <a:endParaRPr b="0" lang="pt-BR" sz="1800" spc="-1" strike="noStrike">
              <a:solidFill>
                <a:srgbClr val="000000"/>
              </a:solidFill>
              <a:latin typeface="Arial"/>
            </a:endParaRPr>
          </a:p>
        </p:txBody>
      </p:sp>
      <p:sp>
        <p:nvSpPr>
          <p:cNvPr id="1055"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56"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883" dur="indefinite" restart="never" nodeType="tmRoot">
          <p:childTnLst>
            <p:seq>
              <p:cTn id="1884" dur="indefinite" nodeType="mainSeq">
                <p:childTnLst>
                  <p:par>
                    <p:cTn id="1885" fill="hold">
                      <p:stCondLst>
                        <p:cond delay="0"/>
                      </p:stCondLst>
                      <p:childTnLst>
                        <p:par>
                          <p:cTn id="1886" fill="hold">
                            <p:stCondLst>
                              <p:cond delay="0"/>
                            </p:stCondLst>
                            <p:childTnLst>
                              <p:par>
                                <p:cTn id="1887" nodeType="withEffect" fill="hold" presetClass="entr" presetID="10">
                                  <p:stCondLst>
                                    <p:cond delay="0"/>
                                  </p:stCondLst>
                                  <p:childTnLst>
                                    <p:set>
                                      <p:cBhvr>
                                        <p:cTn id="1888" dur="1" fill="hold">
                                          <p:stCondLst>
                                            <p:cond delay="0"/>
                                          </p:stCondLst>
                                        </p:cTn>
                                        <p:tgtEl>
                                          <p:spTgt spid="1042"/>
                                        </p:tgtEl>
                                        <p:attrNameLst>
                                          <p:attrName>style.visibility</p:attrName>
                                        </p:attrNameLst>
                                      </p:cBhvr>
                                      <p:to>
                                        <p:strVal val="visible"/>
                                      </p:to>
                                    </p:set>
                                    <p:animEffect filter="fade" transition="in">
                                      <p:cBhvr additive="repl">
                                        <p:cTn id="1889" dur="500"/>
                                        <p:tgtEl>
                                          <p:spTgt spid="1042"/>
                                        </p:tgtEl>
                                      </p:cBhvr>
                                    </p:animEffect>
                                  </p:childTnLst>
                                </p:cTn>
                              </p:par>
                              <p:par>
                                <p:cTn id="1890" nodeType="withEffect" fill="hold" presetClass="entr" presetID="10">
                                  <p:stCondLst>
                                    <p:cond delay="0"/>
                                  </p:stCondLst>
                                  <p:childTnLst>
                                    <p:set>
                                      <p:cBhvr>
                                        <p:cTn id="1891" dur="1" fill="hold">
                                          <p:stCondLst>
                                            <p:cond delay="0"/>
                                          </p:stCondLst>
                                        </p:cTn>
                                        <p:tgtEl>
                                          <p:spTgt spid="1041"/>
                                        </p:tgtEl>
                                        <p:attrNameLst>
                                          <p:attrName>style.visibility</p:attrName>
                                        </p:attrNameLst>
                                      </p:cBhvr>
                                      <p:to>
                                        <p:strVal val="visible"/>
                                      </p:to>
                                    </p:set>
                                    <p:animEffect filter="fade" transition="in">
                                      <p:cBhvr additive="repl">
                                        <p:cTn id="1892" dur="500"/>
                                        <p:tgtEl>
                                          <p:spTgt spid="1041"/>
                                        </p:tgtEl>
                                      </p:cBhvr>
                                    </p:animEffect>
                                  </p:childTnLst>
                                </p:cTn>
                              </p:par>
                              <p:par>
                                <p:cTn id="1893" nodeType="withEffect" fill="hold" presetClass="entr" presetID="10">
                                  <p:stCondLst>
                                    <p:cond delay="0"/>
                                  </p:stCondLst>
                                  <p:childTnLst>
                                    <p:set>
                                      <p:cBhvr>
                                        <p:cTn id="1894" dur="1" fill="hold">
                                          <p:stCondLst>
                                            <p:cond delay="0"/>
                                          </p:stCondLst>
                                        </p:cTn>
                                        <p:tgtEl>
                                          <p:spTgt spid="1045"/>
                                        </p:tgtEl>
                                        <p:attrNameLst>
                                          <p:attrName>style.visibility</p:attrName>
                                        </p:attrNameLst>
                                      </p:cBhvr>
                                      <p:to>
                                        <p:strVal val="visible"/>
                                      </p:to>
                                    </p:set>
                                    <p:animEffect filter="fade" transition="in">
                                      <p:cBhvr additive="repl">
                                        <p:cTn id="1895" dur="500"/>
                                        <p:tgtEl>
                                          <p:spTgt spid="1045"/>
                                        </p:tgtEl>
                                      </p:cBhvr>
                                    </p:animEffect>
                                  </p:childTnLst>
                                </p:cTn>
                              </p:par>
                              <p:par>
                                <p:cTn id="1896" nodeType="withEffect" fill="hold" presetClass="entr" presetID="10">
                                  <p:stCondLst>
                                    <p:cond delay="0"/>
                                  </p:stCondLst>
                                  <p:childTnLst>
                                    <p:set>
                                      <p:cBhvr>
                                        <p:cTn id="1897" dur="1" fill="hold">
                                          <p:stCondLst>
                                            <p:cond delay="0"/>
                                          </p:stCondLst>
                                        </p:cTn>
                                        <p:tgtEl>
                                          <p:spTgt spid="1046"/>
                                        </p:tgtEl>
                                        <p:attrNameLst>
                                          <p:attrName>style.visibility</p:attrName>
                                        </p:attrNameLst>
                                      </p:cBhvr>
                                      <p:to>
                                        <p:strVal val="visible"/>
                                      </p:to>
                                    </p:set>
                                    <p:animEffect filter="fade" transition="in">
                                      <p:cBhvr additive="repl">
                                        <p:cTn id="1898" dur="500"/>
                                        <p:tgtEl>
                                          <p:spTgt spid="1046"/>
                                        </p:tgtEl>
                                      </p:cBhvr>
                                    </p:animEffect>
                                  </p:childTnLst>
                                </p:cTn>
                              </p:par>
                              <p:par>
                                <p:cTn id="1899" nodeType="withEffect" fill="hold" presetClass="entr" presetID="10">
                                  <p:stCondLst>
                                    <p:cond delay="0"/>
                                  </p:stCondLst>
                                  <p:childTnLst>
                                    <p:set>
                                      <p:cBhvr>
                                        <p:cTn id="1900" dur="1" fill="hold">
                                          <p:stCondLst>
                                            <p:cond delay="0"/>
                                          </p:stCondLst>
                                        </p:cTn>
                                        <p:tgtEl>
                                          <p:spTgt spid="1049"/>
                                        </p:tgtEl>
                                        <p:attrNameLst>
                                          <p:attrName>style.visibility</p:attrName>
                                        </p:attrNameLst>
                                      </p:cBhvr>
                                      <p:to>
                                        <p:strVal val="visible"/>
                                      </p:to>
                                    </p:set>
                                    <p:animEffect filter="fade" transition="in">
                                      <p:cBhvr additive="repl">
                                        <p:cTn id="1901" dur="500"/>
                                        <p:tgtEl>
                                          <p:spTgt spid="1049"/>
                                        </p:tgtEl>
                                      </p:cBhvr>
                                    </p:animEffect>
                                  </p:childTnLst>
                                </p:cTn>
                              </p:par>
                              <p:par>
                                <p:cTn id="1902" nodeType="withEffect" fill="hold" presetClass="entr" presetID="10">
                                  <p:stCondLst>
                                    <p:cond delay="0"/>
                                  </p:stCondLst>
                                  <p:childTnLst>
                                    <p:set>
                                      <p:cBhvr>
                                        <p:cTn id="1903" dur="1" fill="hold">
                                          <p:stCondLst>
                                            <p:cond delay="0"/>
                                          </p:stCondLst>
                                        </p:cTn>
                                        <p:tgtEl>
                                          <p:spTgt spid="1050"/>
                                        </p:tgtEl>
                                        <p:attrNameLst>
                                          <p:attrName>style.visibility</p:attrName>
                                        </p:attrNameLst>
                                      </p:cBhvr>
                                      <p:to>
                                        <p:strVal val="visible"/>
                                      </p:to>
                                    </p:set>
                                    <p:animEffect filter="fade" transition="in">
                                      <p:cBhvr additive="repl">
                                        <p:cTn id="1904" dur="500"/>
                                        <p:tgtEl>
                                          <p:spTgt spid="1050"/>
                                        </p:tgtEl>
                                      </p:cBhvr>
                                    </p:animEffect>
                                  </p:childTnLst>
                                </p:cTn>
                              </p:par>
                              <p:par>
                                <p:cTn id="1905" nodeType="withEffect" fill="hold" presetClass="entr" presetID="10">
                                  <p:stCondLst>
                                    <p:cond delay="0"/>
                                  </p:stCondLst>
                                  <p:childTnLst>
                                    <p:set>
                                      <p:cBhvr>
                                        <p:cTn id="1906" dur="1" fill="hold">
                                          <p:stCondLst>
                                            <p:cond delay="0"/>
                                          </p:stCondLst>
                                        </p:cTn>
                                        <p:tgtEl>
                                          <p:spTgt spid="1053"/>
                                        </p:tgtEl>
                                        <p:attrNameLst>
                                          <p:attrName>style.visibility</p:attrName>
                                        </p:attrNameLst>
                                      </p:cBhvr>
                                      <p:to>
                                        <p:strVal val="visible"/>
                                      </p:to>
                                    </p:set>
                                    <p:animEffect filter="fade" transition="in">
                                      <p:cBhvr additive="repl">
                                        <p:cTn id="1907" dur="500"/>
                                        <p:tgtEl>
                                          <p:spTgt spid="1053"/>
                                        </p:tgtEl>
                                      </p:cBhvr>
                                    </p:animEffect>
                                  </p:childTnLst>
                                </p:cTn>
                              </p:par>
                              <p:par>
                                <p:cTn id="1908" nodeType="withEffect" fill="hold" presetClass="entr" presetID="10">
                                  <p:stCondLst>
                                    <p:cond delay="0"/>
                                  </p:stCondLst>
                                  <p:childTnLst>
                                    <p:set>
                                      <p:cBhvr>
                                        <p:cTn id="1909" dur="1" fill="hold">
                                          <p:stCondLst>
                                            <p:cond delay="0"/>
                                          </p:stCondLst>
                                        </p:cTn>
                                        <p:tgtEl>
                                          <p:spTgt spid="1054"/>
                                        </p:tgtEl>
                                        <p:attrNameLst>
                                          <p:attrName>style.visibility</p:attrName>
                                        </p:attrNameLst>
                                      </p:cBhvr>
                                      <p:to>
                                        <p:strVal val="visible"/>
                                      </p:to>
                                    </p:set>
                                    <p:animEffect filter="fade" transition="in">
                                      <p:cBhvr additive="repl">
                                        <p:cTn id="1910" dur="500"/>
                                        <p:tgtEl>
                                          <p:spTgt spid="1054"/>
                                        </p:tgtEl>
                                      </p:cBhvr>
                                    </p:animEffect>
                                  </p:childTnLst>
                                </p:cTn>
                              </p:par>
                              <p:par>
                                <p:cTn id="1911" nodeType="withEffect" fill="hold" presetClass="exit" presetID="1">
                                  <p:stCondLst>
                                    <p:cond delay="0"/>
                                  </p:stCondLst>
                                  <p:childTnLst>
                                    <p:set>
                                      <p:cBhvr>
                                        <p:cTn id="1912" dur="1" fill="hold">
                                          <p:stCondLst>
                                            <p:cond delay="0"/>
                                          </p:stCondLst>
                                        </p:cTn>
                                        <p:tgtEl>
                                          <p:spTgt spid="1044"/>
                                        </p:tgtEl>
                                        <p:attrNameLst>
                                          <p:attrName>style.visibility</p:attrName>
                                        </p:attrNameLst>
                                      </p:cBhvr>
                                      <p:to>
                                        <p:strVal val="hidden"/>
                                      </p:to>
                                    </p:set>
                                  </p:childTnLst>
                                </p:cTn>
                              </p:par>
                              <p:par>
                                <p:cTn id="1913" nodeType="withEffect" fill="hold" presetClass="exit" presetID="1">
                                  <p:stCondLst>
                                    <p:cond delay="0"/>
                                  </p:stCondLst>
                                  <p:childTnLst>
                                    <p:set>
                                      <p:cBhvr>
                                        <p:cTn id="1914" dur="1" fill="hold">
                                          <p:stCondLst>
                                            <p:cond delay="0"/>
                                          </p:stCondLst>
                                        </p:cTn>
                                        <p:tgtEl>
                                          <p:spTgt spid="1043"/>
                                        </p:tgtEl>
                                        <p:attrNameLst>
                                          <p:attrName>style.visibility</p:attrName>
                                        </p:attrNameLst>
                                      </p:cBhvr>
                                      <p:to>
                                        <p:strVal val="hidden"/>
                                      </p:to>
                                    </p:set>
                                  </p:childTnLst>
                                </p:cTn>
                              </p:par>
                              <p:par>
                                <p:cTn id="1915" nodeType="withEffect" fill="hold" presetClass="exit" presetID="1">
                                  <p:stCondLst>
                                    <p:cond delay="0"/>
                                  </p:stCondLst>
                                  <p:childTnLst>
                                    <p:set>
                                      <p:cBhvr>
                                        <p:cTn id="1916" dur="1" fill="hold">
                                          <p:stCondLst>
                                            <p:cond delay="0"/>
                                          </p:stCondLst>
                                        </p:cTn>
                                        <p:tgtEl>
                                          <p:spTgt spid="1048"/>
                                        </p:tgtEl>
                                        <p:attrNameLst>
                                          <p:attrName>style.visibility</p:attrName>
                                        </p:attrNameLst>
                                      </p:cBhvr>
                                      <p:to>
                                        <p:strVal val="hidden"/>
                                      </p:to>
                                    </p:set>
                                  </p:childTnLst>
                                </p:cTn>
                              </p:par>
                              <p:par>
                                <p:cTn id="1917" nodeType="withEffect" fill="hold" presetClass="exit" presetID="1">
                                  <p:stCondLst>
                                    <p:cond delay="0"/>
                                  </p:stCondLst>
                                  <p:childTnLst>
                                    <p:set>
                                      <p:cBhvr>
                                        <p:cTn id="1918" dur="1" fill="hold">
                                          <p:stCondLst>
                                            <p:cond delay="0"/>
                                          </p:stCondLst>
                                        </p:cTn>
                                        <p:tgtEl>
                                          <p:spTgt spid="1047"/>
                                        </p:tgtEl>
                                        <p:attrNameLst>
                                          <p:attrName>style.visibility</p:attrName>
                                        </p:attrNameLst>
                                      </p:cBhvr>
                                      <p:to>
                                        <p:strVal val="hidden"/>
                                      </p:to>
                                    </p:set>
                                  </p:childTnLst>
                                </p:cTn>
                              </p:par>
                              <p:par>
                                <p:cTn id="1919" nodeType="withEffect" fill="hold" presetClass="exit" presetID="1">
                                  <p:stCondLst>
                                    <p:cond delay="0"/>
                                  </p:stCondLst>
                                  <p:childTnLst>
                                    <p:set>
                                      <p:cBhvr>
                                        <p:cTn id="1920" dur="1" fill="hold">
                                          <p:stCondLst>
                                            <p:cond delay="0"/>
                                          </p:stCondLst>
                                        </p:cTn>
                                        <p:tgtEl>
                                          <p:spTgt spid="1052"/>
                                        </p:tgtEl>
                                        <p:attrNameLst>
                                          <p:attrName>style.visibility</p:attrName>
                                        </p:attrNameLst>
                                      </p:cBhvr>
                                      <p:to>
                                        <p:strVal val="hidden"/>
                                      </p:to>
                                    </p:set>
                                  </p:childTnLst>
                                </p:cTn>
                              </p:par>
                              <p:par>
                                <p:cTn id="1921" nodeType="withEffect" fill="hold" presetClass="exit" presetID="1">
                                  <p:stCondLst>
                                    <p:cond delay="0"/>
                                  </p:stCondLst>
                                  <p:childTnLst>
                                    <p:set>
                                      <p:cBhvr>
                                        <p:cTn id="1922" dur="1" fill="hold">
                                          <p:stCondLst>
                                            <p:cond delay="0"/>
                                          </p:stCondLst>
                                        </p:cTn>
                                        <p:tgtEl>
                                          <p:spTgt spid="1051"/>
                                        </p:tgtEl>
                                        <p:attrNameLst>
                                          <p:attrName>style.visibility</p:attrName>
                                        </p:attrNameLst>
                                      </p:cBhvr>
                                      <p:to>
                                        <p:strVal val="hidden"/>
                                      </p:to>
                                    </p:set>
                                  </p:childTnLst>
                                </p:cTn>
                              </p:par>
                              <p:par>
                                <p:cTn id="1923" nodeType="withEffect" fill="hold" presetClass="exit" presetID="1">
                                  <p:stCondLst>
                                    <p:cond delay="0"/>
                                  </p:stCondLst>
                                  <p:childTnLst>
                                    <p:set>
                                      <p:cBhvr>
                                        <p:cTn id="1924" dur="1" fill="hold">
                                          <p:stCondLst>
                                            <p:cond delay="0"/>
                                          </p:stCondLst>
                                        </p:cTn>
                                        <p:tgtEl>
                                          <p:spTgt spid="1056"/>
                                        </p:tgtEl>
                                        <p:attrNameLst>
                                          <p:attrName>style.visibility</p:attrName>
                                        </p:attrNameLst>
                                      </p:cBhvr>
                                      <p:to>
                                        <p:strVal val="hidden"/>
                                      </p:to>
                                    </p:set>
                                  </p:childTnLst>
                                </p:cTn>
                              </p:par>
                              <p:par>
                                <p:cTn id="1925" nodeType="withEffect" fill="hold" presetClass="exit" presetID="1">
                                  <p:stCondLst>
                                    <p:cond delay="0"/>
                                  </p:stCondLst>
                                  <p:childTnLst>
                                    <p:set>
                                      <p:cBhvr>
                                        <p:cTn id="1926" dur="1" fill="hold">
                                          <p:stCondLst>
                                            <p:cond delay="0"/>
                                          </p:stCondLst>
                                        </p:cTn>
                                        <p:tgtEl>
                                          <p:spTgt spid="10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927" restart="whenNotActive" nodeType="interactiveSeq" fill="hold">
                <p:stCondLst>
                  <p:cond delay="0" evt="onClick">
                    <p:tgtEl>
                      <p:spTgt spid="1041"/>
                    </p:tgtEl>
                  </p:cond>
                </p:stCondLst>
                <p:childTnLst>
                  <p:par>
                    <p:cTn id="1928" fill="hold">
                      <p:stCondLst>
                        <p:cond delay="0" evt="onClick">
                          <p:tgtEl>
                            <p:spTgt spid="1041"/>
                          </p:tgtEl>
                        </p:cond>
                      </p:stCondLst>
                      <p:childTnLst>
                        <p:par>
                          <p:cTn id="1929" fill="hold">
                            <p:stCondLst>
                              <p:cond delay="0"/>
                            </p:stCondLst>
                            <p:childTnLst>
                              <p:par>
                                <p:cTn id="1930" nodeType="clickEffect" fill="hold" presetClass="entr" presetID="16" presetSubtype="21">
                                  <p:stCondLst>
                                    <p:cond delay="0"/>
                                  </p:stCondLst>
                                  <p:childTnLst>
                                    <p:set>
                                      <p:cBhvr>
                                        <p:cTn id="1931" dur="1" fill="hold">
                                          <p:stCondLst>
                                            <p:cond delay="0"/>
                                          </p:stCondLst>
                                        </p:cTn>
                                        <p:tgtEl>
                                          <p:spTgt spid="1044"/>
                                        </p:tgtEl>
                                        <p:attrNameLst>
                                          <p:attrName>style.visibility</p:attrName>
                                        </p:attrNameLst>
                                      </p:cBhvr>
                                      <p:to>
                                        <p:strVal val="visible"/>
                                      </p:to>
                                    </p:set>
                                    <p:animEffect filter="barn(inVertical)" transition="in">
                                      <p:cBhvr additive="repl">
                                        <p:cTn id="1932" dur="500"/>
                                        <p:tgtEl>
                                          <p:spTgt spid="1044"/>
                                        </p:tgtEl>
                                      </p:cBhvr>
                                    </p:animEffect>
                                  </p:childTnLst>
                                </p:cTn>
                              </p:par>
                              <p:par>
                                <p:cTn id="1933" nodeType="withEffect" fill="hold" presetClass="entr" presetID="16" presetSubtype="21">
                                  <p:stCondLst>
                                    <p:cond delay="0"/>
                                  </p:stCondLst>
                                  <p:childTnLst>
                                    <p:set>
                                      <p:cBhvr>
                                        <p:cTn id="1934" dur="1" fill="hold">
                                          <p:stCondLst>
                                            <p:cond delay="0"/>
                                          </p:stCondLst>
                                        </p:cTn>
                                        <p:tgtEl>
                                          <p:spTgt spid="1043"/>
                                        </p:tgtEl>
                                        <p:attrNameLst>
                                          <p:attrName>style.visibility</p:attrName>
                                        </p:attrNameLst>
                                      </p:cBhvr>
                                      <p:to>
                                        <p:strVal val="visible"/>
                                      </p:to>
                                    </p:set>
                                    <p:animEffect filter="barn(inVertical)" transition="in">
                                      <p:cBhvr additive="repl">
                                        <p:cTn id="1935" dur="500"/>
                                        <p:tgtEl>
                                          <p:spTgt spid="1043"/>
                                        </p:tgtEl>
                                      </p:cBhvr>
                                    </p:animEffect>
                                  </p:childTnLst>
                                </p:cTn>
                              </p:par>
                              <p:par>
                                <p:cTn id="1936" nodeType="withEffect" fill="hold" presetClass="emph" presetID="1" presetSubtype="2">
                                  <p:stCondLst>
                                    <p:cond delay="0"/>
                                  </p:stCondLst>
                                  <p:childTnLst>
                                    <p:animClr clrSpc="rgb">
                                      <p:cBhvr>
                                        <p:cTn id="1937" dur="500" fill="hold"/>
                                        <p:tgtEl>
                                          <p:spTgt spid="1042"/>
                                        </p:tgtEl>
                                        <p:attrNameLst>
                                          <p:attrName>fillcolor</p:attrName>
                                        </p:attrNameLst>
                                      </p:cBhvr>
                                      <p:to>
                                        <a:srgbClr val="8a80e4"/>
                                      </p:to>
                                    </p:animClr>
                                    <p:set>
                                      <p:cBhvr>
                                        <p:cTn id="1938" dur="500" fill="hold"/>
                                        <p:tgtEl>
                                          <p:spTgt spid="1042"/>
                                        </p:tgtEl>
                                        <p:attrNameLst>
                                          <p:attrName>fill.type</p:attrName>
                                        </p:attrNameLst>
                                      </p:cBhvr>
                                      <p:to>
                                        <p:strVal val="solid"/>
                                      </p:to>
                                    </p:set>
                                    <p:set>
                                      <p:cBhvr>
                                        <p:cTn id="1939" dur="500" fill="hold"/>
                                        <p:tgtEl>
                                          <p:spTgt spid="1042"/>
                                        </p:tgtEl>
                                        <p:attrNameLst>
                                          <p:attrName>fill.on</p:attrName>
                                        </p:attrNameLst>
                                      </p:cBhvr>
                                      <p:to>
                                        <p:strVal val="true"/>
                                      </p:to>
                                    </p:set>
                                  </p:childTnLst>
                                </p:cTn>
                              </p:par>
                              <p:par>
                                <p:cTn id="1940" nodeType="withEffect" fill="hold" presetClass="emph" presetID="1" presetSubtype="2">
                                  <p:stCondLst>
                                    <p:cond delay="0"/>
                                  </p:stCondLst>
                                  <p:childTnLst>
                                    <p:animClr clrSpc="rgb">
                                      <p:cBhvr>
                                        <p:cTn id="1941" dur="500" fill="hold"/>
                                        <p:tgtEl>
                                          <p:spTgt spid="1046"/>
                                        </p:tgtEl>
                                        <p:attrNameLst>
                                          <p:attrName>fillcolor</p:attrName>
                                        </p:attrNameLst>
                                      </p:cBhvr>
                                      <p:to>
                                        <a:srgbClr val="95b3d7"/>
                                      </p:to>
                                    </p:animClr>
                                    <p:set>
                                      <p:cBhvr>
                                        <p:cTn id="1942" dur="500" fill="hold"/>
                                        <p:tgtEl>
                                          <p:spTgt spid="1046"/>
                                        </p:tgtEl>
                                        <p:attrNameLst>
                                          <p:attrName>fill.type</p:attrName>
                                        </p:attrNameLst>
                                      </p:cBhvr>
                                      <p:to>
                                        <p:strVal val="solid"/>
                                      </p:to>
                                    </p:set>
                                    <p:set>
                                      <p:cBhvr>
                                        <p:cTn id="1943" dur="500" fill="hold"/>
                                        <p:tgtEl>
                                          <p:spTgt spid="1046"/>
                                        </p:tgtEl>
                                        <p:attrNameLst>
                                          <p:attrName>fill.on</p:attrName>
                                        </p:attrNameLst>
                                      </p:cBhvr>
                                      <p:to>
                                        <p:strVal val="true"/>
                                      </p:to>
                                    </p:set>
                                  </p:childTnLst>
                                </p:cTn>
                              </p:par>
                              <p:par>
                                <p:cTn id="1944" nodeType="withEffect" fill="hold" presetClass="emph" presetID="1" presetSubtype="2">
                                  <p:stCondLst>
                                    <p:cond delay="0"/>
                                  </p:stCondLst>
                                  <p:childTnLst>
                                    <p:animClr clrSpc="rgb">
                                      <p:cBhvr>
                                        <p:cTn id="1945" dur="500" fill="hold"/>
                                        <p:tgtEl>
                                          <p:spTgt spid="1050"/>
                                        </p:tgtEl>
                                        <p:attrNameLst>
                                          <p:attrName>fillcolor</p:attrName>
                                        </p:attrNameLst>
                                      </p:cBhvr>
                                      <p:to>
                                        <a:srgbClr val="95b3d7"/>
                                      </p:to>
                                    </p:animClr>
                                    <p:set>
                                      <p:cBhvr>
                                        <p:cTn id="1946" dur="500" fill="hold"/>
                                        <p:tgtEl>
                                          <p:spTgt spid="1050"/>
                                        </p:tgtEl>
                                        <p:attrNameLst>
                                          <p:attrName>fill.type</p:attrName>
                                        </p:attrNameLst>
                                      </p:cBhvr>
                                      <p:to>
                                        <p:strVal val="solid"/>
                                      </p:to>
                                    </p:set>
                                    <p:set>
                                      <p:cBhvr>
                                        <p:cTn id="1947" dur="500" fill="hold"/>
                                        <p:tgtEl>
                                          <p:spTgt spid="1050"/>
                                        </p:tgtEl>
                                        <p:attrNameLst>
                                          <p:attrName>fill.on</p:attrName>
                                        </p:attrNameLst>
                                      </p:cBhvr>
                                      <p:to>
                                        <p:strVal val="true"/>
                                      </p:to>
                                    </p:set>
                                  </p:childTnLst>
                                </p:cTn>
                              </p:par>
                              <p:par>
                                <p:cTn id="1948" nodeType="withEffect" fill="hold" presetClass="emph" presetID="1" presetSubtype="2">
                                  <p:stCondLst>
                                    <p:cond delay="0"/>
                                  </p:stCondLst>
                                  <p:childTnLst>
                                    <p:animClr clrSpc="rgb">
                                      <p:cBhvr>
                                        <p:cTn id="1949" dur="500" fill="hold"/>
                                        <p:tgtEl>
                                          <p:spTgt spid="1054"/>
                                        </p:tgtEl>
                                        <p:attrNameLst>
                                          <p:attrName>fillcolor</p:attrName>
                                        </p:attrNameLst>
                                      </p:cBhvr>
                                      <p:to>
                                        <a:srgbClr val="95b3d7"/>
                                      </p:to>
                                    </p:animClr>
                                    <p:set>
                                      <p:cBhvr>
                                        <p:cTn id="1950" dur="500" fill="hold"/>
                                        <p:tgtEl>
                                          <p:spTgt spid="1054"/>
                                        </p:tgtEl>
                                        <p:attrNameLst>
                                          <p:attrName>fill.type</p:attrName>
                                        </p:attrNameLst>
                                      </p:cBhvr>
                                      <p:to>
                                        <p:strVal val="solid"/>
                                      </p:to>
                                    </p:set>
                                    <p:set>
                                      <p:cBhvr>
                                        <p:cTn id="1951" dur="500" fill="hold"/>
                                        <p:tgtEl>
                                          <p:spTgt spid="1054"/>
                                        </p:tgtEl>
                                        <p:attrNameLst>
                                          <p:attrName>fill.on</p:attrName>
                                        </p:attrNameLst>
                                      </p:cBhvr>
                                      <p:to>
                                        <p:strVal val="true"/>
                                      </p:to>
                                    </p:set>
                                  </p:childTnLst>
                                </p:cTn>
                              </p:par>
                              <p:par>
                                <p:cTn id="1952" nodeType="withEffect" fill="hold" presetClass="exit" presetID="10">
                                  <p:stCondLst>
                                    <p:cond delay="0"/>
                                  </p:stCondLst>
                                  <p:childTnLst>
                                    <p:animEffect filter="fade" transition="out">
                                      <p:cBhvr additive="repl">
                                        <p:cTn id="1953" dur="500"/>
                                        <p:tgtEl>
                                          <p:spTgt spid="1048"/>
                                        </p:tgtEl>
                                      </p:cBhvr>
                                    </p:animEffect>
                                    <p:set>
                                      <p:cBhvr>
                                        <p:cTn id="1954" dur="1" fill="hold">
                                          <p:stCondLst>
                                            <p:cond delay="499"/>
                                          </p:stCondLst>
                                        </p:cTn>
                                        <p:tgtEl>
                                          <p:spTgt spid="1048"/>
                                        </p:tgtEl>
                                        <p:attrNameLst>
                                          <p:attrName>style.visibility</p:attrName>
                                        </p:attrNameLst>
                                      </p:cBhvr>
                                      <p:to>
                                        <p:strVal val="hidden"/>
                                      </p:to>
                                    </p:set>
                                  </p:childTnLst>
                                </p:cTn>
                              </p:par>
                              <p:par>
                                <p:cTn id="1955" nodeType="withEffect" fill="hold" presetClass="exit" presetID="10">
                                  <p:stCondLst>
                                    <p:cond delay="0"/>
                                  </p:stCondLst>
                                  <p:childTnLst>
                                    <p:animEffect filter="fade" transition="out">
                                      <p:cBhvr additive="repl">
                                        <p:cTn id="1956" dur="500"/>
                                        <p:tgtEl>
                                          <p:spTgt spid="1047"/>
                                        </p:tgtEl>
                                      </p:cBhvr>
                                    </p:animEffect>
                                    <p:set>
                                      <p:cBhvr>
                                        <p:cTn id="1957" dur="1" fill="hold">
                                          <p:stCondLst>
                                            <p:cond delay="499"/>
                                          </p:stCondLst>
                                        </p:cTn>
                                        <p:tgtEl>
                                          <p:spTgt spid="1047"/>
                                        </p:tgtEl>
                                        <p:attrNameLst>
                                          <p:attrName>style.visibility</p:attrName>
                                        </p:attrNameLst>
                                      </p:cBhvr>
                                      <p:to>
                                        <p:strVal val="hidden"/>
                                      </p:to>
                                    </p:set>
                                  </p:childTnLst>
                                </p:cTn>
                              </p:par>
                              <p:par>
                                <p:cTn id="1958" nodeType="withEffect" fill="hold" presetClass="exit" presetID="10">
                                  <p:stCondLst>
                                    <p:cond delay="0"/>
                                  </p:stCondLst>
                                  <p:childTnLst>
                                    <p:animEffect filter="fade" transition="out">
                                      <p:cBhvr additive="repl">
                                        <p:cTn id="1959" dur="500"/>
                                        <p:tgtEl>
                                          <p:spTgt spid="1052"/>
                                        </p:tgtEl>
                                      </p:cBhvr>
                                    </p:animEffect>
                                    <p:set>
                                      <p:cBhvr>
                                        <p:cTn id="1960" dur="1" fill="hold">
                                          <p:stCondLst>
                                            <p:cond delay="499"/>
                                          </p:stCondLst>
                                        </p:cTn>
                                        <p:tgtEl>
                                          <p:spTgt spid="1052"/>
                                        </p:tgtEl>
                                        <p:attrNameLst>
                                          <p:attrName>style.visibility</p:attrName>
                                        </p:attrNameLst>
                                      </p:cBhvr>
                                      <p:to>
                                        <p:strVal val="hidden"/>
                                      </p:to>
                                    </p:set>
                                  </p:childTnLst>
                                </p:cTn>
                              </p:par>
                              <p:par>
                                <p:cTn id="1961" nodeType="withEffect" fill="hold" presetClass="exit" presetID="10">
                                  <p:stCondLst>
                                    <p:cond delay="0"/>
                                  </p:stCondLst>
                                  <p:childTnLst>
                                    <p:animEffect filter="fade" transition="out">
                                      <p:cBhvr additive="repl">
                                        <p:cTn id="1962" dur="500"/>
                                        <p:tgtEl>
                                          <p:spTgt spid="1051"/>
                                        </p:tgtEl>
                                      </p:cBhvr>
                                    </p:animEffect>
                                    <p:set>
                                      <p:cBhvr>
                                        <p:cTn id="1963" dur="1" fill="hold">
                                          <p:stCondLst>
                                            <p:cond delay="499"/>
                                          </p:stCondLst>
                                        </p:cTn>
                                        <p:tgtEl>
                                          <p:spTgt spid="1051"/>
                                        </p:tgtEl>
                                        <p:attrNameLst>
                                          <p:attrName>style.visibility</p:attrName>
                                        </p:attrNameLst>
                                      </p:cBhvr>
                                      <p:to>
                                        <p:strVal val="hidden"/>
                                      </p:to>
                                    </p:set>
                                  </p:childTnLst>
                                </p:cTn>
                              </p:par>
                              <p:par>
                                <p:cTn id="1964" nodeType="withEffect" fill="hold" presetClass="exit" presetID="10">
                                  <p:stCondLst>
                                    <p:cond delay="0"/>
                                  </p:stCondLst>
                                  <p:childTnLst>
                                    <p:animEffect filter="fade" transition="out">
                                      <p:cBhvr additive="repl">
                                        <p:cTn id="1965" dur="500"/>
                                        <p:tgtEl>
                                          <p:spTgt spid="1056"/>
                                        </p:tgtEl>
                                      </p:cBhvr>
                                    </p:animEffect>
                                    <p:set>
                                      <p:cBhvr>
                                        <p:cTn id="1966" dur="1" fill="hold">
                                          <p:stCondLst>
                                            <p:cond delay="499"/>
                                          </p:stCondLst>
                                        </p:cTn>
                                        <p:tgtEl>
                                          <p:spTgt spid="1056"/>
                                        </p:tgtEl>
                                        <p:attrNameLst>
                                          <p:attrName>style.visibility</p:attrName>
                                        </p:attrNameLst>
                                      </p:cBhvr>
                                      <p:to>
                                        <p:strVal val="hidden"/>
                                      </p:to>
                                    </p:set>
                                  </p:childTnLst>
                                </p:cTn>
                              </p:par>
                              <p:par>
                                <p:cTn id="1967" nodeType="withEffect" fill="hold" presetClass="exit" presetID="10">
                                  <p:stCondLst>
                                    <p:cond delay="0"/>
                                  </p:stCondLst>
                                  <p:childTnLst>
                                    <p:animEffect filter="fade" transition="out">
                                      <p:cBhvr additive="repl">
                                        <p:cTn id="1968" dur="500"/>
                                        <p:tgtEl>
                                          <p:spTgt spid="1055"/>
                                        </p:tgtEl>
                                      </p:cBhvr>
                                    </p:animEffect>
                                    <p:set>
                                      <p:cBhvr>
                                        <p:cTn id="1969" dur="1" fill="hold">
                                          <p:stCondLst>
                                            <p:cond delay="499"/>
                                          </p:stCondLst>
                                        </p:cTn>
                                        <p:tgtEl>
                                          <p:spTgt spid="10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1970" restart="whenNotActive" nodeType="interactiveSeq" fill="hold">
                <p:stCondLst>
                  <p:cond delay="0" evt="onClick">
                    <p:tgtEl>
                      <p:spTgt spid="1044"/>
                    </p:tgtEl>
                  </p:cond>
                </p:stCondLst>
                <p:childTnLst>
                  <p:par>
                    <p:cTn id="1971" fill="hold">
                      <p:stCondLst>
                        <p:cond delay="0" evt="onClick">
                          <p:tgtEl>
                            <p:spTgt spid="1044"/>
                          </p:tgtEl>
                        </p:cond>
                      </p:stCondLst>
                      <p:childTnLst>
                        <p:par>
                          <p:cTn id="1972" fill="hold">
                            <p:stCondLst>
                              <p:cond delay="0"/>
                            </p:stCondLst>
                            <p:childTnLst>
                              <p:par>
                                <p:cTn id="1973" nodeType="clickEffect" fill="hold" presetClass="exit" presetID="9">
                                  <p:stCondLst>
                                    <p:cond delay="0"/>
                                  </p:stCondLst>
                                  <p:childTnLst>
                                    <p:animEffect filter="dissolve" transition="out">
                                      <p:cBhvr additive="repl">
                                        <p:cTn id="1974" dur="500"/>
                                        <p:tgtEl>
                                          <p:spTgt spid="1044"/>
                                        </p:tgtEl>
                                      </p:cBhvr>
                                    </p:animEffect>
                                    <p:set>
                                      <p:cBhvr>
                                        <p:cTn id="1975" dur="1" fill="hold">
                                          <p:stCondLst>
                                            <p:cond delay="499"/>
                                          </p:stCondLst>
                                        </p:cTn>
                                        <p:tgtEl>
                                          <p:spTgt spid="1044"/>
                                        </p:tgtEl>
                                        <p:attrNameLst>
                                          <p:attrName>style.visibility</p:attrName>
                                        </p:attrNameLst>
                                      </p:cBhvr>
                                      <p:to>
                                        <p:strVal val="hidden"/>
                                      </p:to>
                                    </p:set>
                                  </p:childTnLst>
                                </p:cTn>
                              </p:par>
                              <p:par>
                                <p:cTn id="1976" nodeType="withEffect" fill="hold" presetClass="exit" presetID="9">
                                  <p:stCondLst>
                                    <p:cond delay="0"/>
                                  </p:stCondLst>
                                  <p:childTnLst>
                                    <p:animEffect filter="dissolve" transition="out">
                                      <p:cBhvr additive="repl">
                                        <p:cTn id="1977" dur="500"/>
                                        <p:tgtEl>
                                          <p:spTgt spid="1043"/>
                                        </p:tgtEl>
                                      </p:cBhvr>
                                    </p:animEffect>
                                    <p:set>
                                      <p:cBhvr>
                                        <p:cTn id="1978" dur="1" fill="hold">
                                          <p:stCondLst>
                                            <p:cond delay="499"/>
                                          </p:stCondLst>
                                        </p:cTn>
                                        <p:tgtEl>
                                          <p:spTgt spid="1043"/>
                                        </p:tgtEl>
                                        <p:attrNameLst>
                                          <p:attrName>style.visibility</p:attrName>
                                        </p:attrNameLst>
                                      </p:cBhvr>
                                      <p:to>
                                        <p:strVal val="hidden"/>
                                      </p:to>
                                    </p:set>
                                  </p:childTnLst>
                                </p:cTn>
                              </p:par>
                              <p:par>
                                <p:cTn id="1979" nodeType="withEffect" fill="hold" presetClass="emph" presetID="1" presetSubtype="2">
                                  <p:stCondLst>
                                    <p:cond delay="0"/>
                                  </p:stCondLst>
                                  <p:childTnLst>
                                    <p:animClr clrSpc="rgb">
                                      <p:cBhvr>
                                        <p:cTn id="1980" dur="500" fill="hold"/>
                                        <p:tgtEl>
                                          <p:spTgt spid="1042"/>
                                        </p:tgtEl>
                                        <p:attrNameLst>
                                          <p:attrName>fillcolor</p:attrName>
                                        </p:attrNameLst>
                                      </p:cBhvr>
                                      <p:to>
                                        <a:srgbClr val="95b3d7"/>
                                      </p:to>
                                    </p:animClr>
                                    <p:set>
                                      <p:cBhvr>
                                        <p:cTn id="1981" dur="500" fill="hold"/>
                                        <p:tgtEl>
                                          <p:spTgt spid="1042"/>
                                        </p:tgtEl>
                                        <p:attrNameLst>
                                          <p:attrName>fill.type</p:attrName>
                                        </p:attrNameLst>
                                      </p:cBhvr>
                                      <p:to>
                                        <p:strVal val="solid"/>
                                      </p:to>
                                    </p:set>
                                    <p:set>
                                      <p:cBhvr>
                                        <p:cTn id="1982" dur="500" fill="hold"/>
                                        <p:tgtEl>
                                          <p:spTgt spid="104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1983" restart="whenNotActive" nodeType="interactiveSeq" fill="hold">
                <p:stCondLst>
                  <p:cond delay="0" evt="onClick">
                    <p:tgtEl>
                      <p:spTgt spid="1045"/>
                    </p:tgtEl>
                  </p:cond>
                </p:stCondLst>
                <p:childTnLst>
                  <p:par>
                    <p:cTn id="1984" fill="hold">
                      <p:stCondLst>
                        <p:cond delay="0" evt="onClick">
                          <p:tgtEl>
                            <p:spTgt spid="1045"/>
                          </p:tgtEl>
                        </p:cond>
                      </p:stCondLst>
                      <p:childTnLst>
                        <p:par>
                          <p:cTn id="1985" fill="hold">
                            <p:stCondLst>
                              <p:cond delay="0"/>
                            </p:stCondLst>
                            <p:childTnLst>
                              <p:par>
                                <p:cTn id="1986" nodeType="clickEffect" fill="hold" presetClass="entr" presetID="16" presetSubtype="21">
                                  <p:stCondLst>
                                    <p:cond delay="0"/>
                                  </p:stCondLst>
                                  <p:childTnLst>
                                    <p:set>
                                      <p:cBhvr>
                                        <p:cTn id="1987" dur="1" fill="hold">
                                          <p:stCondLst>
                                            <p:cond delay="0"/>
                                          </p:stCondLst>
                                        </p:cTn>
                                        <p:tgtEl>
                                          <p:spTgt spid="1048"/>
                                        </p:tgtEl>
                                        <p:attrNameLst>
                                          <p:attrName>style.visibility</p:attrName>
                                        </p:attrNameLst>
                                      </p:cBhvr>
                                      <p:to>
                                        <p:strVal val="visible"/>
                                      </p:to>
                                    </p:set>
                                    <p:animEffect filter="barn(inVertical)" transition="in">
                                      <p:cBhvr additive="repl">
                                        <p:cTn id="1988" dur="500"/>
                                        <p:tgtEl>
                                          <p:spTgt spid="1048"/>
                                        </p:tgtEl>
                                      </p:cBhvr>
                                    </p:animEffect>
                                  </p:childTnLst>
                                </p:cTn>
                              </p:par>
                              <p:par>
                                <p:cTn id="1989" nodeType="withEffect" fill="hold" presetClass="entr" presetID="16" presetSubtype="21">
                                  <p:stCondLst>
                                    <p:cond delay="0"/>
                                  </p:stCondLst>
                                  <p:childTnLst>
                                    <p:set>
                                      <p:cBhvr>
                                        <p:cTn id="1990" dur="1" fill="hold">
                                          <p:stCondLst>
                                            <p:cond delay="0"/>
                                          </p:stCondLst>
                                        </p:cTn>
                                        <p:tgtEl>
                                          <p:spTgt spid="1047"/>
                                        </p:tgtEl>
                                        <p:attrNameLst>
                                          <p:attrName>style.visibility</p:attrName>
                                        </p:attrNameLst>
                                      </p:cBhvr>
                                      <p:to>
                                        <p:strVal val="visible"/>
                                      </p:to>
                                    </p:set>
                                    <p:animEffect filter="barn(inVertical)" transition="in">
                                      <p:cBhvr additive="repl">
                                        <p:cTn id="1991" dur="500"/>
                                        <p:tgtEl>
                                          <p:spTgt spid="1047"/>
                                        </p:tgtEl>
                                      </p:cBhvr>
                                    </p:animEffect>
                                  </p:childTnLst>
                                </p:cTn>
                              </p:par>
                              <p:par>
                                <p:cTn id="1992" nodeType="withEffect" fill="hold" presetClass="emph" presetID="1" presetSubtype="2">
                                  <p:stCondLst>
                                    <p:cond delay="0"/>
                                  </p:stCondLst>
                                  <p:childTnLst>
                                    <p:animClr clrSpc="rgb">
                                      <p:cBhvr>
                                        <p:cTn id="1993" dur="500" fill="hold"/>
                                        <p:tgtEl>
                                          <p:spTgt spid="1046"/>
                                        </p:tgtEl>
                                        <p:attrNameLst>
                                          <p:attrName>fillcolor</p:attrName>
                                        </p:attrNameLst>
                                      </p:cBhvr>
                                      <p:to>
                                        <a:srgbClr val="8a80e4"/>
                                      </p:to>
                                    </p:animClr>
                                    <p:set>
                                      <p:cBhvr>
                                        <p:cTn id="1994" dur="500" fill="hold"/>
                                        <p:tgtEl>
                                          <p:spTgt spid="1046"/>
                                        </p:tgtEl>
                                        <p:attrNameLst>
                                          <p:attrName>fill.type</p:attrName>
                                        </p:attrNameLst>
                                      </p:cBhvr>
                                      <p:to>
                                        <p:strVal val="solid"/>
                                      </p:to>
                                    </p:set>
                                    <p:set>
                                      <p:cBhvr>
                                        <p:cTn id="1995" dur="500" fill="hold"/>
                                        <p:tgtEl>
                                          <p:spTgt spid="1046"/>
                                        </p:tgtEl>
                                        <p:attrNameLst>
                                          <p:attrName>fill.on</p:attrName>
                                        </p:attrNameLst>
                                      </p:cBhvr>
                                      <p:to>
                                        <p:strVal val="true"/>
                                      </p:to>
                                    </p:set>
                                  </p:childTnLst>
                                </p:cTn>
                              </p:par>
                              <p:par>
                                <p:cTn id="1996" nodeType="withEffect" fill="hold" presetClass="emph" presetID="1" presetSubtype="2">
                                  <p:stCondLst>
                                    <p:cond delay="0"/>
                                  </p:stCondLst>
                                  <p:childTnLst>
                                    <p:animClr clrSpc="rgb">
                                      <p:cBhvr>
                                        <p:cTn id="1997" dur="500" fill="hold"/>
                                        <p:tgtEl>
                                          <p:spTgt spid="1042"/>
                                        </p:tgtEl>
                                        <p:attrNameLst>
                                          <p:attrName>fillcolor</p:attrName>
                                        </p:attrNameLst>
                                      </p:cBhvr>
                                      <p:to>
                                        <a:srgbClr val="95b3d7"/>
                                      </p:to>
                                    </p:animClr>
                                    <p:set>
                                      <p:cBhvr>
                                        <p:cTn id="1998" dur="500" fill="hold"/>
                                        <p:tgtEl>
                                          <p:spTgt spid="1042"/>
                                        </p:tgtEl>
                                        <p:attrNameLst>
                                          <p:attrName>fill.type</p:attrName>
                                        </p:attrNameLst>
                                      </p:cBhvr>
                                      <p:to>
                                        <p:strVal val="solid"/>
                                      </p:to>
                                    </p:set>
                                    <p:set>
                                      <p:cBhvr>
                                        <p:cTn id="1999" dur="500" fill="hold"/>
                                        <p:tgtEl>
                                          <p:spTgt spid="1042"/>
                                        </p:tgtEl>
                                        <p:attrNameLst>
                                          <p:attrName>fill.on</p:attrName>
                                        </p:attrNameLst>
                                      </p:cBhvr>
                                      <p:to>
                                        <p:strVal val="true"/>
                                      </p:to>
                                    </p:set>
                                  </p:childTnLst>
                                </p:cTn>
                              </p:par>
                              <p:par>
                                <p:cTn id="2000" nodeType="withEffect" fill="hold" presetClass="emph" presetID="1" presetSubtype="2">
                                  <p:stCondLst>
                                    <p:cond delay="0"/>
                                  </p:stCondLst>
                                  <p:childTnLst>
                                    <p:animClr clrSpc="rgb">
                                      <p:cBhvr>
                                        <p:cTn id="2001" dur="500" fill="hold"/>
                                        <p:tgtEl>
                                          <p:spTgt spid="1050"/>
                                        </p:tgtEl>
                                        <p:attrNameLst>
                                          <p:attrName>fillcolor</p:attrName>
                                        </p:attrNameLst>
                                      </p:cBhvr>
                                      <p:to>
                                        <a:srgbClr val="95b3d7"/>
                                      </p:to>
                                    </p:animClr>
                                    <p:set>
                                      <p:cBhvr>
                                        <p:cTn id="2002" dur="500" fill="hold"/>
                                        <p:tgtEl>
                                          <p:spTgt spid="1050"/>
                                        </p:tgtEl>
                                        <p:attrNameLst>
                                          <p:attrName>fill.type</p:attrName>
                                        </p:attrNameLst>
                                      </p:cBhvr>
                                      <p:to>
                                        <p:strVal val="solid"/>
                                      </p:to>
                                    </p:set>
                                    <p:set>
                                      <p:cBhvr>
                                        <p:cTn id="2003" dur="500" fill="hold"/>
                                        <p:tgtEl>
                                          <p:spTgt spid="1050"/>
                                        </p:tgtEl>
                                        <p:attrNameLst>
                                          <p:attrName>fill.on</p:attrName>
                                        </p:attrNameLst>
                                      </p:cBhvr>
                                      <p:to>
                                        <p:strVal val="true"/>
                                      </p:to>
                                    </p:set>
                                  </p:childTnLst>
                                </p:cTn>
                              </p:par>
                              <p:par>
                                <p:cTn id="2004" nodeType="withEffect" fill="hold" presetClass="emph" presetID="1" presetSubtype="2">
                                  <p:stCondLst>
                                    <p:cond delay="0"/>
                                  </p:stCondLst>
                                  <p:childTnLst>
                                    <p:animClr clrSpc="rgb">
                                      <p:cBhvr>
                                        <p:cTn id="2005" dur="500" fill="hold"/>
                                        <p:tgtEl>
                                          <p:spTgt spid="1054"/>
                                        </p:tgtEl>
                                        <p:attrNameLst>
                                          <p:attrName>fillcolor</p:attrName>
                                        </p:attrNameLst>
                                      </p:cBhvr>
                                      <p:to>
                                        <a:srgbClr val="95b3d7"/>
                                      </p:to>
                                    </p:animClr>
                                    <p:set>
                                      <p:cBhvr>
                                        <p:cTn id="2006" dur="500" fill="hold"/>
                                        <p:tgtEl>
                                          <p:spTgt spid="1054"/>
                                        </p:tgtEl>
                                        <p:attrNameLst>
                                          <p:attrName>fill.type</p:attrName>
                                        </p:attrNameLst>
                                      </p:cBhvr>
                                      <p:to>
                                        <p:strVal val="solid"/>
                                      </p:to>
                                    </p:set>
                                    <p:set>
                                      <p:cBhvr>
                                        <p:cTn id="2007" dur="500" fill="hold"/>
                                        <p:tgtEl>
                                          <p:spTgt spid="1054"/>
                                        </p:tgtEl>
                                        <p:attrNameLst>
                                          <p:attrName>fill.on</p:attrName>
                                        </p:attrNameLst>
                                      </p:cBhvr>
                                      <p:to>
                                        <p:strVal val="true"/>
                                      </p:to>
                                    </p:set>
                                  </p:childTnLst>
                                </p:cTn>
                              </p:par>
                              <p:par>
                                <p:cTn id="2008" nodeType="withEffect" fill="hold" presetClass="exit" presetID="10">
                                  <p:stCondLst>
                                    <p:cond delay="0"/>
                                  </p:stCondLst>
                                  <p:childTnLst>
                                    <p:animEffect filter="fade" transition="out">
                                      <p:cBhvr additive="repl">
                                        <p:cTn id="2009" dur="500"/>
                                        <p:tgtEl>
                                          <p:spTgt spid="1044"/>
                                        </p:tgtEl>
                                      </p:cBhvr>
                                    </p:animEffect>
                                    <p:set>
                                      <p:cBhvr>
                                        <p:cTn id="2010" dur="1" fill="hold">
                                          <p:stCondLst>
                                            <p:cond delay="499"/>
                                          </p:stCondLst>
                                        </p:cTn>
                                        <p:tgtEl>
                                          <p:spTgt spid="1044"/>
                                        </p:tgtEl>
                                        <p:attrNameLst>
                                          <p:attrName>style.visibility</p:attrName>
                                        </p:attrNameLst>
                                      </p:cBhvr>
                                      <p:to>
                                        <p:strVal val="hidden"/>
                                      </p:to>
                                    </p:set>
                                  </p:childTnLst>
                                </p:cTn>
                              </p:par>
                              <p:par>
                                <p:cTn id="2011" nodeType="withEffect" fill="hold" presetClass="exit" presetID="10">
                                  <p:stCondLst>
                                    <p:cond delay="0"/>
                                  </p:stCondLst>
                                  <p:childTnLst>
                                    <p:animEffect filter="fade" transition="out">
                                      <p:cBhvr additive="repl">
                                        <p:cTn id="2012" dur="500"/>
                                        <p:tgtEl>
                                          <p:spTgt spid="1043"/>
                                        </p:tgtEl>
                                      </p:cBhvr>
                                    </p:animEffect>
                                    <p:set>
                                      <p:cBhvr>
                                        <p:cTn id="2013" dur="1" fill="hold">
                                          <p:stCondLst>
                                            <p:cond delay="499"/>
                                          </p:stCondLst>
                                        </p:cTn>
                                        <p:tgtEl>
                                          <p:spTgt spid="1043"/>
                                        </p:tgtEl>
                                        <p:attrNameLst>
                                          <p:attrName>style.visibility</p:attrName>
                                        </p:attrNameLst>
                                      </p:cBhvr>
                                      <p:to>
                                        <p:strVal val="hidden"/>
                                      </p:to>
                                    </p:set>
                                  </p:childTnLst>
                                </p:cTn>
                              </p:par>
                              <p:par>
                                <p:cTn id="2014" nodeType="withEffect" fill="hold" presetClass="exit" presetID="10">
                                  <p:stCondLst>
                                    <p:cond delay="0"/>
                                  </p:stCondLst>
                                  <p:childTnLst>
                                    <p:animEffect filter="fade" transition="out">
                                      <p:cBhvr additive="repl">
                                        <p:cTn id="2015" dur="500"/>
                                        <p:tgtEl>
                                          <p:spTgt spid="1052"/>
                                        </p:tgtEl>
                                      </p:cBhvr>
                                    </p:animEffect>
                                    <p:set>
                                      <p:cBhvr>
                                        <p:cTn id="2016" dur="1" fill="hold">
                                          <p:stCondLst>
                                            <p:cond delay="499"/>
                                          </p:stCondLst>
                                        </p:cTn>
                                        <p:tgtEl>
                                          <p:spTgt spid="1052"/>
                                        </p:tgtEl>
                                        <p:attrNameLst>
                                          <p:attrName>style.visibility</p:attrName>
                                        </p:attrNameLst>
                                      </p:cBhvr>
                                      <p:to>
                                        <p:strVal val="hidden"/>
                                      </p:to>
                                    </p:set>
                                  </p:childTnLst>
                                </p:cTn>
                              </p:par>
                              <p:par>
                                <p:cTn id="2017" nodeType="withEffect" fill="hold" presetClass="exit" presetID="10">
                                  <p:stCondLst>
                                    <p:cond delay="0"/>
                                  </p:stCondLst>
                                  <p:childTnLst>
                                    <p:animEffect filter="fade" transition="out">
                                      <p:cBhvr additive="repl">
                                        <p:cTn id="2018" dur="500"/>
                                        <p:tgtEl>
                                          <p:spTgt spid="1051"/>
                                        </p:tgtEl>
                                      </p:cBhvr>
                                    </p:animEffect>
                                    <p:set>
                                      <p:cBhvr>
                                        <p:cTn id="2019" dur="1" fill="hold">
                                          <p:stCondLst>
                                            <p:cond delay="499"/>
                                          </p:stCondLst>
                                        </p:cTn>
                                        <p:tgtEl>
                                          <p:spTgt spid="1051"/>
                                        </p:tgtEl>
                                        <p:attrNameLst>
                                          <p:attrName>style.visibility</p:attrName>
                                        </p:attrNameLst>
                                      </p:cBhvr>
                                      <p:to>
                                        <p:strVal val="hidden"/>
                                      </p:to>
                                    </p:set>
                                  </p:childTnLst>
                                </p:cTn>
                              </p:par>
                              <p:par>
                                <p:cTn id="2020" nodeType="withEffect" fill="hold" presetClass="exit" presetID="10">
                                  <p:stCondLst>
                                    <p:cond delay="0"/>
                                  </p:stCondLst>
                                  <p:childTnLst>
                                    <p:animEffect filter="fade" transition="out">
                                      <p:cBhvr additive="repl">
                                        <p:cTn id="2021" dur="500"/>
                                        <p:tgtEl>
                                          <p:spTgt spid="1056"/>
                                        </p:tgtEl>
                                      </p:cBhvr>
                                    </p:animEffect>
                                    <p:set>
                                      <p:cBhvr>
                                        <p:cTn id="2022" dur="1" fill="hold">
                                          <p:stCondLst>
                                            <p:cond delay="499"/>
                                          </p:stCondLst>
                                        </p:cTn>
                                        <p:tgtEl>
                                          <p:spTgt spid="1056"/>
                                        </p:tgtEl>
                                        <p:attrNameLst>
                                          <p:attrName>style.visibility</p:attrName>
                                        </p:attrNameLst>
                                      </p:cBhvr>
                                      <p:to>
                                        <p:strVal val="hidden"/>
                                      </p:to>
                                    </p:set>
                                  </p:childTnLst>
                                </p:cTn>
                              </p:par>
                              <p:par>
                                <p:cTn id="2023" nodeType="withEffect" fill="hold" presetClass="exit" presetID="10">
                                  <p:stCondLst>
                                    <p:cond delay="0"/>
                                  </p:stCondLst>
                                  <p:childTnLst>
                                    <p:animEffect filter="fade" transition="out">
                                      <p:cBhvr additive="repl">
                                        <p:cTn id="2024" dur="500"/>
                                        <p:tgtEl>
                                          <p:spTgt spid="1055"/>
                                        </p:tgtEl>
                                      </p:cBhvr>
                                    </p:animEffect>
                                    <p:set>
                                      <p:cBhvr>
                                        <p:cTn id="2025" dur="1" fill="hold">
                                          <p:stCondLst>
                                            <p:cond delay="499"/>
                                          </p:stCondLst>
                                        </p:cTn>
                                        <p:tgtEl>
                                          <p:spTgt spid="10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026" restart="whenNotActive" nodeType="interactiveSeq" fill="hold">
                <p:stCondLst>
                  <p:cond delay="0" evt="onClick">
                    <p:tgtEl>
                      <p:spTgt spid="1048"/>
                    </p:tgtEl>
                  </p:cond>
                </p:stCondLst>
                <p:childTnLst>
                  <p:par>
                    <p:cTn id="2027" fill="hold">
                      <p:stCondLst>
                        <p:cond delay="0" evt="onClick">
                          <p:tgtEl>
                            <p:spTgt spid="1048"/>
                          </p:tgtEl>
                        </p:cond>
                      </p:stCondLst>
                      <p:childTnLst>
                        <p:par>
                          <p:cTn id="2028" fill="hold">
                            <p:stCondLst>
                              <p:cond delay="0"/>
                            </p:stCondLst>
                            <p:childTnLst>
                              <p:par>
                                <p:cTn id="2029" nodeType="clickEffect" fill="hold" presetClass="exit" presetID="9">
                                  <p:stCondLst>
                                    <p:cond delay="0"/>
                                  </p:stCondLst>
                                  <p:childTnLst>
                                    <p:animEffect filter="dissolve" transition="out">
                                      <p:cBhvr additive="repl">
                                        <p:cTn id="2030" dur="500"/>
                                        <p:tgtEl>
                                          <p:spTgt spid="1048"/>
                                        </p:tgtEl>
                                      </p:cBhvr>
                                    </p:animEffect>
                                    <p:set>
                                      <p:cBhvr>
                                        <p:cTn id="2031" dur="1" fill="hold">
                                          <p:stCondLst>
                                            <p:cond delay="499"/>
                                          </p:stCondLst>
                                        </p:cTn>
                                        <p:tgtEl>
                                          <p:spTgt spid="1048"/>
                                        </p:tgtEl>
                                        <p:attrNameLst>
                                          <p:attrName>style.visibility</p:attrName>
                                        </p:attrNameLst>
                                      </p:cBhvr>
                                      <p:to>
                                        <p:strVal val="hidden"/>
                                      </p:to>
                                    </p:set>
                                  </p:childTnLst>
                                </p:cTn>
                              </p:par>
                              <p:par>
                                <p:cTn id="2032" nodeType="withEffect" fill="hold" presetClass="exit" presetID="9">
                                  <p:stCondLst>
                                    <p:cond delay="0"/>
                                  </p:stCondLst>
                                  <p:childTnLst>
                                    <p:animEffect filter="dissolve" transition="out">
                                      <p:cBhvr additive="repl">
                                        <p:cTn id="2033" dur="500"/>
                                        <p:tgtEl>
                                          <p:spTgt spid="1047"/>
                                        </p:tgtEl>
                                      </p:cBhvr>
                                    </p:animEffect>
                                    <p:set>
                                      <p:cBhvr>
                                        <p:cTn id="2034" dur="1" fill="hold">
                                          <p:stCondLst>
                                            <p:cond delay="499"/>
                                          </p:stCondLst>
                                        </p:cTn>
                                        <p:tgtEl>
                                          <p:spTgt spid="1047"/>
                                        </p:tgtEl>
                                        <p:attrNameLst>
                                          <p:attrName>style.visibility</p:attrName>
                                        </p:attrNameLst>
                                      </p:cBhvr>
                                      <p:to>
                                        <p:strVal val="hidden"/>
                                      </p:to>
                                    </p:set>
                                  </p:childTnLst>
                                </p:cTn>
                              </p:par>
                              <p:par>
                                <p:cTn id="2035" nodeType="withEffect" fill="hold" presetClass="emph" presetID="1" presetSubtype="2">
                                  <p:stCondLst>
                                    <p:cond delay="0"/>
                                  </p:stCondLst>
                                  <p:childTnLst>
                                    <p:animClr clrSpc="rgb">
                                      <p:cBhvr>
                                        <p:cTn id="2036" dur="500" fill="hold"/>
                                        <p:tgtEl>
                                          <p:spTgt spid="1046"/>
                                        </p:tgtEl>
                                        <p:attrNameLst>
                                          <p:attrName>fillcolor</p:attrName>
                                        </p:attrNameLst>
                                      </p:cBhvr>
                                      <p:to>
                                        <a:srgbClr val="95b3d7"/>
                                      </p:to>
                                    </p:animClr>
                                    <p:set>
                                      <p:cBhvr>
                                        <p:cTn id="2037" dur="500" fill="hold"/>
                                        <p:tgtEl>
                                          <p:spTgt spid="1046"/>
                                        </p:tgtEl>
                                        <p:attrNameLst>
                                          <p:attrName>fill.type</p:attrName>
                                        </p:attrNameLst>
                                      </p:cBhvr>
                                      <p:to>
                                        <p:strVal val="solid"/>
                                      </p:to>
                                    </p:set>
                                    <p:set>
                                      <p:cBhvr>
                                        <p:cTn id="2038" dur="500" fill="hold"/>
                                        <p:tgtEl>
                                          <p:spTgt spid="104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039" restart="whenNotActive" nodeType="interactiveSeq" fill="hold">
                <p:stCondLst>
                  <p:cond delay="0" evt="onClick">
                    <p:tgtEl>
                      <p:spTgt spid="1049"/>
                    </p:tgtEl>
                  </p:cond>
                </p:stCondLst>
                <p:childTnLst>
                  <p:par>
                    <p:cTn id="2040" fill="hold">
                      <p:stCondLst>
                        <p:cond delay="0" evt="onClick">
                          <p:tgtEl>
                            <p:spTgt spid="1049"/>
                          </p:tgtEl>
                        </p:cond>
                      </p:stCondLst>
                      <p:childTnLst>
                        <p:par>
                          <p:cTn id="2041" fill="hold">
                            <p:stCondLst>
                              <p:cond delay="0"/>
                            </p:stCondLst>
                            <p:childTnLst>
                              <p:par>
                                <p:cTn id="2042" nodeType="clickEffect" fill="hold" presetClass="entr" presetID="16" presetSubtype="21">
                                  <p:stCondLst>
                                    <p:cond delay="0"/>
                                  </p:stCondLst>
                                  <p:childTnLst>
                                    <p:set>
                                      <p:cBhvr>
                                        <p:cTn id="2043" dur="1" fill="hold">
                                          <p:stCondLst>
                                            <p:cond delay="0"/>
                                          </p:stCondLst>
                                        </p:cTn>
                                        <p:tgtEl>
                                          <p:spTgt spid="1052"/>
                                        </p:tgtEl>
                                        <p:attrNameLst>
                                          <p:attrName>style.visibility</p:attrName>
                                        </p:attrNameLst>
                                      </p:cBhvr>
                                      <p:to>
                                        <p:strVal val="visible"/>
                                      </p:to>
                                    </p:set>
                                    <p:animEffect filter="barn(inVertical)" transition="in">
                                      <p:cBhvr additive="repl">
                                        <p:cTn id="2044" dur="500"/>
                                        <p:tgtEl>
                                          <p:spTgt spid="1052"/>
                                        </p:tgtEl>
                                      </p:cBhvr>
                                    </p:animEffect>
                                  </p:childTnLst>
                                </p:cTn>
                              </p:par>
                              <p:par>
                                <p:cTn id="2045" nodeType="withEffect" fill="hold" presetClass="entr" presetID="16" presetSubtype="21">
                                  <p:stCondLst>
                                    <p:cond delay="0"/>
                                  </p:stCondLst>
                                  <p:childTnLst>
                                    <p:set>
                                      <p:cBhvr>
                                        <p:cTn id="2046" dur="1" fill="hold">
                                          <p:stCondLst>
                                            <p:cond delay="0"/>
                                          </p:stCondLst>
                                        </p:cTn>
                                        <p:tgtEl>
                                          <p:spTgt spid="1051"/>
                                        </p:tgtEl>
                                        <p:attrNameLst>
                                          <p:attrName>style.visibility</p:attrName>
                                        </p:attrNameLst>
                                      </p:cBhvr>
                                      <p:to>
                                        <p:strVal val="visible"/>
                                      </p:to>
                                    </p:set>
                                    <p:animEffect filter="barn(inVertical)" transition="in">
                                      <p:cBhvr additive="repl">
                                        <p:cTn id="2047" dur="500"/>
                                        <p:tgtEl>
                                          <p:spTgt spid="1051"/>
                                        </p:tgtEl>
                                      </p:cBhvr>
                                    </p:animEffect>
                                  </p:childTnLst>
                                </p:cTn>
                              </p:par>
                              <p:par>
                                <p:cTn id="2048" nodeType="withEffect" fill="hold" presetClass="emph" presetID="1" presetSubtype="2">
                                  <p:stCondLst>
                                    <p:cond delay="0"/>
                                  </p:stCondLst>
                                  <p:childTnLst>
                                    <p:animClr clrSpc="rgb">
                                      <p:cBhvr>
                                        <p:cTn id="2049" dur="500" fill="hold"/>
                                        <p:tgtEl>
                                          <p:spTgt spid="1050"/>
                                        </p:tgtEl>
                                        <p:attrNameLst>
                                          <p:attrName>fillcolor</p:attrName>
                                        </p:attrNameLst>
                                      </p:cBhvr>
                                      <p:to>
                                        <a:srgbClr val="8a80e4"/>
                                      </p:to>
                                    </p:animClr>
                                    <p:set>
                                      <p:cBhvr>
                                        <p:cTn id="2050" dur="500" fill="hold"/>
                                        <p:tgtEl>
                                          <p:spTgt spid="1050"/>
                                        </p:tgtEl>
                                        <p:attrNameLst>
                                          <p:attrName>fill.type</p:attrName>
                                        </p:attrNameLst>
                                      </p:cBhvr>
                                      <p:to>
                                        <p:strVal val="solid"/>
                                      </p:to>
                                    </p:set>
                                    <p:set>
                                      <p:cBhvr>
                                        <p:cTn id="2051" dur="500" fill="hold"/>
                                        <p:tgtEl>
                                          <p:spTgt spid="1050"/>
                                        </p:tgtEl>
                                        <p:attrNameLst>
                                          <p:attrName>fill.on</p:attrName>
                                        </p:attrNameLst>
                                      </p:cBhvr>
                                      <p:to>
                                        <p:strVal val="true"/>
                                      </p:to>
                                    </p:set>
                                  </p:childTnLst>
                                </p:cTn>
                              </p:par>
                              <p:par>
                                <p:cTn id="2052" nodeType="withEffect" fill="hold" presetClass="emph" presetID="1" presetSubtype="2">
                                  <p:stCondLst>
                                    <p:cond delay="0"/>
                                  </p:stCondLst>
                                  <p:childTnLst>
                                    <p:animClr clrSpc="rgb">
                                      <p:cBhvr>
                                        <p:cTn id="2053" dur="500" fill="hold"/>
                                        <p:tgtEl>
                                          <p:spTgt spid="1042"/>
                                        </p:tgtEl>
                                        <p:attrNameLst>
                                          <p:attrName>fillcolor</p:attrName>
                                        </p:attrNameLst>
                                      </p:cBhvr>
                                      <p:to>
                                        <a:srgbClr val="95b3d7"/>
                                      </p:to>
                                    </p:animClr>
                                    <p:set>
                                      <p:cBhvr>
                                        <p:cTn id="2054" dur="500" fill="hold"/>
                                        <p:tgtEl>
                                          <p:spTgt spid="1042"/>
                                        </p:tgtEl>
                                        <p:attrNameLst>
                                          <p:attrName>fill.type</p:attrName>
                                        </p:attrNameLst>
                                      </p:cBhvr>
                                      <p:to>
                                        <p:strVal val="solid"/>
                                      </p:to>
                                    </p:set>
                                    <p:set>
                                      <p:cBhvr>
                                        <p:cTn id="2055" dur="500" fill="hold"/>
                                        <p:tgtEl>
                                          <p:spTgt spid="1042"/>
                                        </p:tgtEl>
                                        <p:attrNameLst>
                                          <p:attrName>fill.on</p:attrName>
                                        </p:attrNameLst>
                                      </p:cBhvr>
                                      <p:to>
                                        <p:strVal val="true"/>
                                      </p:to>
                                    </p:set>
                                  </p:childTnLst>
                                </p:cTn>
                              </p:par>
                              <p:par>
                                <p:cTn id="2056" nodeType="withEffect" fill="hold" presetClass="emph" presetID="1" presetSubtype="2">
                                  <p:stCondLst>
                                    <p:cond delay="0"/>
                                  </p:stCondLst>
                                  <p:childTnLst>
                                    <p:animClr clrSpc="rgb">
                                      <p:cBhvr>
                                        <p:cTn id="2057" dur="500" fill="hold"/>
                                        <p:tgtEl>
                                          <p:spTgt spid="1046"/>
                                        </p:tgtEl>
                                        <p:attrNameLst>
                                          <p:attrName>fillcolor</p:attrName>
                                        </p:attrNameLst>
                                      </p:cBhvr>
                                      <p:to>
                                        <a:srgbClr val="95b3d7"/>
                                      </p:to>
                                    </p:animClr>
                                    <p:set>
                                      <p:cBhvr>
                                        <p:cTn id="2058" dur="500" fill="hold"/>
                                        <p:tgtEl>
                                          <p:spTgt spid="1046"/>
                                        </p:tgtEl>
                                        <p:attrNameLst>
                                          <p:attrName>fill.type</p:attrName>
                                        </p:attrNameLst>
                                      </p:cBhvr>
                                      <p:to>
                                        <p:strVal val="solid"/>
                                      </p:to>
                                    </p:set>
                                    <p:set>
                                      <p:cBhvr>
                                        <p:cTn id="2059" dur="500" fill="hold"/>
                                        <p:tgtEl>
                                          <p:spTgt spid="1046"/>
                                        </p:tgtEl>
                                        <p:attrNameLst>
                                          <p:attrName>fill.on</p:attrName>
                                        </p:attrNameLst>
                                      </p:cBhvr>
                                      <p:to>
                                        <p:strVal val="true"/>
                                      </p:to>
                                    </p:set>
                                  </p:childTnLst>
                                </p:cTn>
                              </p:par>
                              <p:par>
                                <p:cTn id="2060" nodeType="withEffect" fill="hold" presetClass="emph" presetID="1" presetSubtype="2">
                                  <p:stCondLst>
                                    <p:cond delay="0"/>
                                  </p:stCondLst>
                                  <p:childTnLst>
                                    <p:animClr clrSpc="rgb">
                                      <p:cBhvr>
                                        <p:cTn id="2061" dur="500" fill="hold"/>
                                        <p:tgtEl>
                                          <p:spTgt spid="1054"/>
                                        </p:tgtEl>
                                        <p:attrNameLst>
                                          <p:attrName>fillcolor</p:attrName>
                                        </p:attrNameLst>
                                      </p:cBhvr>
                                      <p:to>
                                        <a:srgbClr val="95b3d7"/>
                                      </p:to>
                                    </p:animClr>
                                    <p:set>
                                      <p:cBhvr>
                                        <p:cTn id="2062" dur="500" fill="hold"/>
                                        <p:tgtEl>
                                          <p:spTgt spid="1054"/>
                                        </p:tgtEl>
                                        <p:attrNameLst>
                                          <p:attrName>fill.type</p:attrName>
                                        </p:attrNameLst>
                                      </p:cBhvr>
                                      <p:to>
                                        <p:strVal val="solid"/>
                                      </p:to>
                                    </p:set>
                                    <p:set>
                                      <p:cBhvr>
                                        <p:cTn id="2063" dur="500" fill="hold"/>
                                        <p:tgtEl>
                                          <p:spTgt spid="1054"/>
                                        </p:tgtEl>
                                        <p:attrNameLst>
                                          <p:attrName>fill.on</p:attrName>
                                        </p:attrNameLst>
                                      </p:cBhvr>
                                      <p:to>
                                        <p:strVal val="true"/>
                                      </p:to>
                                    </p:set>
                                  </p:childTnLst>
                                </p:cTn>
                              </p:par>
                              <p:par>
                                <p:cTn id="2064" nodeType="withEffect" fill="hold" presetClass="exit" presetID="10">
                                  <p:stCondLst>
                                    <p:cond delay="0"/>
                                  </p:stCondLst>
                                  <p:childTnLst>
                                    <p:animEffect filter="fade" transition="out">
                                      <p:cBhvr additive="repl">
                                        <p:cTn id="2065" dur="500"/>
                                        <p:tgtEl>
                                          <p:spTgt spid="1044"/>
                                        </p:tgtEl>
                                      </p:cBhvr>
                                    </p:animEffect>
                                    <p:set>
                                      <p:cBhvr>
                                        <p:cTn id="2066" dur="1" fill="hold">
                                          <p:stCondLst>
                                            <p:cond delay="499"/>
                                          </p:stCondLst>
                                        </p:cTn>
                                        <p:tgtEl>
                                          <p:spTgt spid="1044"/>
                                        </p:tgtEl>
                                        <p:attrNameLst>
                                          <p:attrName>style.visibility</p:attrName>
                                        </p:attrNameLst>
                                      </p:cBhvr>
                                      <p:to>
                                        <p:strVal val="hidden"/>
                                      </p:to>
                                    </p:set>
                                  </p:childTnLst>
                                </p:cTn>
                              </p:par>
                              <p:par>
                                <p:cTn id="2067" nodeType="withEffect" fill="hold" presetClass="exit" presetID="10">
                                  <p:stCondLst>
                                    <p:cond delay="0"/>
                                  </p:stCondLst>
                                  <p:childTnLst>
                                    <p:animEffect filter="fade" transition="out">
                                      <p:cBhvr additive="repl">
                                        <p:cTn id="2068" dur="500"/>
                                        <p:tgtEl>
                                          <p:spTgt spid="1043"/>
                                        </p:tgtEl>
                                      </p:cBhvr>
                                    </p:animEffect>
                                    <p:set>
                                      <p:cBhvr>
                                        <p:cTn id="2069" dur="1" fill="hold">
                                          <p:stCondLst>
                                            <p:cond delay="499"/>
                                          </p:stCondLst>
                                        </p:cTn>
                                        <p:tgtEl>
                                          <p:spTgt spid="1043"/>
                                        </p:tgtEl>
                                        <p:attrNameLst>
                                          <p:attrName>style.visibility</p:attrName>
                                        </p:attrNameLst>
                                      </p:cBhvr>
                                      <p:to>
                                        <p:strVal val="hidden"/>
                                      </p:to>
                                    </p:set>
                                  </p:childTnLst>
                                </p:cTn>
                              </p:par>
                              <p:par>
                                <p:cTn id="2070" nodeType="withEffect" fill="hold" presetClass="exit" presetID="10">
                                  <p:stCondLst>
                                    <p:cond delay="0"/>
                                  </p:stCondLst>
                                  <p:childTnLst>
                                    <p:animEffect filter="fade" transition="out">
                                      <p:cBhvr additive="repl">
                                        <p:cTn id="2071" dur="500"/>
                                        <p:tgtEl>
                                          <p:spTgt spid="1048"/>
                                        </p:tgtEl>
                                      </p:cBhvr>
                                    </p:animEffect>
                                    <p:set>
                                      <p:cBhvr>
                                        <p:cTn id="2072" dur="1" fill="hold">
                                          <p:stCondLst>
                                            <p:cond delay="499"/>
                                          </p:stCondLst>
                                        </p:cTn>
                                        <p:tgtEl>
                                          <p:spTgt spid="1048"/>
                                        </p:tgtEl>
                                        <p:attrNameLst>
                                          <p:attrName>style.visibility</p:attrName>
                                        </p:attrNameLst>
                                      </p:cBhvr>
                                      <p:to>
                                        <p:strVal val="hidden"/>
                                      </p:to>
                                    </p:set>
                                  </p:childTnLst>
                                </p:cTn>
                              </p:par>
                              <p:par>
                                <p:cTn id="2073" nodeType="withEffect" fill="hold" presetClass="exit" presetID="10">
                                  <p:stCondLst>
                                    <p:cond delay="0"/>
                                  </p:stCondLst>
                                  <p:childTnLst>
                                    <p:animEffect filter="fade" transition="out">
                                      <p:cBhvr additive="repl">
                                        <p:cTn id="2074" dur="500"/>
                                        <p:tgtEl>
                                          <p:spTgt spid="1047"/>
                                        </p:tgtEl>
                                      </p:cBhvr>
                                    </p:animEffect>
                                    <p:set>
                                      <p:cBhvr>
                                        <p:cTn id="2075" dur="1" fill="hold">
                                          <p:stCondLst>
                                            <p:cond delay="499"/>
                                          </p:stCondLst>
                                        </p:cTn>
                                        <p:tgtEl>
                                          <p:spTgt spid="1047"/>
                                        </p:tgtEl>
                                        <p:attrNameLst>
                                          <p:attrName>style.visibility</p:attrName>
                                        </p:attrNameLst>
                                      </p:cBhvr>
                                      <p:to>
                                        <p:strVal val="hidden"/>
                                      </p:to>
                                    </p:set>
                                  </p:childTnLst>
                                </p:cTn>
                              </p:par>
                              <p:par>
                                <p:cTn id="2076" nodeType="withEffect" fill="hold" presetClass="exit" presetID="10">
                                  <p:stCondLst>
                                    <p:cond delay="0"/>
                                  </p:stCondLst>
                                  <p:childTnLst>
                                    <p:animEffect filter="fade" transition="out">
                                      <p:cBhvr additive="repl">
                                        <p:cTn id="2077" dur="500"/>
                                        <p:tgtEl>
                                          <p:spTgt spid="1056"/>
                                        </p:tgtEl>
                                      </p:cBhvr>
                                    </p:animEffect>
                                    <p:set>
                                      <p:cBhvr>
                                        <p:cTn id="2078" dur="1" fill="hold">
                                          <p:stCondLst>
                                            <p:cond delay="499"/>
                                          </p:stCondLst>
                                        </p:cTn>
                                        <p:tgtEl>
                                          <p:spTgt spid="1056"/>
                                        </p:tgtEl>
                                        <p:attrNameLst>
                                          <p:attrName>style.visibility</p:attrName>
                                        </p:attrNameLst>
                                      </p:cBhvr>
                                      <p:to>
                                        <p:strVal val="hidden"/>
                                      </p:to>
                                    </p:set>
                                  </p:childTnLst>
                                </p:cTn>
                              </p:par>
                              <p:par>
                                <p:cTn id="2079" nodeType="withEffect" fill="hold" presetClass="exit" presetID="10">
                                  <p:stCondLst>
                                    <p:cond delay="0"/>
                                  </p:stCondLst>
                                  <p:childTnLst>
                                    <p:animEffect filter="fade" transition="out">
                                      <p:cBhvr additive="repl">
                                        <p:cTn id="2080" dur="500"/>
                                        <p:tgtEl>
                                          <p:spTgt spid="1055"/>
                                        </p:tgtEl>
                                      </p:cBhvr>
                                    </p:animEffect>
                                    <p:set>
                                      <p:cBhvr>
                                        <p:cTn id="2081" dur="1" fill="hold">
                                          <p:stCondLst>
                                            <p:cond delay="499"/>
                                          </p:stCondLst>
                                        </p:cTn>
                                        <p:tgtEl>
                                          <p:spTgt spid="105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082" restart="whenNotActive" nodeType="interactiveSeq" fill="hold">
                <p:stCondLst>
                  <p:cond delay="0" evt="onClick">
                    <p:tgtEl>
                      <p:spTgt spid="1052"/>
                    </p:tgtEl>
                  </p:cond>
                </p:stCondLst>
                <p:childTnLst>
                  <p:par>
                    <p:cTn id="2083" fill="hold">
                      <p:stCondLst>
                        <p:cond delay="0" evt="onClick">
                          <p:tgtEl>
                            <p:spTgt spid="1052"/>
                          </p:tgtEl>
                        </p:cond>
                      </p:stCondLst>
                      <p:childTnLst>
                        <p:par>
                          <p:cTn id="2084" fill="hold">
                            <p:stCondLst>
                              <p:cond delay="0"/>
                            </p:stCondLst>
                            <p:childTnLst>
                              <p:par>
                                <p:cTn id="2085" nodeType="clickEffect" fill="hold" presetClass="exit" presetID="9">
                                  <p:stCondLst>
                                    <p:cond delay="0"/>
                                  </p:stCondLst>
                                  <p:childTnLst>
                                    <p:animEffect filter="dissolve" transition="out">
                                      <p:cBhvr additive="repl">
                                        <p:cTn id="2086" dur="500"/>
                                        <p:tgtEl>
                                          <p:spTgt spid="1052"/>
                                        </p:tgtEl>
                                      </p:cBhvr>
                                    </p:animEffect>
                                    <p:set>
                                      <p:cBhvr>
                                        <p:cTn id="2087" dur="1" fill="hold">
                                          <p:stCondLst>
                                            <p:cond delay="499"/>
                                          </p:stCondLst>
                                        </p:cTn>
                                        <p:tgtEl>
                                          <p:spTgt spid="1052"/>
                                        </p:tgtEl>
                                        <p:attrNameLst>
                                          <p:attrName>style.visibility</p:attrName>
                                        </p:attrNameLst>
                                      </p:cBhvr>
                                      <p:to>
                                        <p:strVal val="hidden"/>
                                      </p:to>
                                    </p:set>
                                  </p:childTnLst>
                                </p:cTn>
                              </p:par>
                              <p:par>
                                <p:cTn id="2088" nodeType="withEffect" fill="hold" presetClass="exit" presetID="9">
                                  <p:stCondLst>
                                    <p:cond delay="0"/>
                                  </p:stCondLst>
                                  <p:childTnLst>
                                    <p:animEffect filter="dissolve" transition="out">
                                      <p:cBhvr additive="repl">
                                        <p:cTn id="2089" dur="500"/>
                                        <p:tgtEl>
                                          <p:spTgt spid="1051"/>
                                        </p:tgtEl>
                                      </p:cBhvr>
                                    </p:animEffect>
                                    <p:set>
                                      <p:cBhvr>
                                        <p:cTn id="2090" dur="1" fill="hold">
                                          <p:stCondLst>
                                            <p:cond delay="499"/>
                                          </p:stCondLst>
                                        </p:cTn>
                                        <p:tgtEl>
                                          <p:spTgt spid="1051"/>
                                        </p:tgtEl>
                                        <p:attrNameLst>
                                          <p:attrName>style.visibility</p:attrName>
                                        </p:attrNameLst>
                                      </p:cBhvr>
                                      <p:to>
                                        <p:strVal val="hidden"/>
                                      </p:to>
                                    </p:set>
                                  </p:childTnLst>
                                </p:cTn>
                              </p:par>
                              <p:par>
                                <p:cTn id="2091" nodeType="withEffect" fill="hold" presetClass="emph" presetID="1" presetSubtype="2">
                                  <p:stCondLst>
                                    <p:cond delay="0"/>
                                  </p:stCondLst>
                                  <p:childTnLst>
                                    <p:animClr clrSpc="rgb">
                                      <p:cBhvr>
                                        <p:cTn id="2092" dur="500" fill="hold"/>
                                        <p:tgtEl>
                                          <p:spTgt spid="1050"/>
                                        </p:tgtEl>
                                        <p:attrNameLst>
                                          <p:attrName>fillcolor</p:attrName>
                                        </p:attrNameLst>
                                      </p:cBhvr>
                                      <p:to>
                                        <a:srgbClr val="95b3d7"/>
                                      </p:to>
                                    </p:animClr>
                                    <p:set>
                                      <p:cBhvr>
                                        <p:cTn id="2093" dur="500" fill="hold"/>
                                        <p:tgtEl>
                                          <p:spTgt spid="1050"/>
                                        </p:tgtEl>
                                        <p:attrNameLst>
                                          <p:attrName>fill.type</p:attrName>
                                        </p:attrNameLst>
                                      </p:cBhvr>
                                      <p:to>
                                        <p:strVal val="solid"/>
                                      </p:to>
                                    </p:set>
                                    <p:set>
                                      <p:cBhvr>
                                        <p:cTn id="2094" dur="500" fill="hold"/>
                                        <p:tgtEl>
                                          <p:spTgt spid="1050"/>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095" restart="whenNotActive" nodeType="interactiveSeq" fill="hold">
                <p:stCondLst>
                  <p:cond delay="0" evt="onClick">
                    <p:tgtEl>
                      <p:spTgt spid="1053"/>
                    </p:tgtEl>
                  </p:cond>
                </p:stCondLst>
                <p:childTnLst>
                  <p:par>
                    <p:cTn id="2096" fill="hold">
                      <p:stCondLst>
                        <p:cond delay="0" evt="onClick">
                          <p:tgtEl>
                            <p:spTgt spid="1053"/>
                          </p:tgtEl>
                        </p:cond>
                      </p:stCondLst>
                      <p:childTnLst>
                        <p:par>
                          <p:cTn id="2097" fill="hold">
                            <p:stCondLst>
                              <p:cond delay="0"/>
                            </p:stCondLst>
                            <p:childTnLst>
                              <p:par>
                                <p:cTn id="2098" nodeType="clickEffect" fill="hold" presetClass="entr" presetID="16" presetSubtype="21">
                                  <p:stCondLst>
                                    <p:cond delay="0"/>
                                  </p:stCondLst>
                                  <p:childTnLst>
                                    <p:set>
                                      <p:cBhvr>
                                        <p:cTn id="2099" dur="1" fill="hold">
                                          <p:stCondLst>
                                            <p:cond delay="0"/>
                                          </p:stCondLst>
                                        </p:cTn>
                                        <p:tgtEl>
                                          <p:spTgt spid="1056"/>
                                        </p:tgtEl>
                                        <p:attrNameLst>
                                          <p:attrName>style.visibility</p:attrName>
                                        </p:attrNameLst>
                                      </p:cBhvr>
                                      <p:to>
                                        <p:strVal val="visible"/>
                                      </p:to>
                                    </p:set>
                                    <p:animEffect filter="barn(inVertical)" transition="in">
                                      <p:cBhvr additive="repl">
                                        <p:cTn id="2100" dur="500"/>
                                        <p:tgtEl>
                                          <p:spTgt spid="1056"/>
                                        </p:tgtEl>
                                      </p:cBhvr>
                                    </p:animEffect>
                                  </p:childTnLst>
                                </p:cTn>
                              </p:par>
                              <p:par>
                                <p:cTn id="2101" nodeType="withEffect" fill="hold" presetClass="entr" presetID="16" presetSubtype="21">
                                  <p:stCondLst>
                                    <p:cond delay="0"/>
                                  </p:stCondLst>
                                  <p:childTnLst>
                                    <p:set>
                                      <p:cBhvr>
                                        <p:cTn id="2102" dur="1" fill="hold">
                                          <p:stCondLst>
                                            <p:cond delay="0"/>
                                          </p:stCondLst>
                                        </p:cTn>
                                        <p:tgtEl>
                                          <p:spTgt spid="1055"/>
                                        </p:tgtEl>
                                        <p:attrNameLst>
                                          <p:attrName>style.visibility</p:attrName>
                                        </p:attrNameLst>
                                      </p:cBhvr>
                                      <p:to>
                                        <p:strVal val="visible"/>
                                      </p:to>
                                    </p:set>
                                    <p:animEffect filter="barn(inVertical)" transition="in">
                                      <p:cBhvr additive="repl">
                                        <p:cTn id="2103" dur="500"/>
                                        <p:tgtEl>
                                          <p:spTgt spid="1055"/>
                                        </p:tgtEl>
                                      </p:cBhvr>
                                    </p:animEffect>
                                  </p:childTnLst>
                                </p:cTn>
                              </p:par>
                              <p:par>
                                <p:cTn id="2104" nodeType="withEffect" fill="hold" presetClass="emph" presetID="1" presetSubtype="2">
                                  <p:stCondLst>
                                    <p:cond delay="0"/>
                                  </p:stCondLst>
                                  <p:childTnLst>
                                    <p:animClr clrSpc="rgb">
                                      <p:cBhvr>
                                        <p:cTn id="2105" dur="500" fill="hold"/>
                                        <p:tgtEl>
                                          <p:spTgt spid="1054"/>
                                        </p:tgtEl>
                                        <p:attrNameLst>
                                          <p:attrName>fillcolor</p:attrName>
                                        </p:attrNameLst>
                                      </p:cBhvr>
                                      <p:to>
                                        <a:srgbClr val="8a80e4"/>
                                      </p:to>
                                    </p:animClr>
                                    <p:set>
                                      <p:cBhvr>
                                        <p:cTn id="2106" dur="500" fill="hold"/>
                                        <p:tgtEl>
                                          <p:spTgt spid="1054"/>
                                        </p:tgtEl>
                                        <p:attrNameLst>
                                          <p:attrName>fill.type</p:attrName>
                                        </p:attrNameLst>
                                      </p:cBhvr>
                                      <p:to>
                                        <p:strVal val="solid"/>
                                      </p:to>
                                    </p:set>
                                    <p:set>
                                      <p:cBhvr>
                                        <p:cTn id="2107" dur="500" fill="hold"/>
                                        <p:tgtEl>
                                          <p:spTgt spid="1054"/>
                                        </p:tgtEl>
                                        <p:attrNameLst>
                                          <p:attrName>fill.on</p:attrName>
                                        </p:attrNameLst>
                                      </p:cBhvr>
                                      <p:to>
                                        <p:strVal val="true"/>
                                      </p:to>
                                    </p:set>
                                  </p:childTnLst>
                                </p:cTn>
                              </p:par>
                              <p:par>
                                <p:cTn id="2108" nodeType="withEffect" fill="hold" presetClass="emph" presetID="1" presetSubtype="2">
                                  <p:stCondLst>
                                    <p:cond delay="0"/>
                                  </p:stCondLst>
                                  <p:childTnLst>
                                    <p:animClr clrSpc="rgb">
                                      <p:cBhvr>
                                        <p:cTn id="2109" dur="500" fill="hold"/>
                                        <p:tgtEl>
                                          <p:spTgt spid="1042"/>
                                        </p:tgtEl>
                                        <p:attrNameLst>
                                          <p:attrName>fillcolor</p:attrName>
                                        </p:attrNameLst>
                                      </p:cBhvr>
                                      <p:to>
                                        <a:srgbClr val="95b3d7"/>
                                      </p:to>
                                    </p:animClr>
                                    <p:set>
                                      <p:cBhvr>
                                        <p:cTn id="2110" dur="500" fill="hold"/>
                                        <p:tgtEl>
                                          <p:spTgt spid="1042"/>
                                        </p:tgtEl>
                                        <p:attrNameLst>
                                          <p:attrName>fill.type</p:attrName>
                                        </p:attrNameLst>
                                      </p:cBhvr>
                                      <p:to>
                                        <p:strVal val="solid"/>
                                      </p:to>
                                    </p:set>
                                    <p:set>
                                      <p:cBhvr>
                                        <p:cTn id="2111" dur="500" fill="hold"/>
                                        <p:tgtEl>
                                          <p:spTgt spid="1042"/>
                                        </p:tgtEl>
                                        <p:attrNameLst>
                                          <p:attrName>fill.on</p:attrName>
                                        </p:attrNameLst>
                                      </p:cBhvr>
                                      <p:to>
                                        <p:strVal val="true"/>
                                      </p:to>
                                    </p:set>
                                  </p:childTnLst>
                                </p:cTn>
                              </p:par>
                              <p:par>
                                <p:cTn id="2112" nodeType="withEffect" fill="hold" presetClass="emph" presetID="1" presetSubtype="2">
                                  <p:stCondLst>
                                    <p:cond delay="0"/>
                                  </p:stCondLst>
                                  <p:childTnLst>
                                    <p:animClr clrSpc="rgb">
                                      <p:cBhvr>
                                        <p:cTn id="2113" dur="500" fill="hold"/>
                                        <p:tgtEl>
                                          <p:spTgt spid="1046"/>
                                        </p:tgtEl>
                                        <p:attrNameLst>
                                          <p:attrName>fillcolor</p:attrName>
                                        </p:attrNameLst>
                                      </p:cBhvr>
                                      <p:to>
                                        <a:srgbClr val="95b3d7"/>
                                      </p:to>
                                    </p:animClr>
                                    <p:set>
                                      <p:cBhvr>
                                        <p:cTn id="2114" dur="500" fill="hold"/>
                                        <p:tgtEl>
                                          <p:spTgt spid="1046"/>
                                        </p:tgtEl>
                                        <p:attrNameLst>
                                          <p:attrName>fill.type</p:attrName>
                                        </p:attrNameLst>
                                      </p:cBhvr>
                                      <p:to>
                                        <p:strVal val="solid"/>
                                      </p:to>
                                    </p:set>
                                    <p:set>
                                      <p:cBhvr>
                                        <p:cTn id="2115" dur="500" fill="hold"/>
                                        <p:tgtEl>
                                          <p:spTgt spid="1046"/>
                                        </p:tgtEl>
                                        <p:attrNameLst>
                                          <p:attrName>fill.on</p:attrName>
                                        </p:attrNameLst>
                                      </p:cBhvr>
                                      <p:to>
                                        <p:strVal val="true"/>
                                      </p:to>
                                    </p:set>
                                  </p:childTnLst>
                                </p:cTn>
                              </p:par>
                              <p:par>
                                <p:cTn id="2116" nodeType="withEffect" fill="hold" presetClass="emph" presetID="1" presetSubtype="2">
                                  <p:stCondLst>
                                    <p:cond delay="0"/>
                                  </p:stCondLst>
                                  <p:childTnLst>
                                    <p:animClr clrSpc="rgb">
                                      <p:cBhvr>
                                        <p:cTn id="2117" dur="500" fill="hold"/>
                                        <p:tgtEl>
                                          <p:spTgt spid="1050"/>
                                        </p:tgtEl>
                                        <p:attrNameLst>
                                          <p:attrName>fillcolor</p:attrName>
                                        </p:attrNameLst>
                                      </p:cBhvr>
                                      <p:to>
                                        <a:srgbClr val="95b3d7"/>
                                      </p:to>
                                    </p:animClr>
                                    <p:set>
                                      <p:cBhvr>
                                        <p:cTn id="2118" dur="500" fill="hold"/>
                                        <p:tgtEl>
                                          <p:spTgt spid="1050"/>
                                        </p:tgtEl>
                                        <p:attrNameLst>
                                          <p:attrName>fill.type</p:attrName>
                                        </p:attrNameLst>
                                      </p:cBhvr>
                                      <p:to>
                                        <p:strVal val="solid"/>
                                      </p:to>
                                    </p:set>
                                    <p:set>
                                      <p:cBhvr>
                                        <p:cTn id="2119" dur="500" fill="hold"/>
                                        <p:tgtEl>
                                          <p:spTgt spid="1050"/>
                                        </p:tgtEl>
                                        <p:attrNameLst>
                                          <p:attrName>fill.on</p:attrName>
                                        </p:attrNameLst>
                                      </p:cBhvr>
                                      <p:to>
                                        <p:strVal val="true"/>
                                      </p:to>
                                    </p:set>
                                  </p:childTnLst>
                                </p:cTn>
                              </p:par>
                              <p:par>
                                <p:cTn id="2120" nodeType="withEffect" fill="hold" presetClass="exit" presetID="10">
                                  <p:stCondLst>
                                    <p:cond delay="0"/>
                                  </p:stCondLst>
                                  <p:childTnLst>
                                    <p:animEffect filter="fade" transition="out">
                                      <p:cBhvr additive="repl">
                                        <p:cTn id="2121" dur="500"/>
                                        <p:tgtEl>
                                          <p:spTgt spid="1044"/>
                                        </p:tgtEl>
                                      </p:cBhvr>
                                    </p:animEffect>
                                    <p:set>
                                      <p:cBhvr>
                                        <p:cTn id="2122" dur="1" fill="hold">
                                          <p:stCondLst>
                                            <p:cond delay="499"/>
                                          </p:stCondLst>
                                        </p:cTn>
                                        <p:tgtEl>
                                          <p:spTgt spid="1044"/>
                                        </p:tgtEl>
                                        <p:attrNameLst>
                                          <p:attrName>style.visibility</p:attrName>
                                        </p:attrNameLst>
                                      </p:cBhvr>
                                      <p:to>
                                        <p:strVal val="hidden"/>
                                      </p:to>
                                    </p:set>
                                  </p:childTnLst>
                                </p:cTn>
                              </p:par>
                              <p:par>
                                <p:cTn id="2123" nodeType="withEffect" fill="hold" presetClass="exit" presetID="10">
                                  <p:stCondLst>
                                    <p:cond delay="0"/>
                                  </p:stCondLst>
                                  <p:childTnLst>
                                    <p:animEffect filter="fade" transition="out">
                                      <p:cBhvr additive="repl">
                                        <p:cTn id="2124" dur="500"/>
                                        <p:tgtEl>
                                          <p:spTgt spid="1043"/>
                                        </p:tgtEl>
                                      </p:cBhvr>
                                    </p:animEffect>
                                    <p:set>
                                      <p:cBhvr>
                                        <p:cTn id="2125" dur="1" fill="hold">
                                          <p:stCondLst>
                                            <p:cond delay="499"/>
                                          </p:stCondLst>
                                        </p:cTn>
                                        <p:tgtEl>
                                          <p:spTgt spid="1043"/>
                                        </p:tgtEl>
                                        <p:attrNameLst>
                                          <p:attrName>style.visibility</p:attrName>
                                        </p:attrNameLst>
                                      </p:cBhvr>
                                      <p:to>
                                        <p:strVal val="hidden"/>
                                      </p:to>
                                    </p:set>
                                  </p:childTnLst>
                                </p:cTn>
                              </p:par>
                              <p:par>
                                <p:cTn id="2126" nodeType="withEffect" fill="hold" presetClass="exit" presetID="10">
                                  <p:stCondLst>
                                    <p:cond delay="0"/>
                                  </p:stCondLst>
                                  <p:childTnLst>
                                    <p:animEffect filter="fade" transition="out">
                                      <p:cBhvr additive="repl">
                                        <p:cTn id="2127" dur="500"/>
                                        <p:tgtEl>
                                          <p:spTgt spid="1048"/>
                                        </p:tgtEl>
                                      </p:cBhvr>
                                    </p:animEffect>
                                    <p:set>
                                      <p:cBhvr>
                                        <p:cTn id="2128" dur="1" fill="hold">
                                          <p:stCondLst>
                                            <p:cond delay="499"/>
                                          </p:stCondLst>
                                        </p:cTn>
                                        <p:tgtEl>
                                          <p:spTgt spid="1048"/>
                                        </p:tgtEl>
                                        <p:attrNameLst>
                                          <p:attrName>style.visibility</p:attrName>
                                        </p:attrNameLst>
                                      </p:cBhvr>
                                      <p:to>
                                        <p:strVal val="hidden"/>
                                      </p:to>
                                    </p:set>
                                  </p:childTnLst>
                                </p:cTn>
                              </p:par>
                              <p:par>
                                <p:cTn id="2129" nodeType="withEffect" fill="hold" presetClass="exit" presetID="10">
                                  <p:stCondLst>
                                    <p:cond delay="0"/>
                                  </p:stCondLst>
                                  <p:childTnLst>
                                    <p:animEffect filter="fade" transition="out">
                                      <p:cBhvr additive="repl">
                                        <p:cTn id="2130" dur="500"/>
                                        <p:tgtEl>
                                          <p:spTgt spid="1047"/>
                                        </p:tgtEl>
                                      </p:cBhvr>
                                    </p:animEffect>
                                    <p:set>
                                      <p:cBhvr>
                                        <p:cTn id="2131" dur="1" fill="hold">
                                          <p:stCondLst>
                                            <p:cond delay="499"/>
                                          </p:stCondLst>
                                        </p:cTn>
                                        <p:tgtEl>
                                          <p:spTgt spid="1047"/>
                                        </p:tgtEl>
                                        <p:attrNameLst>
                                          <p:attrName>style.visibility</p:attrName>
                                        </p:attrNameLst>
                                      </p:cBhvr>
                                      <p:to>
                                        <p:strVal val="hidden"/>
                                      </p:to>
                                    </p:set>
                                  </p:childTnLst>
                                </p:cTn>
                              </p:par>
                              <p:par>
                                <p:cTn id="2132" nodeType="withEffect" fill="hold" presetClass="exit" presetID="10">
                                  <p:stCondLst>
                                    <p:cond delay="0"/>
                                  </p:stCondLst>
                                  <p:childTnLst>
                                    <p:animEffect filter="fade" transition="out">
                                      <p:cBhvr additive="repl">
                                        <p:cTn id="2133" dur="500"/>
                                        <p:tgtEl>
                                          <p:spTgt spid="1052"/>
                                        </p:tgtEl>
                                      </p:cBhvr>
                                    </p:animEffect>
                                    <p:set>
                                      <p:cBhvr>
                                        <p:cTn id="2134" dur="1" fill="hold">
                                          <p:stCondLst>
                                            <p:cond delay="499"/>
                                          </p:stCondLst>
                                        </p:cTn>
                                        <p:tgtEl>
                                          <p:spTgt spid="1052"/>
                                        </p:tgtEl>
                                        <p:attrNameLst>
                                          <p:attrName>style.visibility</p:attrName>
                                        </p:attrNameLst>
                                      </p:cBhvr>
                                      <p:to>
                                        <p:strVal val="hidden"/>
                                      </p:to>
                                    </p:set>
                                  </p:childTnLst>
                                </p:cTn>
                              </p:par>
                              <p:par>
                                <p:cTn id="2135" nodeType="withEffect" fill="hold" presetClass="exit" presetID="10">
                                  <p:stCondLst>
                                    <p:cond delay="0"/>
                                  </p:stCondLst>
                                  <p:childTnLst>
                                    <p:animEffect filter="fade" transition="out">
                                      <p:cBhvr additive="repl">
                                        <p:cTn id="2136" dur="500"/>
                                        <p:tgtEl>
                                          <p:spTgt spid="1051"/>
                                        </p:tgtEl>
                                      </p:cBhvr>
                                    </p:animEffect>
                                    <p:set>
                                      <p:cBhvr>
                                        <p:cTn id="2137" dur="1" fill="hold">
                                          <p:stCondLst>
                                            <p:cond delay="499"/>
                                          </p:stCondLst>
                                        </p:cTn>
                                        <p:tgtEl>
                                          <p:spTgt spid="105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138" restart="whenNotActive" nodeType="interactiveSeq" fill="hold">
                <p:stCondLst>
                  <p:cond delay="0" evt="onClick">
                    <p:tgtEl>
                      <p:spTgt spid="1056"/>
                    </p:tgtEl>
                  </p:cond>
                </p:stCondLst>
                <p:childTnLst>
                  <p:par>
                    <p:cTn id="2139" fill="hold">
                      <p:stCondLst>
                        <p:cond delay="0" evt="onClick">
                          <p:tgtEl>
                            <p:spTgt spid="1056"/>
                          </p:tgtEl>
                        </p:cond>
                      </p:stCondLst>
                      <p:childTnLst>
                        <p:par>
                          <p:cTn id="2140" fill="hold">
                            <p:stCondLst>
                              <p:cond delay="0"/>
                            </p:stCondLst>
                            <p:childTnLst>
                              <p:par>
                                <p:cTn id="2141" nodeType="clickEffect" fill="hold" presetClass="exit" presetID="9">
                                  <p:stCondLst>
                                    <p:cond delay="0"/>
                                  </p:stCondLst>
                                  <p:childTnLst>
                                    <p:animEffect filter="dissolve" transition="out">
                                      <p:cBhvr additive="repl">
                                        <p:cTn id="2142" dur="500"/>
                                        <p:tgtEl>
                                          <p:spTgt spid="1056"/>
                                        </p:tgtEl>
                                      </p:cBhvr>
                                    </p:animEffect>
                                    <p:set>
                                      <p:cBhvr>
                                        <p:cTn id="2143" dur="1" fill="hold">
                                          <p:stCondLst>
                                            <p:cond delay="499"/>
                                          </p:stCondLst>
                                        </p:cTn>
                                        <p:tgtEl>
                                          <p:spTgt spid="1056"/>
                                        </p:tgtEl>
                                        <p:attrNameLst>
                                          <p:attrName>style.visibility</p:attrName>
                                        </p:attrNameLst>
                                      </p:cBhvr>
                                      <p:to>
                                        <p:strVal val="hidden"/>
                                      </p:to>
                                    </p:set>
                                  </p:childTnLst>
                                </p:cTn>
                              </p:par>
                              <p:par>
                                <p:cTn id="2144" nodeType="withEffect" fill="hold" presetClass="exit" presetID="9">
                                  <p:stCondLst>
                                    <p:cond delay="0"/>
                                  </p:stCondLst>
                                  <p:childTnLst>
                                    <p:animEffect filter="dissolve" transition="out">
                                      <p:cBhvr additive="repl">
                                        <p:cTn id="2145" dur="500"/>
                                        <p:tgtEl>
                                          <p:spTgt spid="1055"/>
                                        </p:tgtEl>
                                      </p:cBhvr>
                                    </p:animEffect>
                                    <p:set>
                                      <p:cBhvr>
                                        <p:cTn id="2146" dur="1" fill="hold">
                                          <p:stCondLst>
                                            <p:cond delay="499"/>
                                          </p:stCondLst>
                                        </p:cTn>
                                        <p:tgtEl>
                                          <p:spTgt spid="1055"/>
                                        </p:tgtEl>
                                        <p:attrNameLst>
                                          <p:attrName>style.visibility</p:attrName>
                                        </p:attrNameLst>
                                      </p:cBhvr>
                                      <p:to>
                                        <p:strVal val="hidden"/>
                                      </p:to>
                                    </p:set>
                                  </p:childTnLst>
                                </p:cTn>
                              </p:par>
                              <p:par>
                                <p:cTn id="2147" nodeType="withEffect" fill="hold" presetClass="emph" presetID="1" presetSubtype="2">
                                  <p:stCondLst>
                                    <p:cond delay="0"/>
                                  </p:stCondLst>
                                  <p:childTnLst>
                                    <p:animClr clrSpc="rgb">
                                      <p:cBhvr>
                                        <p:cTn id="2148" dur="500" fill="hold"/>
                                        <p:tgtEl>
                                          <p:spTgt spid="1054"/>
                                        </p:tgtEl>
                                        <p:attrNameLst>
                                          <p:attrName>fillcolor</p:attrName>
                                        </p:attrNameLst>
                                      </p:cBhvr>
                                      <p:to>
                                        <a:srgbClr val="95b3d7"/>
                                      </p:to>
                                    </p:animClr>
                                    <p:set>
                                      <p:cBhvr>
                                        <p:cTn id="2149" dur="500" fill="hold"/>
                                        <p:tgtEl>
                                          <p:spTgt spid="1054"/>
                                        </p:tgtEl>
                                        <p:attrNameLst>
                                          <p:attrName>fill.type</p:attrName>
                                        </p:attrNameLst>
                                      </p:cBhvr>
                                      <p:to>
                                        <p:strVal val="solid"/>
                                      </p:to>
                                    </p:set>
                                    <p:set>
                                      <p:cBhvr>
                                        <p:cTn id="2150" dur="500" fill="hold"/>
                                        <p:tgtEl>
                                          <p:spTgt spid="105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058"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059"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02</a:t>
            </a:r>
            <a:br>
              <a:rPr sz="4400"/>
            </a:br>
            <a:endParaRPr b="0" lang="pt-BR" sz="2800" spc="-1" strike="noStrike">
              <a:solidFill>
                <a:schemeClr val="dk1"/>
              </a:solidFill>
              <a:latin typeface="Arial"/>
            </a:endParaRPr>
          </a:p>
        </p:txBody>
      </p:sp>
      <p:sp>
        <p:nvSpPr>
          <p:cNvPr id="1061"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O dial de direção do vento, do sistema de anemômetro tipo “B” é graduado em intervalo de:</a:t>
            </a:r>
            <a:endParaRPr b="0" lang="pt-BR" sz="1600" spc="-1" strike="noStrike">
              <a:solidFill>
                <a:srgbClr val="000000"/>
              </a:solidFill>
              <a:latin typeface="Arial"/>
            </a:endParaRPr>
          </a:p>
        </p:txBody>
      </p:sp>
      <p:sp>
        <p:nvSpPr>
          <p:cNvPr id="1062"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063"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5 graus de 0 a 180 graus </a:t>
            </a:r>
            <a:endParaRPr b="0" lang="pt-BR" sz="1800" spc="-1" strike="noStrike">
              <a:solidFill>
                <a:srgbClr val="000000"/>
              </a:solidFill>
              <a:latin typeface="Arial"/>
            </a:endParaRPr>
          </a:p>
        </p:txBody>
      </p:sp>
      <p:sp>
        <p:nvSpPr>
          <p:cNvPr id="1064"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65"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66"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067"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10 graus de 0 graus a 360 graus</a:t>
            </a:r>
            <a:endParaRPr b="0" lang="pt-BR" sz="1800" spc="-1" strike="noStrike">
              <a:solidFill>
                <a:srgbClr val="000000"/>
              </a:solidFill>
              <a:latin typeface="Arial"/>
            </a:endParaRPr>
          </a:p>
        </p:txBody>
      </p:sp>
      <p:sp>
        <p:nvSpPr>
          <p:cNvPr id="1068" name="Botão de ação: Personalizar 10">
            <a:hlinkClick r:id="" action="ppaction://hlinkshowjump?jump=nex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69"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70"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071"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15 graus de 0 graus a 180 graus </a:t>
            </a:r>
            <a:endParaRPr b="0" lang="pt-BR" sz="1800" spc="-1" strike="noStrike">
              <a:solidFill>
                <a:srgbClr val="000000"/>
              </a:solidFill>
              <a:latin typeface="Arial"/>
            </a:endParaRPr>
          </a:p>
        </p:txBody>
      </p:sp>
      <p:sp>
        <p:nvSpPr>
          <p:cNvPr id="1072"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73"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74"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075"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20 graus de 0 graus a 360</a:t>
            </a:r>
            <a:endParaRPr b="0" lang="pt-BR" sz="1800" spc="-1" strike="noStrike">
              <a:solidFill>
                <a:srgbClr val="000000"/>
              </a:solidFill>
              <a:latin typeface="Arial"/>
            </a:endParaRPr>
          </a:p>
        </p:txBody>
      </p:sp>
      <p:sp>
        <p:nvSpPr>
          <p:cNvPr id="1076"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77"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51" dur="indefinite" restart="never" nodeType="tmRoot">
          <p:childTnLst>
            <p:seq>
              <p:cTn id="2152" dur="indefinite" nodeType="mainSeq">
                <p:childTnLst>
                  <p:par>
                    <p:cTn id="2153" fill="hold">
                      <p:stCondLst>
                        <p:cond delay="0"/>
                      </p:stCondLst>
                      <p:childTnLst>
                        <p:par>
                          <p:cTn id="2154" fill="hold">
                            <p:stCondLst>
                              <p:cond delay="0"/>
                            </p:stCondLst>
                            <p:childTnLst>
                              <p:par>
                                <p:cTn id="2155" nodeType="withEffect" fill="hold" presetClass="entr" presetID="10">
                                  <p:stCondLst>
                                    <p:cond delay="0"/>
                                  </p:stCondLst>
                                  <p:childTnLst>
                                    <p:set>
                                      <p:cBhvr>
                                        <p:cTn id="2156" dur="1" fill="hold">
                                          <p:stCondLst>
                                            <p:cond delay="0"/>
                                          </p:stCondLst>
                                        </p:cTn>
                                        <p:tgtEl>
                                          <p:spTgt spid="1063"/>
                                        </p:tgtEl>
                                        <p:attrNameLst>
                                          <p:attrName>style.visibility</p:attrName>
                                        </p:attrNameLst>
                                      </p:cBhvr>
                                      <p:to>
                                        <p:strVal val="visible"/>
                                      </p:to>
                                    </p:set>
                                    <p:animEffect filter="fade" transition="in">
                                      <p:cBhvr additive="repl">
                                        <p:cTn id="2157" dur="500"/>
                                        <p:tgtEl>
                                          <p:spTgt spid="1063"/>
                                        </p:tgtEl>
                                      </p:cBhvr>
                                    </p:animEffect>
                                  </p:childTnLst>
                                </p:cTn>
                              </p:par>
                              <p:par>
                                <p:cTn id="2158" nodeType="withEffect" fill="hold" presetClass="entr" presetID="10">
                                  <p:stCondLst>
                                    <p:cond delay="0"/>
                                  </p:stCondLst>
                                  <p:childTnLst>
                                    <p:set>
                                      <p:cBhvr>
                                        <p:cTn id="2159" dur="1" fill="hold">
                                          <p:stCondLst>
                                            <p:cond delay="0"/>
                                          </p:stCondLst>
                                        </p:cTn>
                                        <p:tgtEl>
                                          <p:spTgt spid="1062"/>
                                        </p:tgtEl>
                                        <p:attrNameLst>
                                          <p:attrName>style.visibility</p:attrName>
                                        </p:attrNameLst>
                                      </p:cBhvr>
                                      <p:to>
                                        <p:strVal val="visible"/>
                                      </p:to>
                                    </p:set>
                                    <p:animEffect filter="fade" transition="in">
                                      <p:cBhvr additive="repl">
                                        <p:cTn id="2160" dur="500"/>
                                        <p:tgtEl>
                                          <p:spTgt spid="1062"/>
                                        </p:tgtEl>
                                      </p:cBhvr>
                                    </p:animEffect>
                                  </p:childTnLst>
                                </p:cTn>
                              </p:par>
                              <p:par>
                                <p:cTn id="2161" nodeType="withEffect" fill="hold" presetClass="entr" presetID="10">
                                  <p:stCondLst>
                                    <p:cond delay="0"/>
                                  </p:stCondLst>
                                  <p:childTnLst>
                                    <p:set>
                                      <p:cBhvr>
                                        <p:cTn id="2162" dur="1" fill="hold">
                                          <p:stCondLst>
                                            <p:cond delay="0"/>
                                          </p:stCondLst>
                                        </p:cTn>
                                        <p:tgtEl>
                                          <p:spTgt spid="1066"/>
                                        </p:tgtEl>
                                        <p:attrNameLst>
                                          <p:attrName>style.visibility</p:attrName>
                                        </p:attrNameLst>
                                      </p:cBhvr>
                                      <p:to>
                                        <p:strVal val="visible"/>
                                      </p:to>
                                    </p:set>
                                    <p:animEffect filter="fade" transition="in">
                                      <p:cBhvr additive="repl">
                                        <p:cTn id="2163" dur="500"/>
                                        <p:tgtEl>
                                          <p:spTgt spid="1066"/>
                                        </p:tgtEl>
                                      </p:cBhvr>
                                    </p:animEffect>
                                  </p:childTnLst>
                                </p:cTn>
                              </p:par>
                              <p:par>
                                <p:cTn id="2164" nodeType="withEffect" fill="hold" presetClass="entr" presetID="10">
                                  <p:stCondLst>
                                    <p:cond delay="0"/>
                                  </p:stCondLst>
                                  <p:childTnLst>
                                    <p:set>
                                      <p:cBhvr>
                                        <p:cTn id="2165" dur="1" fill="hold">
                                          <p:stCondLst>
                                            <p:cond delay="0"/>
                                          </p:stCondLst>
                                        </p:cTn>
                                        <p:tgtEl>
                                          <p:spTgt spid="1067"/>
                                        </p:tgtEl>
                                        <p:attrNameLst>
                                          <p:attrName>style.visibility</p:attrName>
                                        </p:attrNameLst>
                                      </p:cBhvr>
                                      <p:to>
                                        <p:strVal val="visible"/>
                                      </p:to>
                                    </p:set>
                                    <p:animEffect filter="fade" transition="in">
                                      <p:cBhvr additive="repl">
                                        <p:cTn id="2166" dur="500"/>
                                        <p:tgtEl>
                                          <p:spTgt spid="1067"/>
                                        </p:tgtEl>
                                      </p:cBhvr>
                                    </p:animEffect>
                                  </p:childTnLst>
                                </p:cTn>
                              </p:par>
                              <p:par>
                                <p:cTn id="2167" nodeType="withEffect" fill="hold" presetClass="entr" presetID="10">
                                  <p:stCondLst>
                                    <p:cond delay="0"/>
                                  </p:stCondLst>
                                  <p:childTnLst>
                                    <p:set>
                                      <p:cBhvr>
                                        <p:cTn id="2168" dur="1" fill="hold">
                                          <p:stCondLst>
                                            <p:cond delay="0"/>
                                          </p:stCondLst>
                                        </p:cTn>
                                        <p:tgtEl>
                                          <p:spTgt spid="1070"/>
                                        </p:tgtEl>
                                        <p:attrNameLst>
                                          <p:attrName>style.visibility</p:attrName>
                                        </p:attrNameLst>
                                      </p:cBhvr>
                                      <p:to>
                                        <p:strVal val="visible"/>
                                      </p:to>
                                    </p:set>
                                    <p:animEffect filter="fade" transition="in">
                                      <p:cBhvr additive="repl">
                                        <p:cTn id="2169" dur="500"/>
                                        <p:tgtEl>
                                          <p:spTgt spid="1070"/>
                                        </p:tgtEl>
                                      </p:cBhvr>
                                    </p:animEffect>
                                  </p:childTnLst>
                                </p:cTn>
                              </p:par>
                              <p:par>
                                <p:cTn id="2170" nodeType="withEffect" fill="hold" presetClass="entr" presetID="10">
                                  <p:stCondLst>
                                    <p:cond delay="0"/>
                                  </p:stCondLst>
                                  <p:childTnLst>
                                    <p:set>
                                      <p:cBhvr>
                                        <p:cTn id="2171" dur="1" fill="hold">
                                          <p:stCondLst>
                                            <p:cond delay="0"/>
                                          </p:stCondLst>
                                        </p:cTn>
                                        <p:tgtEl>
                                          <p:spTgt spid="1071"/>
                                        </p:tgtEl>
                                        <p:attrNameLst>
                                          <p:attrName>style.visibility</p:attrName>
                                        </p:attrNameLst>
                                      </p:cBhvr>
                                      <p:to>
                                        <p:strVal val="visible"/>
                                      </p:to>
                                    </p:set>
                                    <p:animEffect filter="fade" transition="in">
                                      <p:cBhvr additive="repl">
                                        <p:cTn id="2172" dur="500"/>
                                        <p:tgtEl>
                                          <p:spTgt spid="1071"/>
                                        </p:tgtEl>
                                      </p:cBhvr>
                                    </p:animEffect>
                                  </p:childTnLst>
                                </p:cTn>
                              </p:par>
                              <p:par>
                                <p:cTn id="2173" nodeType="withEffect" fill="hold" presetClass="entr" presetID="10">
                                  <p:stCondLst>
                                    <p:cond delay="0"/>
                                  </p:stCondLst>
                                  <p:childTnLst>
                                    <p:set>
                                      <p:cBhvr>
                                        <p:cTn id="2174" dur="1" fill="hold">
                                          <p:stCondLst>
                                            <p:cond delay="0"/>
                                          </p:stCondLst>
                                        </p:cTn>
                                        <p:tgtEl>
                                          <p:spTgt spid="1074"/>
                                        </p:tgtEl>
                                        <p:attrNameLst>
                                          <p:attrName>style.visibility</p:attrName>
                                        </p:attrNameLst>
                                      </p:cBhvr>
                                      <p:to>
                                        <p:strVal val="visible"/>
                                      </p:to>
                                    </p:set>
                                    <p:animEffect filter="fade" transition="in">
                                      <p:cBhvr additive="repl">
                                        <p:cTn id="2175" dur="500"/>
                                        <p:tgtEl>
                                          <p:spTgt spid="1074"/>
                                        </p:tgtEl>
                                      </p:cBhvr>
                                    </p:animEffect>
                                  </p:childTnLst>
                                </p:cTn>
                              </p:par>
                              <p:par>
                                <p:cTn id="2176" nodeType="withEffect" fill="hold" presetClass="entr" presetID="10">
                                  <p:stCondLst>
                                    <p:cond delay="0"/>
                                  </p:stCondLst>
                                  <p:childTnLst>
                                    <p:set>
                                      <p:cBhvr>
                                        <p:cTn id="2177" dur="1" fill="hold">
                                          <p:stCondLst>
                                            <p:cond delay="0"/>
                                          </p:stCondLst>
                                        </p:cTn>
                                        <p:tgtEl>
                                          <p:spTgt spid="1075"/>
                                        </p:tgtEl>
                                        <p:attrNameLst>
                                          <p:attrName>style.visibility</p:attrName>
                                        </p:attrNameLst>
                                      </p:cBhvr>
                                      <p:to>
                                        <p:strVal val="visible"/>
                                      </p:to>
                                    </p:set>
                                    <p:animEffect filter="fade" transition="in">
                                      <p:cBhvr additive="repl">
                                        <p:cTn id="2178" dur="500"/>
                                        <p:tgtEl>
                                          <p:spTgt spid="1075"/>
                                        </p:tgtEl>
                                      </p:cBhvr>
                                    </p:animEffect>
                                  </p:childTnLst>
                                </p:cTn>
                              </p:par>
                              <p:par>
                                <p:cTn id="2179" nodeType="withEffect" fill="hold" presetClass="exit" presetID="1">
                                  <p:stCondLst>
                                    <p:cond delay="0"/>
                                  </p:stCondLst>
                                  <p:childTnLst>
                                    <p:set>
                                      <p:cBhvr>
                                        <p:cTn id="2180" dur="1" fill="hold">
                                          <p:stCondLst>
                                            <p:cond delay="0"/>
                                          </p:stCondLst>
                                        </p:cTn>
                                        <p:tgtEl>
                                          <p:spTgt spid="1065"/>
                                        </p:tgtEl>
                                        <p:attrNameLst>
                                          <p:attrName>style.visibility</p:attrName>
                                        </p:attrNameLst>
                                      </p:cBhvr>
                                      <p:to>
                                        <p:strVal val="hidden"/>
                                      </p:to>
                                    </p:set>
                                  </p:childTnLst>
                                </p:cTn>
                              </p:par>
                              <p:par>
                                <p:cTn id="2181" nodeType="withEffect" fill="hold" presetClass="exit" presetID="1">
                                  <p:stCondLst>
                                    <p:cond delay="0"/>
                                  </p:stCondLst>
                                  <p:childTnLst>
                                    <p:set>
                                      <p:cBhvr>
                                        <p:cTn id="2182" dur="1" fill="hold">
                                          <p:stCondLst>
                                            <p:cond delay="0"/>
                                          </p:stCondLst>
                                        </p:cTn>
                                        <p:tgtEl>
                                          <p:spTgt spid="1064"/>
                                        </p:tgtEl>
                                        <p:attrNameLst>
                                          <p:attrName>style.visibility</p:attrName>
                                        </p:attrNameLst>
                                      </p:cBhvr>
                                      <p:to>
                                        <p:strVal val="hidden"/>
                                      </p:to>
                                    </p:set>
                                  </p:childTnLst>
                                </p:cTn>
                              </p:par>
                              <p:par>
                                <p:cTn id="2183" nodeType="withEffect" fill="hold" presetClass="exit" presetID="1">
                                  <p:stCondLst>
                                    <p:cond delay="0"/>
                                  </p:stCondLst>
                                  <p:childTnLst>
                                    <p:set>
                                      <p:cBhvr>
                                        <p:cTn id="2184" dur="1" fill="hold">
                                          <p:stCondLst>
                                            <p:cond delay="0"/>
                                          </p:stCondLst>
                                        </p:cTn>
                                        <p:tgtEl>
                                          <p:spTgt spid="1069"/>
                                        </p:tgtEl>
                                        <p:attrNameLst>
                                          <p:attrName>style.visibility</p:attrName>
                                        </p:attrNameLst>
                                      </p:cBhvr>
                                      <p:to>
                                        <p:strVal val="hidden"/>
                                      </p:to>
                                    </p:set>
                                  </p:childTnLst>
                                </p:cTn>
                              </p:par>
                              <p:par>
                                <p:cTn id="2185" nodeType="withEffect" fill="hold" presetClass="exit" presetID="1">
                                  <p:stCondLst>
                                    <p:cond delay="0"/>
                                  </p:stCondLst>
                                  <p:childTnLst>
                                    <p:set>
                                      <p:cBhvr>
                                        <p:cTn id="2186" dur="1" fill="hold">
                                          <p:stCondLst>
                                            <p:cond delay="0"/>
                                          </p:stCondLst>
                                        </p:cTn>
                                        <p:tgtEl>
                                          <p:spTgt spid="1068"/>
                                        </p:tgtEl>
                                        <p:attrNameLst>
                                          <p:attrName>style.visibility</p:attrName>
                                        </p:attrNameLst>
                                      </p:cBhvr>
                                      <p:to>
                                        <p:strVal val="hidden"/>
                                      </p:to>
                                    </p:set>
                                  </p:childTnLst>
                                </p:cTn>
                              </p:par>
                              <p:par>
                                <p:cTn id="2187" nodeType="withEffect" fill="hold" presetClass="exit" presetID="1">
                                  <p:stCondLst>
                                    <p:cond delay="0"/>
                                  </p:stCondLst>
                                  <p:childTnLst>
                                    <p:set>
                                      <p:cBhvr>
                                        <p:cTn id="2188" dur="1" fill="hold">
                                          <p:stCondLst>
                                            <p:cond delay="0"/>
                                          </p:stCondLst>
                                        </p:cTn>
                                        <p:tgtEl>
                                          <p:spTgt spid="1073"/>
                                        </p:tgtEl>
                                        <p:attrNameLst>
                                          <p:attrName>style.visibility</p:attrName>
                                        </p:attrNameLst>
                                      </p:cBhvr>
                                      <p:to>
                                        <p:strVal val="hidden"/>
                                      </p:to>
                                    </p:set>
                                  </p:childTnLst>
                                </p:cTn>
                              </p:par>
                              <p:par>
                                <p:cTn id="2189" nodeType="withEffect" fill="hold" presetClass="exit" presetID="1">
                                  <p:stCondLst>
                                    <p:cond delay="0"/>
                                  </p:stCondLst>
                                  <p:childTnLst>
                                    <p:set>
                                      <p:cBhvr>
                                        <p:cTn id="2190" dur="1" fill="hold">
                                          <p:stCondLst>
                                            <p:cond delay="0"/>
                                          </p:stCondLst>
                                        </p:cTn>
                                        <p:tgtEl>
                                          <p:spTgt spid="1072"/>
                                        </p:tgtEl>
                                        <p:attrNameLst>
                                          <p:attrName>style.visibility</p:attrName>
                                        </p:attrNameLst>
                                      </p:cBhvr>
                                      <p:to>
                                        <p:strVal val="hidden"/>
                                      </p:to>
                                    </p:set>
                                  </p:childTnLst>
                                </p:cTn>
                              </p:par>
                              <p:par>
                                <p:cTn id="2191" nodeType="withEffect" fill="hold" presetClass="exit" presetID="1">
                                  <p:stCondLst>
                                    <p:cond delay="0"/>
                                  </p:stCondLst>
                                  <p:childTnLst>
                                    <p:set>
                                      <p:cBhvr>
                                        <p:cTn id="2192" dur="1" fill="hold">
                                          <p:stCondLst>
                                            <p:cond delay="0"/>
                                          </p:stCondLst>
                                        </p:cTn>
                                        <p:tgtEl>
                                          <p:spTgt spid="1077"/>
                                        </p:tgtEl>
                                        <p:attrNameLst>
                                          <p:attrName>style.visibility</p:attrName>
                                        </p:attrNameLst>
                                      </p:cBhvr>
                                      <p:to>
                                        <p:strVal val="hidden"/>
                                      </p:to>
                                    </p:set>
                                  </p:childTnLst>
                                </p:cTn>
                              </p:par>
                              <p:par>
                                <p:cTn id="2193" nodeType="withEffect" fill="hold" presetClass="exit" presetID="1">
                                  <p:stCondLst>
                                    <p:cond delay="0"/>
                                  </p:stCondLst>
                                  <p:childTnLst>
                                    <p:set>
                                      <p:cBhvr>
                                        <p:cTn id="2194" dur="1" fill="hold">
                                          <p:stCondLst>
                                            <p:cond delay="0"/>
                                          </p:stCondLst>
                                        </p:cTn>
                                        <p:tgtEl>
                                          <p:spTgt spid="10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195" restart="whenNotActive" nodeType="interactiveSeq" fill="hold">
                <p:stCondLst>
                  <p:cond delay="0" evt="onClick">
                    <p:tgtEl>
                      <p:spTgt spid="1062"/>
                    </p:tgtEl>
                  </p:cond>
                </p:stCondLst>
                <p:childTnLst>
                  <p:par>
                    <p:cTn id="2196" fill="hold">
                      <p:stCondLst>
                        <p:cond delay="0" evt="onClick">
                          <p:tgtEl>
                            <p:spTgt spid="1062"/>
                          </p:tgtEl>
                        </p:cond>
                      </p:stCondLst>
                      <p:childTnLst>
                        <p:par>
                          <p:cTn id="2197" fill="hold">
                            <p:stCondLst>
                              <p:cond delay="0"/>
                            </p:stCondLst>
                            <p:childTnLst>
                              <p:par>
                                <p:cTn id="2198" nodeType="clickEffect" fill="hold" presetClass="entr" presetID="16" presetSubtype="21">
                                  <p:stCondLst>
                                    <p:cond delay="0"/>
                                  </p:stCondLst>
                                  <p:childTnLst>
                                    <p:set>
                                      <p:cBhvr>
                                        <p:cTn id="2199" dur="1" fill="hold">
                                          <p:stCondLst>
                                            <p:cond delay="0"/>
                                          </p:stCondLst>
                                        </p:cTn>
                                        <p:tgtEl>
                                          <p:spTgt spid="1065"/>
                                        </p:tgtEl>
                                        <p:attrNameLst>
                                          <p:attrName>style.visibility</p:attrName>
                                        </p:attrNameLst>
                                      </p:cBhvr>
                                      <p:to>
                                        <p:strVal val="visible"/>
                                      </p:to>
                                    </p:set>
                                    <p:animEffect filter="barn(inVertical)" transition="in">
                                      <p:cBhvr additive="repl">
                                        <p:cTn id="2200" dur="500"/>
                                        <p:tgtEl>
                                          <p:spTgt spid="1065"/>
                                        </p:tgtEl>
                                      </p:cBhvr>
                                    </p:animEffect>
                                  </p:childTnLst>
                                </p:cTn>
                              </p:par>
                              <p:par>
                                <p:cTn id="2201" nodeType="withEffect" fill="hold" presetClass="entr" presetID="16" presetSubtype="21">
                                  <p:stCondLst>
                                    <p:cond delay="0"/>
                                  </p:stCondLst>
                                  <p:childTnLst>
                                    <p:set>
                                      <p:cBhvr>
                                        <p:cTn id="2202" dur="1" fill="hold">
                                          <p:stCondLst>
                                            <p:cond delay="0"/>
                                          </p:stCondLst>
                                        </p:cTn>
                                        <p:tgtEl>
                                          <p:spTgt spid="1064"/>
                                        </p:tgtEl>
                                        <p:attrNameLst>
                                          <p:attrName>style.visibility</p:attrName>
                                        </p:attrNameLst>
                                      </p:cBhvr>
                                      <p:to>
                                        <p:strVal val="visible"/>
                                      </p:to>
                                    </p:set>
                                    <p:animEffect filter="barn(inVertical)" transition="in">
                                      <p:cBhvr additive="repl">
                                        <p:cTn id="2203" dur="500"/>
                                        <p:tgtEl>
                                          <p:spTgt spid="1064"/>
                                        </p:tgtEl>
                                      </p:cBhvr>
                                    </p:animEffect>
                                  </p:childTnLst>
                                </p:cTn>
                              </p:par>
                              <p:par>
                                <p:cTn id="2204" nodeType="withEffect" fill="hold" presetClass="emph" presetID="1" presetSubtype="2">
                                  <p:stCondLst>
                                    <p:cond delay="0"/>
                                  </p:stCondLst>
                                  <p:childTnLst>
                                    <p:animClr clrSpc="rgb">
                                      <p:cBhvr>
                                        <p:cTn id="2205" dur="500" fill="hold"/>
                                        <p:tgtEl>
                                          <p:spTgt spid="1063"/>
                                        </p:tgtEl>
                                        <p:attrNameLst>
                                          <p:attrName>fillcolor</p:attrName>
                                        </p:attrNameLst>
                                      </p:cBhvr>
                                      <p:to>
                                        <a:srgbClr val="8a80e4"/>
                                      </p:to>
                                    </p:animClr>
                                    <p:set>
                                      <p:cBhvr>
                                        <p:cTn id="2206" dur="500" fill="hold"/>
                                        <p:tgtEl>
                                          <p:spTgt spid="1063"/>
                                        </p:tgtEl>
                                        <p:attrNameLst>
                                          <p:attrName>fill.type</p:attrName>
                                        </p:attrNameLst>
                                      </p:cBhvr>
                                      <p:to>
                                        <p:strVal val="solid"/>
                                      </p:to>
                                    </p:set>
                                    <p:set>
                                      <p:cBhvr>
                                        <p:cTn id="2207" dur="500" fill="hold"/>
                                        <p:tgtEl>
                                          <p:spTgt spid="1063"/>
                                        </p:tgtEl>
                                        <p:attrNameLst>
                                          <p:attrName>fill.on</p:attrName>
                                        </p:attrNameLst>
                                      </p:cBhvr>
                                      <p:to>
                                        <p:strVal val="true"/>
                                      </p:to>
                                    </p:set>
                                  </p:childTnLst>
                                </p:cTn>
                              </p:par>
                              <p:par>
                                <p:cTn id="2208" nodeType="withEffect" fill="hold" presetClass="emph" presetID="1" presetSubtype="2">
                                  <p:stCondLst>
                                    <p:cond delay="0"/>
                                  </p:stCondLst>
                                  <p:childTnLst>
                                    <p:animClr clrSpc="rgb">
                                      <p:cBhvr>
                                        <p:cTn id="2209" dur="500" fill="hold"/>
                                        <p:tgtEl>
                                          <p:spTgt spid="1067"/>
                                        </p:tgtEl>
                                        <p:attrNameLst>
                                          <p:attrName>fillcolor</p:attrName>
                                        </p:attrNameLst>
                                      </p:cBhvr>
                                      <p:to>
                                        <a:srgbClr val="95b3d7"/>
                                      </p:to>
                                    </p:animClr>
                                    <p:set>
                                      <p:cBhvr>
                                        <p:cTn id="2210" dur="500" fill="hold"/>
                                        <p:tgtEl>
                                          <p:spTgt spid="1067"/>
                                        </p:tgtEl>
                                        <p:attrNameLst>
                                          <p:attrName>fill.type</p:attrName>
                                        </p:attrNameLst>
                                      </p:cBhvr>
                                      <p:to>
                                        <p:strVal val="solid"/>
                                      </p:to>
                                    </p:set>
                                    <p:set>
                                      <p:cBhvr>
                                        <p:cTn id="2211" dur="500" fill="hold"/>
                                        <p:tgtEl>
                                          <p:spTgt spid="1067"/>
                                        </p:tgtEl>
                                        <p:attrNameLst>
                                          <p:attrName>fill.on</p:attrName>
                                        </p:attrNameLst>
                                      </p:cBhvr>
                                      <p:to>
                                        <p:strVal val="true"/>
                                      </p:to>
                                    </p:set>
                                  </p:childTnLst>
                                </p:cTn>
                              </p:par>
                              <p:par>
                                <p:cTn id="2212" nodeType="withEffect" fill="hold" presetClass="emph" presetID="1" presetSubtype="2">
                                  <p:stCondLst>
                                    <p:cond delay="0"/>
                                  </p:stCondLst>
                                  <p:childTnLst>
                                    <p:animClr clrSpc="rgb">
                                      <p:cBhvr>
                                        <p:cTn id="2213" dur="500" fill="hold"/>
                                        <p:tgtEl>
                                          <p:spTgt spid="1071"/>
                                        </p:tgtEl>
                                        <p:attrNameLst>
                                          <p:attrName>fillcolor</p:attrName>
                                        </p:attrNameLst>
                                      </p:cBhvr>
                                      <p:to>
                                        <a:srgbClr val="95b3d7"/>
                                      </p:to>
                                    </p:animClr>
                                    <p:set>
                                      <p:cBhvr>
                                        <p:cTn id="2214" dur="500" fill="hold"/>
                                        <p:tgtEl>
                                          <p:spTgt spid="1071"/>
                                        </p:tgtEl>
                                        <p:attrNameLst>
                                          <p:attrName>fill.type</p:attrName>
                                        </p:attrNameLst>
                                      </p:cBhvr>
                                      <p:to>
                                        <p:strVal val="solid"/>
                                      </p:to>
                                    </p:set>
                                    <p:set>
                                      <p:cBhvr>
                                        <p:cTn id="2215" dur="500" fill="hold"/>
                                        <p:tgtEl>
                                          <p:spTgt spid="1071"/>
                                        </p:tgtEl>
                                        <p:attrNameLst>
                                          <p:attrName>fill.on</p:attrName>
                                        </p:attrNameLst>
                                      </p:cBhvr>
                                      <p:to>
                                        <p:strVal val="true"/>
                                      </p:to>
                                    </p:set>
                                  </p:childTnLst>
                                </p:cTn>
                              </p:par>
                              <p:par>
                                <p:cTn id="2216" nodeType="withEffect" fill="hold" presetClass="emph" presetID="1" presetSubtype="2">
                                  <p:stCondLst>
                                    <p:cond delay="0"/>
                                  </p:stCondLst>
                                  <p:childTnLst>
                                    <p:animClr clrSpc="rgb">
                                      <p:cBhvr>
                                        <p:cTn id="2217" dur="500" fill="hold"/>
                                        <p:tgtEl>
                                          <p:spTgt spid="1075"/>
                                        </p:tgtEl>
                                        <p:attrNameLst>
                                          <p:attrName>fillcolor</p:attrName>
                                        </p:attrNameLst>
                                      </p:cBhvr>
                                      <p:to>
                                        <a:srgbClr val="95b3d7"/>
                                      </p:to>
                                    </p:animClr>
                                    <p:set>
                                      <p:cBhvr>
                                        <p:cTn id="2218" dur="500" fill="hold"/>
                                        <p:tgtEl>
                                          <p:spTgt spid="1075"/>
                                        </p:tgtEl>
                                        <p:attrNameLst>
                                          <p:attrName>fill.type</p:attrName>
                                        </p:attrNameLst>
                                      </p:cBhvr>
                                      <p:to>
                                        <p:strVal val="solid"/>
                                      </p:to>
                                    </p:set>
                                    <p:set>
                                      <p:cBhvr>
                                        <p:cTn id="2219" dur="500" fill="hold"/>
                                        <p:tgtEl>
                                          <p:spTgt spid="1075"/>
                                        </p:tgtEl>
                                        <p:attrNameLst>
                                          <p:attrName>fill.on</p:attrName>
                                        </p:attrNameLst>
                                      </p:cBhvr>
                                      <p:to>
                                        <p:strVal val="true"/>
                                      </p:to>
                                    </p:set>
                                  </p:childTnLst>
                                </p:cTn>
                              </p:par>
                              <p:par>
                                <p:cTn id="2220" nodeType="withEffect" fill="hold" presetClass="exit" presetID="10">
                                  <p:stCondLst>
                                    <p:cond delay="0"/>
                                  </p:stCondLst>
                                  <p:childTnLst>
                                    <p:animEffect filter="fade" transition="out">
                                      <p:cBhvr additive="repl">
                                        <p:cTn id="2221" dur="500"/>
                                        <p:tgtEl>
                                          <p:spTgt spid="1069"/>
                                        </p:tgtEl>
                                      </p:cBhvr>
                                    </p:animEffect>
                                    <p:set>
                                      <p:cBhvr>
                                        <p:cTn id="2222" dur="1" fill="hold">
                                          <p:stCondLst>
                                            <p:cond delay="499"/>
                                          </p:stCondLst>
                                        </p:cTn>
                                        <p:tgtEl>
                                          <p:spTgt spid="1069"/>
                                        </p:tgtEl>
                                        <p:attrNameLst>
                                          <p:attrName>style.visibility</p:attrName>
                                        </p:attrNameLst>
                                      </p:cBhvr>
                                      <p:to>
                                        <p:strVal val="hidden"/>
                                      </p:to>
                                    </p:set>
                                  </p:childTnLst>
                                </p:cTn>
                              </p:par>
                              <p:par>
                                <p:cTn id="2223" nodeType="withEffect" fill="hold" presetClass="exit" presetID="10">
                                  <p:stCondLst>
                                    <p:cond delay="0"/>
                                  </p:stCondLst>
                                  <p:childTnLst>
                                    <p:animEffect filter="fade" transition="out">
                                      <p:cBhvr additive="repl">
                                        <p:cTn id="2224" dur="500"/>
                                        <p:tgtEl>
                                          <p:spTgt spid="1068"/>
                                        </p:tgtEl>
                                      </p:cBhvr>
                                    </p:animEffect>
                                    <p:set>
                                      <p:cBhvr>
                                        <p:cTn id="2225" dur="1" fill="hold">
                                          <p:stCondLst>
                                            <p:cond delay="499"/>
                                          </p:stCondLst>
                                        </p:cTn>
                                        <p:tgtEl>
                                          <p:spTgt spid="1068"/>
                                        </p:tgtEl>
                                        <p:attrNameLst>
                                          <p:attrName>style.visibility</p:attrName>
                                        </p:attrNameLst>
                                      </p:cBhvr>
                                      <p:to>
                                        <p:strVal val="hidden"/>
                                      </p:to>
                                    </p:set>
                                  </p:childTnLst>
                                </p:cTn>
                              </p:par>
                              <p:par>
                                <p:cTn id="2226" nodeType="withEffect" fill="hold" presetClass="exit" presetID="10">
                                  <p:stCondLst>
                                    <p:cond delay="0"/>
                                  </p:stCondLst>
                                  <p:childTnLst>
                                    <p:animEffect filter="fade" transition="out">
                                      <p:cBhvr additive="repl">
                                        <p:cTn id="2227" dur="500"/>
                                        <p:tgtEl>
                                          <p:spTgt spid="1073"/>
                                        </p:tgtEl>
                                      </p:cBhvr>
                                    </p:animEffect>
                                    <p:set>
                                      <p:cBhvr>
                                        <p:cTn id="2228" dur="1" fill="hold">
                                          <p:stCondLst>
                                            <p:cond delay="499"/>
                                          </p:stCondLst>
                                        </p:cTn>
                                        <p:tgtEl>
                                          <p:spTgt spid="1073"/>
                                        </p:tgtEl>
                                        <p:attrNameLst>
                                          <p:attrName>style.visibility</p:attrName>
                                        </p:attrNameLst>
                                      </p:cBhvr>
                                      <p:to>
                                        <p:strVal val="hidden"/>
                                      </p:to>
                                    </p:set>
                                  </p:childTnLst>
                                </p:cTn>
                              </p:par>
                              <p:par>
                                <p:cTn id="2229" nodeType="withEffect" fill="hold" presetClass="exit" presetID="10">
                                  <p:stCondLst>
                                    <p:cond delay="0"/>
                                  </p:stCondLst>
                                  <p:childTnLst>
                                    <p:animEffect filter="fade" transition="out">
                                      <p:cBhvr additive="repl">
                                        <p:cTn id="2230" dur="500"/>
                                        <p:tgtEl>
                                          <p:spTgt spid="1072"/>
                                        </p:tgtEl>
                                      </p:cBhvr>
                                    </p:animEffect>
                                    <p:set>
                                      <p:cBhvr>
                                        <p:cTn id="2231" dur="1" fill="hold">
                                          <p:stCondLst>
                                            <p:cond delay="499"/>
                                          </p:stCondLst>
                                        </p:cTn>
                                        <p:tgtEl>
                                          <p:spTgt spid="1072"/>
                                        </p:tgtEl>
                                        <p:attrNameLst>
                                          <p:attrName>style.visibility</p:attrName>
                                        </p:attrNameLst>
                                      </p:cBhvr>
                                      <p:to>
                                        <p:strVal val="hidden"/>
                                      </p:to>
                                    </p:set>
                                  </p:childTnLst>
                                </p:cTn>
                              </p:par>
                              <p:par>
                                <p:cTn id="2232" nodeType="withEffect" fill="hold" presetClass="exit" presetID="10">
                                  <p:stCondLst>
                                    <p:cond delay="0"/>
                                  </p:stCondLst>
                                  <p:childTnLst>
                                    <p:animEffect filter="fade" transition="out">
                                      <p:cBhvr additive="repl">
                                        <p:cTn id="2233" dur="500"/>
                                        <p:tgtEl>
                                          <p:spTgt spid="1077"/>
                                        </p:tgtEl>
                                      </p:cBhvr>
                                    </p:animEffect>
                                    <p:set>
                                      <p:cBhvr>
                                        <p:cTn id="2234" dur="1" fill="hold">
                                          <p:stCondLst>
                                            <p:cond delay="499"/>
                                          </p:stCondLst>
                                        </p:cTn>
                                        <p:tgtEl>
                                          <p:spTgt spid="1077"/>
                                        </p:tgtEl>
                                        <p:attrNameLst>
                                          <p:attrName>style.visibility</p:attrName>
                                        </p:attrNameLst>
                                      </p:cBhvr>
                                      <p:to>
                                        <p:strVal val="hidden"/>
                                      </p:to>
                                    </p:set>
                                  </p:childTnLst>
                                </p:cTn>
                              </p:par>
                              <p:par>
                                <p:cTn id="2235" nodeType="withEffect" fill="hold" presetClass="exit" presetID="10">
                                  <p:stCondLst>
                                    <p:cond delay="0"/>
                                  </p:stCondLst>
                                  <p:childTnLst>
                                    <p:animEffect filter="fade" transition="out">
                                      <p:cBhvr additive="repl">
                                        <p:cTn id="2236" dur="500"/>
                                        <p:tgtEl>
                                          <p:spTgt spid="1076"/>
                                        </p:tgtEl>
                                      </p:cBhvr>
                                    </p:animEffect>
                                    <p:set>
                                      <p:cBhvr>
                                        <p:cTn id="2237" dur="1" fill="hold">
                                          <p:stCondLst>
                                            <p:cond delay="499"/>
                                          </p:stCondLst>
                                        </p:cTn>
                                        <p:tgtEl>
                                          <p:spTgt spid="10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238" restart="whenNotActive" nodeType="interactiveSeq" fill="hold">
                <p:stCondLst>
                  <p:cond delay="0" evt="onClick">
                    <p:tgtEl>
                      <p:spTgt spid="1065"/>
                    </p:tgtEl>
                  </p:cond>
                </p:stCondLst>
                <p:childTnLst>
                  <p:par>
                    <p:cTn id="2239" fill="hold">
                      <p:stCondLst>
                        <p:cond delay="0" evt="onClick">
                          <p:tgtEl>
                            <p:spTgt spid="1065"/>
                          </p:tgtEl>
                        </p:cond>
                      </p:stCondLst>
                      <p:childTnLst>
                        <p:par>
                          <p:cTn id="2240" fill="hold">
                            <p:stCondLst>
                              <p:cond delay="0"/>
                            </p:stCondLst>
                            <p:childTnLst>
                              <p:par>
                                <p:cTn id="2241" nodeType="clickEffect" fill="hold" presetClass="exit" presetID="9">
                                  <p:stCondLst>
                                    <p:cond delay="0"/>
                                  </p:stCondLst>
                                  <p:childTnLst>
                                    <p:animEffect filter="dissolve" transition="out">
                                      <p:cBhvr additive="repl">
                                        <p:cTn id="2242" dur="500"/>
                                        <p:tgtEl>
                                          <p:spTgt spid="1065"/>
                                        </p:tgtEl>
                                      </p:cBhvr>
                                    </p:animEffect>
                                    <p:set>
                                      <p:cBhvr>
                                        <p:cTn id="2243" dur="1" fill="hold">
                                          <p:stCondLst>
                                            <p:cond delay="499"/>
                                          </p:stCondLst>
                                        </p:cTn>
                                        <p:tgtEl>
                                          <p:spTgt spid="1065"/>
                                        </p:tgtEl>
                                        <p:attrNameLst>
                                          <p:attrName>style.visibility</p:attrName>
                                        </p:attrNameLst>
                                      </p:cBhvr>
                                      <p:to>
                                        <p:strVal val="hidden"/>
                                      </p:to>
                                    </p:set>
                                  </p:childTnLst>
                                </p:cTn>
                              </p:par>
                              <p:par>
                                <p:cTn id="2244" nodeType="withEffect" fill="hold" presetClass="exit" presetID="9">
                                  <p:stCondLst>
                                    <p:cond delay="0"/>
                                  </p:stCondLst>
                                  <p:childTnLst>
                                    <p:animEffect filter="dissolve" transition="out">
                                      <p:cBhvr additive="repl">
                                        <p:cTn id="2245" dur="500"/>
                                        <p:tgtEl>
                                          <p:spTgt spid="1064"/>
                                        </p:tgtEl>
                                      </p:cBhvr>
                                    </p:animEffect>
                                    <p:set>
                                      <p:cBhvr>
                                        <p:cTn id="2246" dur="1" fill="hold">
                                          <p:stCondLst>
                                            <p:cond delay="499"/>
                                          </p:stCondLst>
                                        </p:cTn>
                                        <p:tgtEl>
                                          <p:spTgt spid="1064"/>
                                        </p:tgtEl>
                                        <p:attrNameLst>
                                          <p:attrName>style.visibility</p:attrName>
                                        </p:attrNameLst>
                                      </p:cBhvr>
                                      <p:to>
                                        <p:strVal val="hidden"/>
                                      </p:to>
                                    </p:set>
                                  </p:childTnLst>
                                </p:cTn>
                              </p:par>
                              <p:par>
                                <p:cTn id="2247" nodeType="withEffect" fill="hold" presetClass="emph" presetID="1" presetSubtype="2">
                                  <p:stCondLst>
                                    <p:cond delay="0"/>
                                  </p:stCondLst>
                                  <p:childTnLst>
                                    <p:animClr clrSpc="rgb">
                                      <p:cBhvr>
                                        <p:cTn id="2248" dur="500" fill="hold"/>
                                        <p:tgtEl>
                                          <p:spTgt spid="1063"/>
                                        </p:tgtEl>
                                        <p:attrNameLst>
                                          <p:attrName>fillcolor</p:attrName>
                                        </p:attrNameLst>
                                      </p:cBhvr>
                                      <p:to>
                                        <a:srgbClr val="95b3d7"/>
                                      </p:to>
                                    </p:animClr>
                                    <p:set>
                                      <p:cBhvr>
                                        <p:cTn id="2249" dur="500" fill="hold"/>
                                        <p:tgtEl>
                                          <p:spTgt spid="1063"/>
                                        </p:tgtEl>
                                        <p:attrNameLst>
                                          <p:attrName>fill.type</p:attrName>
                                        </p:attrNameLst>
                                      </p:cBhvr>
                                      <p:to>
                                        <p:strVal val="solid"/>
                                      </p:to>
                                    </p:set>
                                    <p:set>
                                      <p:cBhvr>
                                        <p:cTn id="2250" dur="500" fill="hold"/>
                                        <p:tgtEl>
                                          <p:spTgt spid="106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251" restart="whenNotActive" nodeType="interactiveSeq" fill="hold">
                <p:stCondLst>
                  <p:cond delay="0" evt="onClick">
                    <p:tgtEl>
                      <p:spTgt spid="1066"/>
                    </p:tgtEl>
                  </p:cond>
                </p:stCondLst>
                <p:childTnLst>
                  <p:par>
                    <p:cTn id="2252" fill="hold">
                      <p:stCondLst>
                        <p:cond delay="0" evt="onClick">
                          <p:tgtEl>
                            <p:spTgt spid="1066"/>
                          </p:tgtEl>
                        </p:cond>
                      </p:stCondLst>
                      <p:childTnLst>
                        <p:par>
                          <p:cTn id="2253" fill="hold">
                            <p:stCondLst>
                              <p:cond delay="0"/>
                            </p:stCondLst>
                            <p:childTnLst>
                              <p:par>
                                <p:cTn id="2254" nodeType="clickEffect" fill="hold" presetClass="entr" presetID="16" presetSubtype="21">
                                  <p:stCondLst>
                                    <p:cond delay="0"/>
                                  </p:stCondLst>
                                  <p:childTnLst>
                                    <p:set>
                                      <p:cBhvr>
                                        <p:cTn id="2255" dur="1" fill="hold">
                                          <p:stCondLst>
                                            <p:cond delay="0"/>
                                          </p:stCondLst>
                                        </p:cTn>
                                        <p:tgtEl>
                                          <p:spTgt spid="1069"/>
                                        </p:tgtEl>
                                        <p:attrNameLst>
                                          <p:attrName>style.visibility</p:attrName>
                                        </p:attrNameLst>
                                      </p:cBhvr>
                                      <p:to>
                                        <p:strVal val="visible"/>
                                      </p:to>
                                    </p:set>
                                    <p:animEffect filter="barn(inVertical)" transition="in">
                                      <p:cBhvr additive="repl">
                                        <p:cTn id="2256" dur="500"/>
                                        <p:tgtEl>
                                          <p:spTgt spid="1069"/>
                                        </p:tgtEl>
                                      </p:cBhvr>
                                    </p:animEffect>
                                  </p:childTnLst>
                                </p:cTn>
                              </p:par>
                              <p:par>
                                <p:cTn id="2257" nodeType="withEffect" fill="hold" presetClass="entr" presetID="16" presetSubtype="21">
                                  <p:stCondLst>
                                    <p:cond delay="0"/>
                                  </p:stCondLst>
                                  <p:childTnLst>
                                    <p:set>
                                      <p:cBhvr>
                                        <p:cTn id="2258" dur="1" fill="hold">
                                          <p:stCondLst>
                                            <p:cond delay="0"/>
                                          </p:stCondLst>
                                        </p:cTn>
                                        <p:tgtEl>
                                          <p:spTgt spid="1068"/>
                                        </p:tgtEl>
                                        <p:attrNameLst>
                                          <p:attrName>style.visibility</p:attrName>
                                        </p:attrNameLst>
                                      </p:cBhvr>
                                      <p:to>
                                        <p:strVal val="visible"/>
                                      </p:to>
                                    </p:set>
                                    <p:animEffect filter="barn(inVertical)" transition="in">
                                      <p:cBhvr additive="repl">
                                        <p:cTn id="2259" dur="500"/>
                                        <p:tgtEl>
                                          <p:spTgt spid="1068"/>
                                        </p:tgtEl>
                                      </p:cBhvr>
                                    </p:animEffect>
                                  </p:childTnLst>
                                </p:cTn>
                              </p:par>
                              <p:par>
                                <p:cTn id="2260" nodeType="withEffect" fill="hold" presetClass="emph" presetID="1" presetSubtype="2">
                                  <p:stCondLst>
                                    <p:cond delay="0"/>
                                  </p:stCondLst>
                                  <p:childTnLst>
                                    <p:animClr clrSpc="rgb">
                                      <p:cBhvr>
                                        <p:cTn id="2261" dur="500" fill="hold"/>
                                        <p:tgtEl>
                                          <p:spTgt spid="1067"/>
                                        </p:tgtEl>
                                        <p:attrNameLst>
                                          <p:attrName>fillcolor</p:attrName>
                                        </p:attrNameLst>
                                      </p:cBhvr>
                                      <p:to>
                                        <a:srgbClr val="8a80e4"/>
                                      </p:to>
                                    </p:animClr>
                                    <p:set>
                                      <p:cBhvr>
                                        <p:cTn id="2262" dur="500" fill="hold"/>
                                        <p:tgtEl>
                                          <p:spTgt spid="1067"/>
                                        </p:tgtEl>
                                        <p:attrNameLst>
                                          <p:attrName>fill.type</p:attrName>
                                        </p:attrNameLst>
                                      </p:cBhvr>
                                      <p:to>
                                        <p:strVal val="solid"/>
                                      </p:to>
                                    </p:set>
                                    <p:set>
                                      <p:cBhvr>
                                        <p:cTn id="2263" dur="500" fill="hold"/>
                                        <p:tgtEl>
                                          <p:spTgt spid="1067"/>
                                        </p:tgtEl>
                                        <p:attrNameLst>
                                          <p:attrName>fill.on</p:attrName>
                                        </p:attrNameLst>
                                      </p:cBhvr>
                                      <p:to>
                                        <p:strVal val="true"/>
                                      </p:to>
                                    </p:set>
                                  </p:childTnLst>
                                </p:cTn>
                              </p:par>
                              <p:par>
                                <p:cTn id="2264" nodeType="withEffect" fill="hold" presetClass="emph" presetID="1" presetSubtype="2">
                                  <p:stCondLst>
                                    <p:cond delay="0"/>
                                  </p:stCondLst>
                                  <p:childTnLst>
                                    <p:animClr clrSpc="rgb">
                                      <p:cBhvr>
                                        <p:cTn id="2265" dur="500" fill="hold"/>
                                        <p:tgtEl>
                                          <p:spTgt spid="1063"/>
                                        </p:tgtEl>
                                        <p:attrNameLst>
                                          <p:attrName>fillcolor</p:attrName>
                                        </p:attrNameLst>
                                      </p:cBhvr>
                                      <p:to>
                                        <a:srgbClr val="95b3d7"/>
                                      </p:to>
                                    </p:animClr>
                                    <p:set>
                                      <p:cBhvr>
                                        <p:cTn id="2266" dur="500" fill="hold"/>
                                        <p:tgtEl>
                                          <p:spTgt spid="1063"/>
                                        </p:tgtEl>
                                        <p:attrNameLst>
                                          <p:attrName>fill.type</p:attrName>
                                        </p:attrNameLst>
                                      </p:cBhvr>
                                      <p:to>
                                        <p:strVal val="solid"/>
                                      </p:to>
                                    </p:set>
                                    <p:set>
                                      <p:cBhvr>
                                        <p:cTn id="2267" dur="500" fill="hold"/>
                                        <p:tgtEl>
                                          <p:spTgt spid="1063"/>
                                        </p:tgtEl>
                                        <p:attrNameLst>
                                          <p:attrName>fill.on</p:attrName>
                                        </p:attrNameLst>
                                      </p:cBhvr>
                                      <p:to>
                                        <p:strVal val="true"/>
                                      </p:to>
                                    </p:set>
                                  </p:childTnLst>
                                </p:cTn>
                              </p:par>
                              <p:par>
                                <p:cTn id="2268" nodeType="withEffect" fill="hold" presetClass="emph" presetID="1" presetSubtype="2">
                                  <p:stCondLst>
                                    <p:cond delay="0"/>
                                  </p:stCondLst>
                                  <p:childTnLst>
                                    <p:animClr clrSpc="rgb">
                                      <p:cBhvr>
                                        <p:cTn id="2269" dur="500" fill="hold"/>
                                        <p:tgtEl>
                                          <p:spTgt spid="1071"/>
                                        </p:tgtEl>
                                        <p:attrNameLst>
                                          <p:attrName>fillcolor</p:attrName>
                                        </p:attrNameLst>
                                      </p:cBhvr>
                                      <p:to>
                                        <a:srgbClr val="95b3d7"/>
                                      </p:to>
                                    </p:animClr>
                                    <p:set>
                                      <p:cBhvr>
                                        <p:cTn id="2270" dur="500" fill="hold"/>
                                        <p:tgtEl>
                                          <p:spTgt spid="1071"/>
                                        </p:tgtEl>
                                        <p:attrNameLst>
                                          <p:attrName>fill.type</p:attrName>
                                        </p:attrNameLst>
                                      </p:cBhvr>
                                      <p:to>
                                        <p:strVal val="solid"/>
                                      </p:to>
                                    </p:set>
                                    <p:set>
                                      <p:cBhvr>
                                        <p:cTn id="2271" dur="500" fill="hold"/>
                                        <p:tgtEl>
                                          <p:spTgt spid="1071"/>
                                        </p:tgtEl>
                                        <p:attrNameLst>
                                          <p:attrName>fill.on</p:attrName>
                                        </p:attrNameLst>
                                      </p:cBhvr>
                                      <p:to>
                                        <p:strVal val="true"/>
                                      </p:to>
                                    </p:set>
                                  </p:childTnLst>
                                </p:cTn>
                              </p:par>
                              <p:par>
                                <p:cTn id="2272" nodeType="withEffect" fill="hold" presetClass="emph" presetID="1" presetSubtype="2">
                                  <p:stCondLst>
                                    <p:cond delay="0"/>
                                  </p:stCondLst>
                                  <p:childTnLst>
                                    <p:animClr clrSpc="rgb">
                                      <p:cBhvr>
                                        <p:cTn id="2273" dur="500" fill="hold"/>
                                        <p:tgtEl>
                                          <p:spTgt spid="1075"/>
                                        </p:tgtEl>
                                        <p:attrNameLst>
                                          <p:attrName>fillcolor</p:attrName>
                                        </p:attrNameLst>
                                      </p:cBhvr>
                                      <p:to>
                                        <a:srgbClr val="95b3d7"/>
                                      </p:to>
                                    </p:animClr>
                                    <p:set>
                                      <p:cBhvr>
                                        <p:cTn id="2274" dur="500" fill="hold"/>
                                        <p:tgtEl>
                                          <p:spTgt spid="1075"/>
                                        </p:tgtEl>
                                        <p:attrNameLst>
                                          <p:attrName>fill.type</p:attrName>
                                        </p:attrNameLst>
                                      </p:cBhvr>
                                      <p:to>
                                        <p:strVal val="solid"/>
                                      </p:to>
                                    </p:set>
                                    <p:set>
                                      <p:cBhvr>
                                        <p:cTn id="2275" dur="500" fill="hold"/>
                                        <p:tgtEl>
                                          <p:spTgt spid="1075"/>
                                        </p:tgtEl>
                                        <p:attrNameLst>
                                          <p:attrName>fill.on</p:attrName>
                                        </p:attrNameLst>
                                      </p:cBhvr>
                                      <p:to>
                                        <p:strVal val="true"/>
                                      </p:to>
                                    </p:set>
                                  </p:childTnLst>
                                </p:cTn>
                              </p:par>
                              <p:par>
                                <p:cTn id="2276" nodeType="withEffect" fill="hold" presetClass="exit" presetID="10">
                                  <p:stCondLst>
                                    <p:cond delay="0"/>
                                  </p:stCondLst>
                                  <p:childTnLst>
                                    <p:animEffect filter="fade" transition="out">
                                      <p:cBhvr additive="repl">
                                        <p:cTn id="2277" dur="500"/>
                                        <p:tgtEl>
                                          <p:spTgt spid="1065"/>
                                        </p:tgtEl>
                                      </p:cBhvr>
                                    </p:animEffect>
                                    <p:set>
                                      <p:cBhvr>
                                        <p:cTn id="2278" dur="1" fill="hold">
                                          <p:stCondLst>
                                            <p:cond delay="499"/>
                                          </p:stCondLst>
                                        </p:cTn>
                                        <p:tgtEl>
                                          <p:spTgt spid="1065"/>
                                        </p:tgtEl>
                                        <p:attrNameLst>
                                          <p:attrName>style.visibility</p:attrName>
                                        </p:attrNameLst>
                                      </p:cBhvr>
                                      <p:to>
                                        <p:strVal val="hidden"/>
                                      </p:to>
                                    </p:set>
                                  </p:childTnLst>
                                </p:cTn>
                              </p:par>
                              <p:par>
                                <p:cTn id="2279" nodeType="withEffect" fill="hold" presetClass="exit" presetID="10">
                                  <p:stCondLst>
                                    <p:cond delay="0"/>
                                  </p:stCondLst>
                                  <p:childTnLst>
                                    <p:animEffect filter="fade" transition="out">
                                      <p:cBhvr additive="repl">
                                        <p:cTn id="2280" dur="500"/>
                                        <p:tgtEl>
                                          <p:spTgt spid="1064"/>
                                        </p:tgtEl>
                                      </p:cBhvr>
                                    </p:animEffect>
                                    <p:set>
                                      <p:cBhvr>
                                        <p:cTn id="2281" dur="1" fill="hold">
                                          <p:stCondLst>
                                            <p:cond delay="499"/>
                                          </p:stCondLst>
                                        </p:cTn>
                                        <p:tgtEl>
                                          <p:spTgt spid="1064"/>
                                        </p:tgtEl>
                                        <p:attrNameLst>
                                          <p:attrName>style.visibility</p:attrName>
                                        </p:attrNameLst>
                                      </p:cBhvr>
                                      <p:to>
                                        <p:strVal val="hidden"/>
                                      </p:to>
                                    </p:set>
                                  </p:childTnLst>
                                </p:cTn>
                              </p:par>
                              <p:par>
                                <p:cTn id="2282" nodeType="withEffect" fill="hold" presetClass="exit" presetID="10">
                                  <p:stCondLst>
                                    <p:cond delay="0"/>
                                  </p:stCondLst>
                                  <p:childTnLst>
                                    <p:animEffect filter="fade" transition="out">
                                      <p:cBhvr additive="repl">
                                        <p:cTn id="2283" dur="500"/>
                                        <p:tgtEl>
                                          <p:spTgt spid="1073"/>
                                        </p:tgtEl>
                                      </p:cBhvr>
                                    </p:animEffect>
                                    <p:set>
                                      <p:cBhvr>
                                        <p:cTn id="2284" dur="1" fill="hold">
                                          <p:stCondLst>
                                            <p:cond delay="499"/>
                                          </p:stCondLst>
                                        </p:cTn>
                                        <p:tgtEl>
                                          <p:spTgt spid="1073"/>
                                        </p:tgtEl>
                                        <p:attrNameLst>
                                          <p:attrName>style.visibility</p:attrName>
                                        </p:attrNameLst>
                                      </p:cBhvr>
                                      <p:to>
                                        <p:strVal val="hidden"/>
                                      </p:to>
                                    </p:set>
                                  </p:childTnLst>
                                </p:cTn>
                              </p:par>
                              <p:par>
                                <p:cTn id="2285" nodeType="withEffect" fill="hold" presetClass="exit" presetID="10">
                                  <p:stCondLst>
                                    <p:cond delay="0"/>
                                  </p:stCondLst>
                                  <p:childTnLst>
                                    <p:animEffect filter="fade" transition="out">
                                      <p:cBhvr additive="repl">
                                        <p:cTn id="2286" dur="500"/>
                                        <p:tgtEl>
                                          <p:spTgt spid="1072"/>
                                        </p:tgtEl>
                                      </p:cBhvr>
                                    </p:animEffect>
                                    <p:set>
                                      <p:cBhvr>
                                        <p:cTn id="2287" dur="1" fill="hold">
                                          <p:stCondLst>
                                            <p:cond delay="499"/>
                                          </p:stCondLst>
                                        </p:cTn>
                                        <p:tgtEl>
                                          <p:spTgt spid="1072"/>
                                        </p:tgtEl>
                                        <p:attrNameLst>
                                          <p:attrName>style.visibility</p:attrName>
                                        </p:attrNameLst>
                                      </p:cBhvr>
                                      <p:to>
                                        <p:strVal val="hidden"/>
                                      </p:to>
                                    </p:set>
                                  </p:childTnLst>
                                </p:cTn>
                              </p:par>
                              <p:par>
                                <p:cTn id="2288" nodeType="withEffect" fill="hold" presetClass="exit" presetID="10">
                                  <p:stCondLst>
                                    <p:cond delay="0"/>
                                  </p:stCondLst>
                                  <p:childTnLst>
                                    <p:animEffect filter="fade" transition="out">
                                      <p:cBhvr additive="repl">
                                        <p:cTn id="2289" dur="500"/>
                                        <p:tgtEl>
                                          <p:spTgt spid="1077"/>
                                        </p:tgtEl>
                                      </p:cBhvr>
                                    </p:animEffect>
                                    <p:set>
                                      <p:cBhvr>
                                        <p:cTn id="2290" dur="1" fill="hold">
                                          <p:stCondLst>
                                            <p:cond delay="499"/>
                                          </p:stCondLst>
                                        </p:cTn>
                                        <p:tgtEl>
                                          <p:spTgt spid="1077"/>
                                        </p:tgtEl>
                                        <p:attrNameLst>
                                          <p:attrName>style.visibility</p:attrName>
                                        </p:attrNameLst>
                                      </p:cBhvr>
                                      <p:to>
                                        <p:strVal val="hidden"/>
                                      </p:to>
                                    </p:set>
                                  </p:childTnLst>
                                </p:cTn>
                              </p:par>
                              <p:par>
                                <p:cTn id="2291" nodeType="withEffect" fill="hold" presetClass="exit" presetID="10">
                                  <p:stCondLst>
                                    <p:cond delay="0"/>
                                  </p:stCondLst>
                                  <p:childTnLst>
                                    <p:animEffect filter="fade" transition="out">
                                      <p:cBhvr additive="repl">
                                        <p:cTn id="2292" dur="500"/>
                                        <p:tgtEl>
                                          <p:spTgt spid="1076"/>
                                        </p:tgtEl>
                                      </p:cBhvr>
                                    </p:animEffect>
                                    <p:set>
                                      <p:cBhvr>
                                        <p:cTn id="2293" dur="1" fill="hold">
                                          <p:stCondLst>
                                            <p:cond delay="499"/>
                                          </p:stCondLst>
                                        </p:cTn>
                                        <p:tgtEl>
                                          <p:spTgt spid="10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294" restart="whenNotActive" nodeType="interactiveSeq" fill="hold">
                <p:stCondLst>
                  <p:cond delay="0" evt="onClick">
                    <p:tgtEl>
                      <p:spTgt spid="1069"/>
                    </p:tgtEl>
                  </p:cond>
                </p:stCondLst>
                <p:childTnLst>
                  <p:par>
                    <p:cTn id="2295" fill="hold">
                      <p:stCondLst>
                        <p:cond delay="0" evt="onClick">
                          <p:tgtEl>
                            <p:spTgt spid="1069"/>
                          </p:tgtEl>
                        </p:cond>
                      </p:stCondLst>
                      <p:childTnLst>
                        <p:par>
                          <p:cTn id="2296" fill="hold">
                            <p:stCondLst>
                              <p:cond delay="0"/>
                            </p:stCondLst>
                            <p:childTnLst>
                              <p:par>
                                <p:cTn id="2297" nodeType="clickEffect" fill="hold" presetClass="exit" presetID="9">
                                  <p:stCondLst>
                                    <p:cond delay="0"/>
                                  </p:stCondLst>
                                  <p:childTnLst>
                                    <p:animEffect filter="dissolve" transition="out">
                                      <p:cBhvr additive="repl">
                                        <p:cTn id="2298" dur="500"/>
                                        <p:tgtEl>
                                          <p:spTgt spid="1069"/>
                                        </p:tgtEl>
                                      </p:cBhvr>
                                    </p:animEffect>
                                    <p:set>
                                      <p:cBhvr>
                                        <p:cTn id="2299" dur="1" fill="hold">
                                          <p:stCondLst>
                                            <p:cond delay="499"/>
                                          </p:stCondLst>
                                        </p:cTn>
                                        <p:tgtEl>
                                          <p:spTgt spid="1069"/>
                                        </p:tgtEl>
                                        <p:attrNameLst>
                                          <p:attrName>style.visibility</p:attrName>
                                        </p:attrNameLst>
                                      </p:cBhvr>
                                      <p:to>
                                        <p:strVal val="hidden"/>
                                      </p:to>
                                    </p:set>
                                  </p:childTnLst>
                                </p:cTn>
                              </p:par>
                              <p:par>
                                <p:cTn id="2300" nodeType="withEffect" fill="hold" presetClass="exit" presetID="9">
                                  <p:stCondLst>
                                    <p:cond delay="0"/>
                                  </p:stCondLst>
                                  <p:childTnLst>
                                    <p:animEffect filter="dissolve" transition="out">
                                      <p:cBhvr additive="repl">
                                        <p:cTn id="2301" dur="500"/>
                                        <p:tgtEl>
                                          <p:spTgt spid="1068"/>
                                        </p:tgtEl>
                                      </p:cBhvr>
                                    </p:animEffect>
                                    <p:set>
                                      <p:cBhvr>
                                        <p:cTn id="2302" dur="1" fill="hold">
                                          <p:stCondLst>
                                            <p:cond delay="499"/>
                                          </p:stCondLst>
                                        </p:cTn>
                                        <p:tgtEl>
                                          <p:spTgt spid="1068"/>
                                        </p:tgtEl>
                                        <p:attrNameLst>
                                          <p:attrName>style.visibility</p:attrName>
                                        </p:attrNameLst>
                                      </p:cBhvr>
                                      <p:to>
                                        <p:strVal val="hidden"/>
                                      </p:to>
                                    </p:set>
                                  </p:childTnLst>
                                </p:cTn>
                              </p:par>
                              <p:par>
                                <p:cTn id="2303" nodeType="withEffect" fill="hold" presetClass="emph" presetID="1" presetSubtype="2">
                                  <p:stCondLst>
                                    <p:cond delay="0"/>
                                  </p:stCondLst>
                                  <p:childTnLst>
                                    <p:animClr clrSpc="rgb">
                                      <p:cBhvr>
                                        <p:cTn id="2304" dur="500" fill="hold"/>
                                        <p:tgtEl>
                                          <p:spTgt spid="1067"/>
                                        </p:tgtEl>
                                        <p:attrNameLst>
                                          <p:attrName>fillcolor</p:attrName>
                                        </p:attrNameLst>
                                      </p:cBhvr>
                                      <p:to>
                                        <a:srgbClr val="95b3d7"/>
                                      </p:to>
                                    </p:animClr>
                                    <p:set>
                                      <p:cBhvr>
                                        <p:cTn id="2305" dur="500" fill="hold"/>
                                        <p:tgtEl>
                                          <p:spTgt spid="1067"/>
                                        </p:tgtEl>
                                        <p:attrNameLst>
                                          <p:attrName>fill.type</p:attrName>
                                        </p:attrNameLst>
                                      </p:cBhvr>
                                      <p:to>
                                        <p:strVal val="solid"/>
                                      </p:to>
                                    </p:set>
                                    <p:set>
                                      <p:cBhvr>
                                        <p:cTn id="2306" dur="500" fill="hold"/>
                                        <p:tgtEl>
                                          <p:spTgt spid="106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307" restart="whenNotActive" nodeType="interactiveSeq" fill="hold">
                <p:stCondLst>
                  <p:cond delay="0" evt="onClick">
                    <p:tgtEl>
                      <p:spTgt spid="1070"/>
                    </p:tgtEl>
                  </p:cond>
                </p:stCondLst>
                <p:childTnLst>
                  <p:par>
                    <p:cTn id="2308" fill="hold">
                      <p:stCondLst>
                        <p:cond delay="0" evt="onClick">
                          <p:tgtEl>
                            <p:spTgt spid="1070"/>
                          </p:tgtEl>
                        </p:cond>
                      </p:stCondLst>
                      <p:childTnLst>
                        <p:par>
                          <p:cTn id="2309" fill="hold">
                            <p:stCondLst>
                              <p:cond delay="0"/>
                            </p:stCondLst>
                            <p:childTnLst>
                              <p:par>
                                <p:cTn id="2310" nodeType="clickEffect" fill="hold" presetClass="entr" presetID="16" presetSubtype="21">
                                  <p:stCondLst>
                                    <p:cond delay="0"/>
                                  </p:stCondLst>
                                  <p:childTnLst>
                                    <p:set>
                                      <p:cBhvr>
                                        <p:cTn id="2311" dur="1" fill="hold">
                                          <p:stCondLst>
                                            <p:cond delay="0"/>
                                          </p:stCondLst>
                                        </p:cTn>
                                        <p:tgtEl>
                                          <p:spTgt spid="1073"/>
                                        </p:tgtEl>
                                        <p:attrNameLst>
                                          <p:attrName>style.visibility</p:attrName>
                                        </p:attrNameLst>
                                      </p:cBhvr>
                                      <p:to>
                                        <p:strVal val="visible"/>
                                      </p:to>
                                    </p:set>
                                    <p:animEffect filter="barn(inVertical)" transition="in">
                                      <p:cBhvr additive="repl">
                                        <p:cTn id="2312" dur="500"/>
                                        <p:tgtEl>
                                          <p:spTgt spid="1073"/>
                                        </p:tgtEl>
                                      </p:cBhvr>
                                    </p:animEffect>
                                  </p:childTnLst>
                                </p:cTn>
                              </p:par>
                              <p:par>
                                <p:cTn id="2313" nodeType="withEffect" fill="hold" presetClass="entr" presetID="16" presetSubtype="21">
                                  <p:stCondLst>
                                    <p:cond delay="0"/>
                                  </p:stCondLst>
                                  <p:childTnLst>
                                    <p:set>
                                      <p:cBhvr>
                                        <p:cTn id="2314" dur="1" fill="hold">
                                          <p:stCondLst>
                                            <p:cond delay="0"/>
                                          </p:stCondLst>
                                        </p:cTn>
                                        <p:tgtEl>
                                          <p:spTgt spid="1072"/>
                                        </p:tgtEl>
                                        <p:attrNameLst>
                                          <p:attrName>style.visibility</p:attrName>
                                        </p:attrNameLst>
                                      </p:cBhvr>
                                      <p:to>
                                        <p:strVal val="visible"/>
                                      </p:to>
                                    </p:set>
                                    <p:animEffect filter="barn(inVertical)" transition="in">
                                      <p:cBhvr additive="repl">
                                        <p:cTn id="2315" dur="500"/>
                                        <p:tgtEl>
                                          <p:spTgt spid="1072"/>
                                        </p:tgtEl>
                                      </p:cBhvr>
                                    </p:animEffect>
                                  </p:childTnLst>
                                </p:cTn>
                              </p:par>
                              <p:par>
                                <p:cTn id="2316" nodeType="withEffect" fill="hold" presetClass="emph" presetID="1" presetSubtype="2">
                                  <p:stCondLst>
                                    <p:cond delay="0"/>
                                  </p:stCondLst>
                                  <p:childTnLst>
                                    <p:animClr clrSpc="rgb">
                                      <p:cBhvr>
                                        <p:cTn id="2317" dur="500" fill="hold"/>
                                        <p:tgtEl>
                                          <p:spTgt spid="1071"/>
                                        </p:tgtEl>
                                        <p:attrNameLst>
                                          <p:attrName>fillcolor</p:attrName>
                                        </p:attrNameLst>
                                      </p:cBhvr>
                                      <p:to>
                                        <a:srgbClr val="8a80e4"/>
                                      </p:to>
                                    </p:animClr>
                                    <p:set>
                                      <p:cBhvr>
                                        <p:cTn id="2318" dur="500" fill="hold"/>
                                        <p:tgtEl>
                                          <p:spTgt spid="1071"/>
                                        </p:tgtEl>
                                        <p:attrNameLst>
                                          <p:attrName>fill.type</p:attrName>
                                        </p:attrNameLst>
                                      </p:cBhvr>
                                      <p:to>
                                        <p:strVal val="solid"/>
                                      </p:to>
                                    </p:set>
                                    <p:set>
                                      <p:cBhvr>
                                        <p:cTn id="2319" dur="500" fill="hold"/>
                                        <p:tgtEl>
                                          <p:spTgt spid="1071"/>
                                        </p:tgtEl>
                                        <p:attrNameLst>
                                          <p:attrName>fill.on</p:attrName>
                                        </p:attrNameLst>
                                      </p:cBhvr>
                                      <p:to>
                                        <p:strVal val="true"/>
                                      </p:to>
                                    </p:set>
                                  </p:childTnLst>
                                </p:cTn>
                              </p:par>
                              <p:par>
                                <p:cTn id="2320" nodeType="withEffect" fill="hold" presetClass="emph" presetID="1" presetSubtype="2">
                                  <p:stCondLst>
                                    <p:cond delay="0"/>
                                  </p:stCondLst>
                                  <p:childTnLst>
                                    <p:animClr clrSpc="rgb">
                                      <p:cBhvr>
                                        <p:cTn id="2321" dur="500" fill="hold"/>
                                        <p:tgtEl>
                                          <p:spTgt spid="1063"/>
                                        </p:tgtEl>
                                        <p:attrNameLst>
                                          <p:attrName>fillcolor</p:attrName>
                                        </p:attrNameLst>
                                      </p:cBhvr>
                                      <p:to>
                                        <a:srgbClr val="95b3d7"/>
                                      </p:to>
                                    </p:animClr>
                                    <p:set>
                                      <p:cBhvr>
                                        <p:cTn id="2322" dur="500" fill="hold"/>
                                        <p:tgtEl>
                                          <p:spTgt spid="1063"/>
                                        </p:tgtEl>
                                        <p:attrNameLst>
                                          <p:attrName>fill.type</p:attrName>
                                        </p:attrNameLst>
                                      </p:cBhvr>
                                      <p:to>
                                        <p:strVal val="solid"/>
                                      </p:to>
                                    </p:set>
                                    <p:set>
                                      <p:cBhvr>
                                        <p:cTn id="2323" dur="500" fill="hold"/>
                                        <p:tgtEl>
                                          <p:spTgt spid="1063"/>
                                        </p:tgtEl>
                                        <p:attrNameLst>
                                          <p:attrName>fill.on</p:attrName>
                                        </p:attrNameLst>
                                      </p:cBhvr>
                                      <p:to>
                                        <p:strVal val="true"/>
                                      </p:to>
                                    </p:set>
                                  </p:childTnLst>
                                </p:cTn>
                              </p:par>
                              <p:par>
                                <p:cTn id="2324" nodeType="withEffect" fill="hold" presetClass="emph" presetID="1" presetSubtype="2">
                                  <p:stCondLst>
                                    <p:cond delay="0"/>
                                  </p:stCondLst>
                                  <p:childTnLst>
                                    <p:animClr clrSpc="rgb">
                                      <p:cBhvr>
                                        <p:cTn id="2325" dur="500" fill="hold"/>
                                        <p:tgtEl>
                                          <p:spTgt spid="1067"/>
                                        </p:tgtEl>
                                        <p:attrNameLst>
                                          <p:attrName>fillcolor</p:attrName>
                                        </p:attrNameLst>
                                      </p:cBhvr>
                                      <p:to>
                                        <a:srgbClr val="95b3d7"/>
                                      </p:to>
                                    </p:animClr>
                                    <p:set>
                                      <p:cBhvr>
                                        <p:cTn id="2326" dur="500" fill="hold"/>
                                        <p:tgtEl>
                                          <p:spTgt spid="1067"/>
                                        </p:tgtEl>
                                        <p:attrNameLst>
                                          <p:attrName>fill.type</p:attrName>
                                        </p:attrNameLst>
                                      </p:cBhvr>
                                      <p:to>
                                        <p:strVal val="solid"/>
                                      </p:to>
                                    </p:set>
                                    <p:set>
                                      <p:cBhvr>
                                        <p:cTn id="2327" dur="500" fill="hold"/>
                                        <p:tgtEl>
                                          <p:spTgt spid="1067"/>
                                        </p:tgtEl>
                                        <p:attrNameLst>
                                          <p:attrName>fill.on</p:attrName>
                                        </p:attrNameLst>
                                      </p:cBhvr>
                                      <p:to>
                                        <p:strVal val="true"/>
                                      </p:to>
                                    </p:set>
                                  </p:childTnLst>
                                </p:cTn>
                              </p:par>
                              <p:par>
                                <p:cTn id="2328" nodeType="withEffect" fill="hold" presetClass="emph" presetID="1" presetSubtype="2">
                                  <p:stCondLst>
                                    <p:cond delay="0"/>
                                  </p:stCondLst>
                                  <p:childTnLst>
                                    <p:animClr clrSpc="rgb">
                                      <p:cBhvr>
                                        <p:cTn id="2329" dur="500" fill="hold"/>
                                        <p:tgtEl>
                                          <p:spTgt spid="1075"/>
                                        </p:tgtEl>
                                        <p:attrNameLst>
                                          <p:attrName>fillcolor</p:attrName>
                                        </p:attrNameLst>
                                      </p:cBhvr>
                                      <p:to>
                                        <a:srgbClr val="95b3d7"/>
                                      </p:to>
                                    </p:animClr>
                                    <p:set>
                                      <p:cBhvr>
                                        <p:cTn id="2330" dur="500" fill="hold"/>
                                        <p:tgtEl>
                                          <p:spTgt spid="1075"/>
                                        </p:tgtEl>
                                        <p:attrNameLst>
                                          <p:attrName>fill.type</p:attrName>
                                        </p:attrNameLst>
                                      </p:cBhvr>
                                      <p:to>
                                        <p:strVal val="solid"/>
                                      </p:to>
                                    </p:set>
                                    <p:set>
                                      <p:cBhvr>
                                        <p:cTn id="2331" dur="500" fill="hold"/>
                                        <p:tgtEl>
                                          <p:spTgt spid="1075"/>
                                        </p:tgtEl>
                                        <p:attrNameLst>
                                          <p:attrName>fill.on</p:attrName>
                                        </p:attrNameLst>
                                      </p:cBhvr>
                                      <p:to>
                                        <p:strVal val="true"/>
                                      </p:to>
                                    </p:set>
                                  </p:childTnLst>
                                </p:cTn>
                              </p:par>
                              <p:par>
                                <p:cTn id="2332" nodeType="withEffect" fill="hold" presetClass="exit" presetID="10">
                                  <p:stCondLst>
                                    <p:cond delay="0"/>
                                  </p:stCondLst>
                                  <p:childTnLst>
                                    <p:animEffect filter="fade" transition="out">
                                      <p:cBhvr additive="repl">
                                        <p:cTn id="2333" dur="500"/>
                                        <p:tgtEl>
                                          <p:spTgt spid="1065"/>
                                        </p:tgtEl>
                                      </p:cBhvr>
                                    </p:animEffect>
                                    <p:set>
                                      <p:cBhvr>
                                        <p:cTn id="2334" dur="1" fill="hold">
                                          <p:stCondLst>
                                            <p:cond delay="499"/>
                                          </p:stCondLst>
                                        </p:cTn>
                                        <p:tgtEl>
                                          <p:spTgt spid="1065"/>
                                        </p:tgtEl>
                                        <p:attrNameLst>
                                          <p:attrName>style.visibility</p:attrName>
                                        </p:attrNameLst>
                                      </p:cBhvr>
                                      <p:to>
                                        <p:strVal val="hidden"/>
                                      </p:to>
                                    </p:set>
                                  </p:childTnLst>
                                </p:cTn>
                              </p:par>
                              <p:par>
                                <p:cTn id="2335" nodeType="withEffect" fill="hold" presetClass="exit" presetID="10">
                                  <p:stCondLst>
                                    <p:cond delay="0"/>
                                  </p:stCondLst>
                                  <p:childTnLst>
                                    <p:animEffect filter="fade" transition="out">
                                      <p:cBhvr additive="repl">
                                        <p:cTn id="2336" dur="500"/>
                                        <p:tgtEl>
                                          <p:spTgt spid="1064"/>
                                        </p:tgtEl>
                                      </p:cBhvr>
                                    </p:animEffect>
                                    <p:set>
                                      <p:cBhvr>
                                        <p:cTn id="2337" dur="1" fill="hold">
                                          <p:stCondLst>
                                            <p:cond delay="499"/>
                                          </p:stCondLst>
                                        </p:cTn>
                                        <p:tgtEl>
                                          <p:spTgt spid="1064"/>
                                        </p:tgtEl>
                                        <p:attrNameLst>
                                          <p:attrName>style.visibility</p:attrName>
                                        </p:attrNameLst>
                                      </p:cBhvr>
                                      <p:to>
                                        <p:strVal val="hidden"/>
                                      </p:to>
                                    </p:set>
                                  </p:childTnLst>
                                </p:cTn>
                              </p:par>
                              <p:par>
                                <p:cTn id="2338" nodeType="withEffect" fill="hold" presetClass="exit" presetID="10">
                                  <p:stCondLst>
                                    <p:cond delay="0"/>
                                  </p:stCondLst>
                                  <p:childTnLst>
                                    <p:animEffect filter="fade" transition="out">
                                      <p:cBhvr additive="repl">
                                        <p:cTn id="2339" dur="500"/>
                                        <p:tgtEl>
                                          <p:spTgt spid="1069"/>
                                        </p:tgtEl>
                                      </p:cBhvr>
                                    </p:animEffect>
                                    <p:set>
                                      <p:cBhvr>
                                        <p:cTn id="2340" dur="1" fill="hold">
                                          <p:stCondLst>
                                            <p:cond delay="499"/>
                                          </p:stCondLst>
                                        </p:cTn>
                                        <p:tgtEl>
                                          <p:spTgt spid="1069"/>
                                        </p:tgtEl>
                                        <p:attrNameLst>
                                          <p:attrName>style.visibility</p:attrName>
                                        </p:attrNameLst>
                                      </p:cBhvr>
                                      <p:to>
                                        <p:strVal val="hidden"/>
                                      </p:to>
                                    </p:set>
                                  </p:childTnLst>
                                </p:cTn>
                              </p:par>
                              <p:par>
                                <p:cTn id="2341" nodeType="withEffect" fill="hold" presetClass="exit" presetID="10">
                                  <p:stCondLst>
                                    <p:cond delay="0"/>
                                  </p:stCondLst>
                                  <p:childTnLst>
                                    <p:animEffect filter="fade" transition="out">
                                      <p:cBhvr additive="repl">
                                        <p:cTn id="2342" dur="500"/>
                                        <p:tgtEl>
                                          <p:spTgt spid="1068"/>
                                        </p:tgtEl>
                                      </p:cBhvr>
                                    </p:animEffect>
                                    <p:set>
                                      <p:cBhvr>
                                        <p:cTn id="2343" dur="1" fill="hold">
                                          <p:stCondLst>
                                            <p:cond delay="499"/>
                                          </p:stCondLst>
                                        </p:cTn>
                                        <p:tgtEl>
                                          <p:spTgt spid="1068"/>
                                        </p:tgtEl>
                                        <p:attrNameLst>
                                          <p:attrName>style.visibility</p:attrName>
                                        </p:attrNameLst>
                                      </p:cBhvr>
                                      <p:to>
                                        <p:strVal val="hidden"/>
                                      </p:to>
                                    </p:set>
                                  </p:childTnLst>
                                </p:cTn>
                              </p:par>
                              <p:par>
                                <p:cTn id="2344" nodeType="withEffect" fill="hold" presetClass="exit" presetID="10">
                                  <p:stCondLst>
                                    <p:cond delay="0"/>
                                  </p:stCondLst>
                                  <p:childTnLst>
                                    <p:animEffect filter="fade" transition="out">
                                      <p:cBhvr additive="repl">
                                        <p:cTn id="2345" dur="500"/>
                                        <p:tgtEl>
                                          <p:spTgt spid="1077"/>
                                        </p:tgtEl>
                                      </p:cBhvr>
                                    </p:animEffect>
                                    <p:set>
                                      <p:cBhvr>
                                        <p:cTn id="2346" dur="1" fill="hold">
                                          <p:stCondLst>
                                            <p:cond delay="499"/>
                                          </p:stCondLst>
                                        </p:cTn>
                                        <p:tgtEl>
                                          <p:spTgt spid="1077"/>
                                        </p:tgtEl>
                                        <p:attrNameLst>
                                          <p:attrName>style.visibility</p:attrName>
                                        </p:attrNameLst>
                                      </p:cBhvr>
                                      <p:to>
                                        <p:strVal val="hidden"/>
                                      </p:to>
                                    </p:set>
                                  </p:childTnLst>
                                </p:cTn>
                              </p:par>
                              <p:par>
                                <p:cTn id="2347" nodeType="withEffect" fill="hold" presetClass="exit" presetID="10">
                                  <p:stCondLst>
                                    <p:cond delay="0"/>
                                  </p:stCondLst>
                                  <p:childTnLst>
                                    <p:animEffect filter="fade" transition="out">
                                      <p:cBhvr additive="repl">
                                        <p:cTn id="2348" dur="500"/>
                                        <p:tgtEl>
                                          <p:spTgt spid="1076"/>
                                        </p:tgtEl>
                                      </p:cBhvr>
                                    </p:animEffect>
                                    <p:set>
                                      <p:cBhvr>
                                        <p:cTn id="2349" dur="1" fill="hold">
                                          <p:stCondLst>
                                            <p:cond delay="499"/>
                                          </p:stCondLst>
                                        </p:cTn>
                                        <p:tgtEl>
                                          <p:spTgt spid="107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350" restart="whenNotActive" nodeType="interactiveSeq" fill="hold">
                <p:stCondLst>
                  <p:cond delay="0" evt="onClick">
                    <p:tgtEl>
                      <p:spTgt spid="1073"/>
                    </p:tgtEl>
                  </p:cond>
                </p:stCondLst>
                <p:childTnLst>
                  <p:par>
                    <p:cTn id="2351" fill="hold">
                      <p:stCondLst>
                        <p:cond delay="0" evt="onClick">
                          <p:tgtEl>
                            <p:spTgt spid="1073"/>
                          </p:tgtEl>
                        </p:cond>
                      </p:stCondLst>
                      <p:childTnLst>
                        <p:par>
                          <p:cTn id="2352" fill="hold">
                            <p:stCondLst>
                              <p:cond delay="0"/>
                            </p:stCondLst>
                            <p:childTnLst>
                              <p:par>
                                <p:cTn id="2353" nodeType="clickEffect" fill="hold" presetClass="exit" presetID="9">
                                  <p:stCondLst>
                                    <p:cond delay="0"/>
                                  </p:stCondLst>
                                  <p:childTnLst>
                                    <p:animEffect filter="dissolve" transition="out">
                                      <p:cBhvr additive="repl">
                                        <p:cTn id="2354" dur="500"/>
                                        <p:tgtEl>
                                          <p:spTgt spid="1073"/>
                                        </p:tgtEl>
                                      </p:cBhvr>
                                    </p:animEffect>
                                    <p:set>
                                      <p:cBhvr>
                                        <p:cTn id="2355" dur="1" fill="hold">
                                          <p:stCondLst>
                                            <p:cond delay="499"/>
                                          </p:stCondLst>
                                        </p:cTn>
                                        <p:tgtEl>
                                          <p:spTgt spid="1073"/>
                                        </p:tgtEl>
                                        <p:attrNameLst>
                                          <p:attrName>style.visibility</p:attrName>
                                        </p:attrNameLst>
                                      </p:cBhvr>
                                      <p:to>
                                        <p:strVal val="hidden"/>
                                      </p:to>
                                    </p:set>
                                  </p:childTnLst>
                                </p:cTn>
                              </p:par>
                              <p:par>
                                <p:cTn id="2356" nodeType="withEffect" fill="hold" presetClass="exit" presetID="9">
                                  <p:stCondLst>
                                    <p:cond delay="0"/>
                                  </p:stCondLst>
                                  <p:childTnLst>
                                    <p:animEffect filter="dissolve" transition="out">
                                      <p:cBhvr additive="repl">
                                        <p:cTn id="2357" dur="500"/>
                                        <p:tgtEl>
                                          <p:spTgt spid="1072"/>
                                        </p:tgtEl>
                                      </p:cBhvr>
                                    </p:animEffect>
                                    <p:set>
                                      <p:cBhvr>
                                        <p:cTn id="2358" dur="1" fill="hold">
                                          <p:stCondLst>
                                            <p:cond delay="499"/>
                                          </p:stCondLst>
                                        </p:cTn>
                                        <p:tgtEl>
                                          <p:spTgt spid="1072"/>
                                        </p:tgtEl>
                                        <p:attrNameLst>
                                          <p:attrName>style.visibility</p:attrName>
                                        </p:attrNameLst>
                                      </p:cBhvr>
                                      <p:to>
                                        <p:strVal val="hidden"/>
                                      </p:to>
                                    </p:set>
                                  </p:childTnLst>
                                </p:cTn>
                              </p:par>
                              <p:par>
                                <p:cTn id="2359" nodeType="withEffect" fill="hold" presetClass="emph" presetID="1" presetSubtype="2">
                                  <p:stCondLst>
                                    <p:cond delay="0"/>
                                  </p:stCondLst>
                                  <p:childTnLst>
                                    <p:animClr clrSpc="rgb">
                                      <p:cBhvr>
                                        <p:cTn id="2360" dur="500" fill="hold"/>
                                        <p:tgtEl>
                                          <p:spTgt spid="1071"/>
                                        </p:tgtEl>
                                        <p:attrNameLst>
                                          <p:attrName>fillcolor</p:attrName>
                                        </p:attrNameLst>
                                      </p:cBhvr>
                                      <p:to>
                                        <a:srgbClr val="95b3d7"/>
                                      </p:to>
                                    </p:animClr>
                                    <p:set>
                                      <p:cBhvr>
                                        <p:cTn id="2361" dur="500" fill="hold"/>
                                        <p:tgtEl>
                                          <p:spTgt spid="1071"/>
                                        </p:tgtEl>
                                        <p:attrNameLst>
                                          <p:attrName>fill.type</p:attrName>
                                        </p:attrNameLst>
                                      </p:cBhvr>
                                      <p:to>
                                        <p:strVal val="solid"/>
                                      </p:to>
                                    </p:set>
                                    <p:set>
                                      <p:cBhvr>
                                        <p:cTn id="2362" dur="500" fill="hold"/>
                                        <p:tgtEl>
                                          <p:spTgt spid="107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363" restart="whenNotActive" nodeType="interactiveSeq" fill="hold">
                <p:stCondLst>
                  <p:cond delay="0" evt="onClick">
                    <p:tgtEl>
                      <p:spTgt spid="1074"/>
                    </p:tgtEl>
                  </p:cond>
                </p:stCondLst>
                <p:childTnLst>
                  <p:par>
                    <p:cTn id="2364" fill="hold">
                      <p:stCondLst>
                        <p:cond delay="0" evt="onClick">
                          <p:tgtEl>
                            <p:spTgt spid="1074"/>
                          </p:tgtEl>
                        </p:cond>
                      </p:stCondLst>
                      <p:childTnLst>
                        <p:par>
                          <p:cTn id="2365" fill="hold">
                            <p:stCondLst>
                              <p:cond delay="0"/>
                            </p:stCondLst>
                            <p:childTnLst>
                              <p:par>
                                <p:cTn id="2366" nodeType="clickEffect" fill="hold" presetClass="entr" presetID="16" presetSubtype="21">
                                  <p:stCondLst>
                                    <p:cond delay="0"/>
                                  </p:stCondLst>
                                  <p:childTnLst>
                                    <p:set>
                                      <p:cBhvr>
                                        <p:cTn id="2367" dur="1" fill="hold">
                                          <p:stCondLst>
                                            <p:cond delay="0"/>
                                          </p:stCondLst>
                                        </p:cTn>
                                        <p:tgtEl>
                                          <p:spTgt spid="1077"/>
                                        </p:tgtEl>
                                        <p:attrNameLst>
                                          <p:attrName>style.visibility</p:attrName>
                                        </p:attrNameLst>
                                      </p:cBhvr>
                                      <p:to>
                                        <p:strVal val="visible"/>
                                      </p:to>
                                    </p:set>
                                    <p:animEffect filter="barn(inVertical)" transition="in">
                                      <p:cBhvr additive="repl">
                                        <p:cTn id="2368" dur="500"/>
                                        <p:tgtEl>
                                          <p:spTgt spid="1077"/>
                                        </p:tgtEl>
                                      </p:cBhvr>
                                    </p:animEffect>
                                  </p:childTnLst>
                                </p:cTn>
                              </p:par>
                              <p:par>
                                <p:cTn id="2369" nodeType="withEffect" fill="hold" presetClass="entr" presetID="16" presetSubtype="21">
                                  <p:stCondLst>
                                    <p:cond delay="0"/>
                                  </p:stCondLst>
                                  <p:childTnLst>
                                    <p:set>
                                      <p:cBhvr>
                                        <p:cTn id="2370" dur="1" fill="hold">
                                          <p:stCondLst>
                                            <p:cond delay="0"/>
                                          </p:stCondLst>
                                        </p:cTn>
                                        <p:tgtEl>
                                          <p:spTgt spid="1076"/>
                                        </p:tgtEl>
                                        <p:attrNameLst>
                                          <p:attrName>style.visibility</p:attrName>
                                        </p:attrNameLst>
                                      </p:cBhvr>
                                      <p:to>
                                        <p:strVal val="visible"/>
                                      </p:to>
                                    </p:set>
                                    <p:animEffect filter="barn(inVertical)" transition="in">
                                      <p:cBhvr additive="repl">
                                        <p:cTn id="2371" dur="500"/>
                                        <p:tgtEl>
                                          <p:spTgt spid="1076"/>
                                        </p:tgtEl>
                                      </p:cBhvr>
                                    </p:animEffect>
                                  </p:childTnLst>
                                </p:cTn>
                              </p:par>
                              <p:par>
                                <p:cTn id="2372" nodeType="withEffect" fill="hold" presetClass="emph" presetID="1" presetSubtype="2">
                                  <p:stCondLst>
                                    <p:cond delay="0"/>
                                  </p:stCondLst>
                                  <p:childTnLst>
                                    <p:animClr clrSpc="rgb">
                                      <p:cBhvr>
                                        <p:cTn id="2373" dur="500" fill="hold"/>
                                        <p:tgtEl>
                                          <p:spTgt spid="1075"/>
                                        </p:tgtEl>
                                        <p:attrNameLst>
                                          <p:attrName>fillcolor</p:attrName>
                                        </p:attrNameLst>
                                      </p:cBhvr>
                                      <p:to>
                                        <a:srgbClr val="8a80e4"/>
                                      </p:to>
                                    </p:animClr>
                                    <p:set>
                                      <p:cBhvr>
                                        <p:cTn id="2374" dur="500" fill="hold"/>
                                        <p:tgtEl>
                                          <p:spTgt spid="1075"/>
                                        </p:tgtEl>
                                        <p:attrNameLst>
                                          <p:attrName>fill.type</p:attrName>
                                        </p:attrNameLst>
                                      </p:cBhvr>
                                      <p:to>
                                        <p:strVal val="solid"/>
                                      </p:to>
                                    </p:set>
                                    <p:set>
                                      <p:cBhvr>
                                        <p:cTn id="2375" dur="500" fill="hold"/>
                                        <p:tgtEl>
                                          <p:spTgt spid="1075"/>
                                        </p:tgtEl>
                                        <p:attrNameLst>
                                          <p:attrName>fill.on</p:attrName>
                                        </p:attrNameLst>
                                      </p:cBhvr>
                                      <p:to>
                                        <p:strVal val="true"/>
                                      </p:to>
                                    </p:set>
                                  </p:childTnLst>
                                </p:cTn>
                              </p:par>
                              <p:par>
                                <p:cTn id="2376" nodeType="withEffect" fill="hold" presetClass="emph" presetID="1" presetSubtype="2">
                                  <p:stCondLst>
                                    <p:cond delay="0"/>
                                  </p:stCondLst>
                                  <p:childTnLst>
                                    <p:animClr clrSpc="rgb">
                                      <p:cBhvr>
                                        <p:cTn id="2377" dur="500" fill="hold"/>
                                        <p:tgtEl>
                                          <p:spTgt spid="1063"/>
                                        </p:tgtEl>
                                        <p:attrNameLst>
                                          <p:attrName>fillcolor</p:attrName>
                                        </p:attrNameLst>
                                      </p:cBhvr>
                                      <p:to>
                                        <a:srgbClr val="95b3d7"/>
                                      </p:to>
                                    </p:animClr>
                                    <p:set>
                                      <p:cBhvr>
                                        <p:cTn id="2378" dur="500" fill="hold"/>
                                        <p:tgtEl>
                                          <p:spTgt spid="1063"/>
                                        </p:tgtEl>
                                        <p:attrNameLst>
                                          <p:attrName>fill.type</p:attrName>
                                        </p:attrNameLst>
                                      </p:cBhvr>
                                      <p:to>
                                        <p:strVal val="solid"/>
                                      </p:to>
                                    </p:set>
                                    <p:set>
                                      <p:cBhvr>
                                        <p:cTn id="2379" dur="500" fill="hold"/>
                                        <p:tgtEl>
                                          <p:spTgt spid="1063"/>
                                        </p:tgtEl>
                                        <p:attrNameLst>
                                          <p:attrName>fill.on</p:attrName>
                                        </p:attrNameLst>
                                      </p:cBhvr>
                                      <p:to>
                                        <p:strVal val="true"/>
                                      </p:to>
                                    </p:set>
                                  </p:childTnLst>
                                </p:cTn>
                              </p:par>
                              <p:par>
                                <p:cTn id="2380" nodeType="withEffect" fill="hold" presetClass="emph" presetID="1" presetSubtype="2">
                                  <p:stCondLst>
                                    <p:cond delay="0"/>
                                  </p:stCondLst>
                                  <p:childTnLst>
                                    <p:animClr clrSpc="rgb">
                                      <p:cBhvr>
                                        <p:cTn id="2381" dur="500" fill="hold"/>
                                        <p:tgtEl>
                                          <p:spTgt spid="1067"/>
                                        </p:tgtEl>
                                        <p:attrNameLst>
                                          <p:attrName>fillcolor</p:attrName>
                                        </p:attrNameLst>
                                      </p:cBhvr>
                                      <p:to>
                                        <a:srgbClr val="95b3d7"/>
                                      </p:to>
                                    </p:animClr>
                                    <p:set>
                                      <p:cBhvr>
                                        <p:cTn id="2382" dur="500" fill="hold"/>
                                        <p:tgtEl>
                                          <p:spTgt spid="1067"/>
                                        </p:tgtEl>
                                        <p:attrNameLst>
                                          <p:attrName>fill.type</p:attrName>
                                        </p:attrNameLst>
                                      </p:cBhvr>
                                      <p:to>
                                        <p:strVal val="solid"/>
                                      </p:to>
                                    </p:set>
                                    <p:set>
                                      <p:cBhvr>
                                        <p:cTn id="2383" dur="500" fill="hold"/>
                                        <p:tgtEl>
                                          <p:spTgt spid="1067"/>
                                        </p:tgtEl>
                                        <p:attrNameLst>
                                          <p:attrName>fill.on</p:attrName>
                                        </p:attrNameLst>
                                      </p:cBhvr>
                                      <p:to>
                                        <p:strVal val="true"/>
                                      </p:to>
                                    </p:set>
                                  </p:childTnLst>
                                </p:cTn>
                              </p:par>
                              <p:par>
                                <p:cTn id="2384" nodeType="withEffect" fill="hold" presetClass="emph" presetID="1" presetSubtype="2">
                                  <p:stCondLst>
                                    <p:cond delay="0"/>
                                  </p:stCondLst>
                                  <p:childTnLst>
                                    <p:animClr clrSpc="rgb">
                                      <p:cBhvr>
                                        <p:cTn id="2385" dur="500" fill="hold"/>
                                        <p:tgtEl>
                                          <p:spTgt spid="1071"/>
                                        </p:tgtEl>
                                        <p:attrNameLst>
                                          <p:attrName>fillcolor</p:attrName>
                                        </p:attrNameLst>
                                      </p:cBhvr>
                                      <p:to>
                                        <a:srgbClr val="95b3d7"/>
                                      </p:to>
                                    </p:animClr>
                                    <p:set>
                                      <p:cBhvr>
                                        <p:cTn id="2386" dur="500" fill="hold"/>
                                        <p:tgtEl>
                                          <p:spTgt spid="1071"/>
                                        </p:tgtEl>
                                        <p:attrNameLst>
                                          <p:attrName>fill.type</p:attrName>
                                        </p:attrNameLst>
                                      </p:cBhvr>
                                      <p:to>
                                        <p:strVal val="solid"/>
                                      </p:to>
                                    </p:set>
                                    <p:set>
                                      <p:cBhvr>
                                        <p:cTn id="2387" dur="500" fill="hold"/>
                                        <p:tgtEl>
                                          <p:spTgt spid="1071"/>
                                        </p:tgtEl>
                                        <p:attrNameLst>
                                          <p:attrName>fill.on</p:attrName>
                                        </p:attrNameLst>
                                      </p:cBhvr>
                                      <p:to>
                                        <p:strVal val="true"/>
                                      </p:to>
                                    </p:set>
                                  </p:childTnLst>
                                </p:cTn>
                              </p:par>
                              <p:par>
                                <p:cTn id="2388" nodeType="withEffect" fill="hold" presetClass="exit" presetID="10">
                                  <p:stCondLst>
                                    <p:cond delay="0"/>
                                  </p:stCondLst>
                                  <p:childTnLst>
                                    <p:animEffect filter="fade" transition="out">
                                      <p:cBhvr additive="repl">
                                        <p:cTn id="2389" dur="500"/>
                                        <p:tgtEl>
                                          <p:spTgt spid="1065"/>
                                        </p:tgtEl>
                                      </p:cBhvr>
                                    </p:animEffect>
                                    <p:set>
                                      <p:cBhvr>
                                        <p:cTn id="2390" dur="1" fill="hold">
                                          <p:stCondLst>
                                            <p:cond delay="499"/>
                                          </p:stCondLst>
                                        </p:cTn>
                                        <p:tgtEl>
                                          <p:spTgt spid="1065"/>
                                        </p:tgtEl>
                                        <p:attrNameLst>
                                          <p:attrName>style.visibility</p:attrName>
                                        </p:attrNameLst>
                                      </p:cBhvr>
                                      <p:to>
                                        <p:strVal val="hidden"/>
                                      </p:to>
                                    </p:set>
                                  </p:childTnLst>
                                </p:cTn>
                              </p:par>
                              <p:par>
                                <p:cTn id="2391" nodeType="withEffect" fill="hold" presetClass="exit" presetID="10">
                                  <p:stCondLst>
                                    <p:cond delay="0"/>
                                  </p:stCondLst>
                                  <p:childTnLst>
                                    <p:animEffect filter="fade" transition="out">
                                      <p:cBhvr additive="repl">
                                        <p:cTn id="2392" dur="500"/>
                                        <p:tgtEl>
                                          <p:spTgt spid="1064"/>
                                        </p:tgtEl>
                                      </p:cBhvr>
                                    </p:animEffect>
                                    <p:set>
                                      <p:cBhvr>
                                        <p:cTn id="2393" dur="1" fill="hold">
                                          <p:stCondLst>
                                            <p:cond delay="499"/>
                                          </p:stCondLst>
                                        </p:cTn>
                                        <p:tgtEl>
                                          <p:spTgt spid="1064"/>
                                        </p:tgtEl>
                                        <p:attrNameLst>
                                          <p:attrName>style.visibility</p:attrName>
                                        </p:attrNameLst>
                                      </p:cBhvr>
                                      <p:to>
                                        <p:strVal val="hidden"/>
                                      </p:to>
                                    </p:set>
                                  </p:childTnLst>
                                </p:cTn>
                              </p:par>
                              <p:par>
                                <p:cTn id="2394" nodeType="withEffect" fill="hold" presetClass="exit" presetID="10">
                                  <p:stCondLst>
                                    <p:cond delay="0"/>
                                  </p:stCondLst>
                                  <p:childTnLst>
                                    <p:animEffect filter="fade" transition="out">
                                      <p:cBhvr additive="repl">
                                        <p:cTn id="2395" dur="500"/>
                                        <p:tgtEl>
                                          <p:spTgt spid="1069"/>
                                        </p:tgtEl>
                                      </p:cBhvr>
                                    </p:animEffect>
                                    <p:set>
                                      <p:cBhvr>
                                        <p:cTn id="2396" dur="1" fill="hold">
                                          <p:stCondLst>
                                            <p:cond delay="499"/>
                                          </p:stCondLst>
                                        </p:cTn>
                                        <p:tgtEl>
                                          <p:spTgt spid="1069"/>
                                        </p:tgtEl>
                                        <p:attrNameLst>
                                          <p:attrName>style.visibility</p:attrName>
                                        </p:attrNameLst>
                                      </p:cBhvr>
                                      <p:to>
                                        <p:strVal val="hidden"/>
                                      </p:to>
                                    </p:set>
                                  </p:childTnLst>
                                </p:cTn>
                              </p:par>
                              <p:par>
                                <p:cTn id="2397" nodeType="withEffect" fill="hold" presetClass="exit" presetID="10">
                                  <p:stCondLst>
                                    <p:cond delay="0"/>
                                  </p:stCondLst>
                                  <p:childTnLst>
                                    <p:animEffect filter="fade" transition="out">
                                      <p:cBhvr additive="repl">
                                        <p:cTn id="2398" dur="500"/>
                                        <p:tgtEl>
                                          <p:spTgt spid="1068"/>
                                        </p:tgtEl>
                                      </p:cBhvr>
                                    </p:animEffect>
                                    <p:set>
                                      <p:cBhvr>
                                        <p:cTn id="2399" dur="1" fill="hold">
                                          <p:stCondLst>
                                            <p:cond delay="499"/>
                                          </p:stCondLst>
                                        </p:cTn>
                                        <p:tgtEl>
                                          <p:spTgt spid="1068"/>
                                        </p:tgtEl>
                                        <p:attrNameLst>
                                          <p:attrName>style.visibility</p:attrName>
                                        </p:attrNameLst>
                                      </p:cBhvr>
                                      <p:to>
                                        <p:strVal val="hidden"/>
                                      </p:to>
                                    </p:set>
                                  </p:childTnLst>
                                </p:cTn>
                              </p:par>
                              <p:par>
                                <p:cTn id="2400" nodeType="withEffect" fill="hold" presetClass="exit" presetID="10">
                                  <p:stCondLst>
                                    <p:cond delay="0"/>
                                  </p:stCondLst>
                                  <p:childTnLst>
                                    <p:animEffect filter="fade" transition="out">
                                      <p:cBhvr additive="repl">
                                        <p:cTn id="2401" dur="500"/>
                                        <p:tgtEl>
                                          <p:spTgt spid="1073"/>
                                        </p:tgtEl>
                                      </p:cBhvr>
                                    </p:animEffect>
                                    <p:set>
                                      <p:cBhvr>
                                        <p:cTn id="2402" dur="1" fill="hold">
                                          <p:stCondLst>
                                            <p:cond delay="499"/>
                                          </p:stCondLst>
                                        </p:cTn>
                                        <p:tgtEl>
                                          <p:spTgt spid="1073"/>
                                        </p:tgtEl>
                                        <p:attrNameLst>
                                          <p:attrName>style.visibility</p:attrName>
                                        </p:attrNameLst>
                                      </p:cBhvr>
                                      <p:to>
                                        <p:strVal val="hidden"/>
                                      </p:to>
                                    </p:set>
                                  </p:childTnLst>
                                </p:cTn>
                              </p:par>
                              <p:par>
                                <p:cTn id="2403" nodeType="withEffect" fill="hold" presetClass="exit" presetID="10">
                                  <p:stCondLst>
                                    <p:cond delay="0"/>
                                  </p:stCondLst>
                                  <p:childTnLst>
                                    <p:animEffect filter="fade" transition="out">
                                      <p:cBhvr additive="repl">
                                        <p:cTn id="2404" dur="500"/>
                                        <p:tgtEl>
                                          <p:spTgt spid="1072"/>
                                        </p:tgtEl>
                                      </p:cBhvr>
                                    </p:animEffect>
                                    <p:set>
                                      <p:cBhvr>
                                        <p:cTn id="2405" dur="1" fill="hold">
                                          <p:stCondLst>
                                            <p:cond delay="499"/>
                                          </p:stCondLst>
                                        </p:cTn>
                                        <p:tgtEl>
                                          <p:spTgt spid="107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406" restart="whenNotActive" nodeType="interactiveSeq" fill="hold">
                <p:stCondLst>
                  <p:cond delay="0" evt="onClick">
                    <p:tgtEl>
                      <p:spTgt spid="1077"/>
                    </p:tgtEl>
                  </p:cond>
                </p:stCondLst>
                <p:childTnLst>
                  <p:par>
                    <p:cTn id="2407" fill="hold">
                      <p:stCondLst>
                        <p:cond delay="0" evt="onClick">
                          <p:tgtEl>
                            <p:spTgt spid="1077"/>
                          </p:tgtEl>
                        </p:cond>
                      </p:stCondLst>
                      <p:childTnLst>
                        <p:par>
                          <p:cTn id="2408" fill="hold">
                            <p:stCondLst>
                              <p:cond delay="0"/>
                            </p:stCondLst>
                            <p:childTnLst>
                              <p:par>
                                <p:cTn id="2409" nodeType="clickEffect" fill="hold" presetClass="exit" presetID="9">
                                  <p:stCondLst>
                                    <p:cond delay="0"/>
                                  </p:stCondLst>
                                  <p:childTnLst>
                                    <p:animEffect filter="dissolve" transition="out">
                                      <p:cBhvr additive="repl">
                                        <p:cTn id="2410" dur="500"/>
                                        <p:tgtEl>
                                          <p:spTgt spid="1077"/>
                                        </p:tgtEl>
                                      </p:cBhvr>
                                    </p:animEffect>
                                    <p:set>
                                      <p:cBhvr>
                                        <p:cTn id="2411" dur="1" fill="hold">
                                          <p:stCondLst>
                                            <p:cond delay="499"/>
                                          </p:stCondLst>
                                        </p:cTn>
                                        <p:tgtEl>
                                          <p:spTgt spid="1077"/>
                                        </p:tgtEl>
                                        <p:attrNameLst>
                                          <p:attrName>style.visibility</p:attrName>
                                        </p:attrNameLst>
                                      </p:cBhvr>
                                      <p:to>
                                        <p:strVal val="hidden"/>
                                      </p:to>
                                    </p:set>
                                  </p:childTnLst>
                                </p:cTn>
                              </p:par>
                              <p:par>
                                <p:cTn id="2412" nodeType="withEffect" fill="hold" presetClass="exit" presetID="9">
                                  <p:stCondLst>
                                    <p:cond delay="0"/>
                                  </p:stCondLst>
                                  <p:childTnLst>
                                    <p:animEffect filter="dissolve" transition="out">
                                      <p:cBhvr additive="repl">
                                        <p:cTn id="2413" dur="500"/>
                                        <p:tgtEl>
                                          <p:spTgt spid="1076"/>
                                        </p:tgtEl>
                                      </p:cBhvr>
                                    </p:animEffect>
                                    <p:set>
                                      <p:cBhvr>
                                        <p:cTn id="2414" dur="1" fill="hold">
                                          <p:stCondLst>
                                            <p:cond delay="499"/>
                                          </p:stCondLst>
                                        </p:cTn>
                                        <p:tgtEl>
                                          <p:spTgt spid="1076"/>
                                        </p:tgtEl>
                                        <p:attrNameLst>
                                          <p:attrName>style.visibility</p:attrName>
                                        </p:attrNameLst>
                                      </p:cBhvr>
                                      <p:to>
                                        <p:strVal val="hidden"/>
                                      </p:to>
                                    </p:set>
                                  </p:childTnLst>
                                </p:cTn>
                              </p:par>
                              <p:par>
                                <p:cTn id="2415" nodeType="withEffect" fill="hold" presetClass="emph" presetID="1" presetSubtype="2">
                                  <p:stCondLst>
                                    <p:cond delay="0"/>
                                  </p:stCondLst>
                                  <p:childTnLst>
                                    <p:animClr clrSpc="rgb">
                                      <p:cBhvr>
                                        <p:cTn id="2416" dur="500" fill="hold"/>
                                        <p:tgtEl>
                                          <p:spTgt spid="1075"/>
                                        </p:tgtEl>
                                        <p:attrNameLst>
                                          <p:attrName>fillcolor</p:attrName>
                                        </p:attrNameLst>
                                      </p:cBhvr>
                                      <p:to>
                                        <a:srgbClr val="95b3d7"/>
                                      </p:to>
                                    </p:animClr>
                                    <p:set>
                                      <p:cBhvr>
                                        <p:cTn id="2417" dur="500" fill="hold"/>
                                        <p:tgtEl>
                                          <p:spTgt spid="1075"/>
                                        </p:tgtEl>
                                        <p:attrNameLst>
                                          <p:attrName>fill.type</p:attrName>
                                        </p:attrNameLst>
                                      </p:cBhvr>
                                      <p:to>
                                        <p:strVal val="solid"/>
                                      </p:to>
                                    </p:set>
                                    <p:set>
                                      <p:cBhvr>
                                        <p:cTn id="2418" dur="500" fill="hold"/>
                                        <p:tgtEl>
                                          <p:spTgt spid="107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079"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080"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03</a:t>
            </a:r>
            <a:br>
              <a:rPr sz="4400"/>
            </a:br>
            <a:endParaRPr b="0" lang="pt-BR" sz="2800" spc="-1" strike="noStrike">
              <a:solidFill>
                <a:schemeClr val="dk1"/>
              </a:solidFill>
              <a:latin typeface="Arial"/>
            </a:endParaRPr>
          </a:p>
        </p:txBody>
      </p:sp>
      <p:sp>
        <p:nvSpPr>
          <p:cNvPr id="1082"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A bordo onde fica instalado o transmissor de direção e velocidade do vento, do anemômetro tipo “B”?</a:t>
            </a:r>
            <a:endParaRPr b="0" lang="pt-BR" sz="1600" spc="-1" strike="noStrike">
              <a:solidFill>
                <a:srgbClr val="000000"/>
              </a:solidFill>
              <a:latin typeface="Arial"/>
            </a:endParaRPr>
          </a:p>
        </p:txBody>
      </p:sp>
      <p:sp>
        <p:nvSpPr>
          <p:cNvPr id="1083"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084"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PCI</a:t>
            </a:r>
            <a:endParaRPr b="0" lang="pt-BR" sz="1800" spc="-1" strike="noStrike">
              <a:solidFill>
                <a:srgbClr val="000000"/>
              </a:solidFill>
              <a:latin typeface="Arial"/>
            </a:endParaRPr>
          </a:p>
        </p:txBody>
      </p:sp>
      <p:sp>
        <p:nvSpPr>
          <p:cNvPr id="1085"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86"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87"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088"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CCM  </a:t>
            </a:r>
            <a:endParaRPr b="0" lang="pt-BR" sz="1800" spc="-1" strike="noStrike">
              <a:solidFill>
                <a:srgbClr val="000000"/>
              </a:solidFill>
              <a:latin typeface="Arial"/>
            </a:endParaRPr>
          </a:p>
        </p:txBody>
      </p:sp>
      <p:sp>
        <p:nvSpPr>
          <p:cNvPr id="1089"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90"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91"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092"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COC  </a:t>
            </a:r>
            <a:endParaRPr b="0" lang="pt-BR" sz="1800" spc="-1" strike="noStrike">
              <a:solidFill>
                <a:srgbClr val="000000"/>
              </a:solidFill>
              <a:latin typeface="Arial"/>
            </a:endParaRPr>
          </a:p>
        </p:txBody>
      </p:sp>
      <p:sp>
        <p:nvSpPr>
          <p:cNvPr id="1093"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94"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095"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096"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QPI</a:t>
            </a:r>
            <a:endParaRPr b="0" lang="pt-BR" sz="1800" spc="-1" strike="noStrike">
              <a:solidFill>
                <a:srgbClr val="000000"/>
              </a:solidFill>
              <a:latin typeface="Arial"/>
            </a:endParaRPr>
          </a:p>
        </p:txBody>
      </p:sp>
      <p:sp>
        <p:nvSpPr>
          <p:cNvPr id="1097"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098"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419" dur="indefinite" restart="never" nodeType="tmRoot">
          <p:childTnLst>
            <p:seq>
              <p:cTn id="2420" dur="indefinite" nodeType="mainSeq">
                <p:childTnLst>
                  <p:par>
                    <p:cTn id="2421" fill="hold">
                      <p:stCondLst>
                        <p:cond delay="0"/>
                      </p:stCondLst>
                      <p:childTnLst>
                        <p:par>
                          <p:cTn id="2422" fill="hold">
                            <p:stCondLst>
                              <p:cond delay="0"/>
                            </p:stCondLst>
                            <p:childTnLst>
                              <p:par>
                                <p:cTn id="2423" nodeType="withEffect" fill="hold" presetClass="entr" presetID="10">
                                  <p:stCondLst>
                                    <p:cond delay="0"/>
                                  </p:stCondLst>
                                  <p:childTnLst>
                                    <p:set>
                                      <p:cBhvr>
                                        <p:cTn id="2424" dur="1" fill="hold">
                                          <p:stCondLst>
                                            <p:cond delay="0"/>
                                          </p:stCondLst>
                                        </p:cTn>
                                        <p:tgtEl>
                                          <p:spTgt spid="1084"/>
                                        </p:tgtEl>
                                        <p:attrNameLst>
                                          <p:attrName>style.visibility</p:attrName>
                                        </p:attrNameLst>
                                      </p:cBhvr>
                                      <p:to>
                                        <p:strVal val="visible"/>
                                      </p:to>
                                    </p:set>
                                    <p:animEffect filter="fade" transition="in">
                                      <p:cBhvr additive="repl">
                                        <p:cTn id="2425" dur="500"/>
                                        <p:tgtEl>
                                          <p:spTgt spid="1084"/>
                                        </p:tgtEl>
                                      </p:cBhvr>
                                    </p:animEffect>
                                  </p:childTnLst>
                                </p:cTn>
                              </p:par>
                              <p:par>
                                <p:cTn id="2426" nodeType="withEffect" fill="hold" presetClass="entr" presetID="10">
                                  <p:stCondLst>
                                    <p:cond delay="0"/>
                                  </p:stCondLst>
                                  <p:childTnLst>
                                    <p:set>
                                      <p:cBhvr>
                                        <p:cTn id="2427" dur="1" fill="hold">
                                          <p:stCondLst>
                                            <p:cond delay="0"/>
                                          </p:stCondLst>
                                        </p:cTn>
                                        <p:tgtEl>
                                          <p:spTgt spid="1083"/>
                                        </p:tgtEl>
                                        <p:attrNameLst>
                                          <p:attrName>style.visibility</p:attrName>
                                        </p:attrNameLst>
                                      </p:cBhvr>
                                      <p:to>
                                        <p:strVal val="visible"/>
                                      </p:to>
                                    </p:set>
                                    <p:animEffect filter="fade" transition="in">
                                      <p:cBhvr additive="repl">
                                        <p:cTn id="2428" dur="500"/>
                                        <p:tgtEl>
                                          <p:spTgt spid="1083"/>
                                        </p:tgtEl>
                                      </p:cBhvr>
                                    </p:animEffect>
                                  </p:childTnLst>
                                </p:cTn>
                              </p:par>
                              <p:par>
                                <p:cTn id="2429" nodeType="withEffect" fill="hold" presetClass="entr" presetID="10">
                                  <p:stCondLst>
                                    <p:cond delay="0"/>
                                  </p:stCondLst>
                                  <p:childTnLst>
                                    <p:set>
                                      <p:cBhvr>
                                        <p:cTn id="2430" dur="1" fill="hold">
                                          <p:stCondLst>
                                            <p:cond delay="0"/>
                                          </p:stCondLst>
                                        </p:cTn>
                                        <p:tgtEl>
                                          <p:spTgt spid="1087"/>
                                        </p:tgtEl>
                                        <p:attrNameLst>
                                          <p:attrName>style.visibility</p:attrName>
                                        </p:attrNameLst>
                                      </p:cBhvr>
                                      <p:to>
                                        <p:strVal val="visible"/>
                                      </p:to>
                                    </p:set>
                                    <p:animEffect filter="fade" transition="in">
                                      <p:cBhvr additive="repl">
                                        <p:cTn id="2431" dur="500"/>
                                        <p:tgtEl>
                                          <p:spTgt spid="1087"/>
                                        </p:tgtEl>
                                      </p:cBhvr>
                                    </p:animEffect>
                                  </p:childTnLst>
                                </p:cTn>
                              </p:par>
                              <p:par>
                                <p:cTn id="2432" nodeType="withEffect" fill="hold" presetClass="entr" presetID="10">
                                  <p:stCondLst>
                                    <p:cond delay="0"/>
                                  </p:stCondLst>
                                  <p:childTnLst>
                                    <p:set>
                                      <p:cBhvr>
                                        <p:cTn id="2433" dur="1" fill="hold">
                                          <p:stCondLst>
                                            <p:cond delay="0"/>
                                          </p:stCondLst>
                                        </p:cTn>
                                        <p:tgtEl>
                                          <p:spTgt spid="1088"/>
                                        </p:tgtEl>
                                        <p:attrNameLst>
                                          <p:attrName>style.visibility</p:attrName>
                                        </p:attrNameLst>
                                      </p:cBhvr>
                                      <p:to>
                                        <p:strVal val="visible"/>
                                      </p:to>
                                    </p:set>
                                    <p:animEffect filter="fade" transition="in">
                                      <p:cBhvr additive="repl">
                                        <p:cTn id="2434" dur="500"/>
                                        <p:tgtEl>
                                          <p:spTgt spid="1088"/>
                                        </p:tgtEl>
                                      </p:cBhvr>
                                    </p:animEffect>
                                  </p:childTnLst>
                                </p:cTn>
                              </p:par>
                              <p:par>
                                <p:cTn id="2435" nodeType="withEffect" fill="hold" presetClass="entr" presetID="10">
                                  <p:stCondLst>
                                    <p:cond delay="0"/>
                                  </p:stCondLst>
                                  <p:childTnLst>
                                    <p:set>
                                      <p:cBhvr>
                                        <p:cTn id="2436" dur="1" fill="hold">
                                          <p:stCondLst>
                                            <p:cond delay="0"/>
                                          </p:stCondLst>
                                        </p:cTn>
                                        <p:tgtEl>
                                          <p:spTgt spid="1091"/>
                                        </p:tgtEl>
                                        <p:attrNameLst>
                                          <p:attrName>style.visibility</p:attrName>
                                        </p:attrNameLst>
                                      </p:cBhvr>
                                      <p:to>
                                        <p:strVal val="visible"/>
                                      </p:to>
                                    </p:set>
                                    <p:animEffect filter="fade" transition="in">
                                      <p:cBhvr additive="repl">
                                        <p:cTn id="2437" dur="500"/>
                                        <p:tgtEl>
                                          <p:spTgt spid="1091"/>
                                        </p:tgtEl>
                                      </p:cBhvr>
                                    </p:animEffect>
                                  </p:childTnLst>
                                </p:cTn>
                              </p:par>
                              <p:par>
                                <p:cTn id="2438" nodeType="withEffect" fill="hold" presetClass="entr" presetID="10">
                                  <p:stCondLst>
                                    <p:cond delay="0"/>
                                  </p:stCondLst>
                                  <p:childTnLst>
                                    <p:set>
                                      <p:cBhvr>
                                        <p:cTn id="2439" dur="1" fill="hold">
                                          <p:stCondLst>
                                            <p:cond delay="0"/>
                                          </p:stCondLst>
                                        </p:cTn>
                                        <p:tgtEl>
                                          <p:spTgt spid="1092"/>
                                        </p:tgtEl>
                                        <p:attrNameLst>
                                          <p:attrName>style.visibility</p:attrName>
                                        </p:attrNameLst>
                                      </p:cBhvr>
                                      <p:to>
                                        <p:strVal val="visible"/>
                                      </p:to>
                                    </p:set>
                                    <p:animEffect filter="fade" transition="in">
                                      <p:cBhvr additive="repl">
                                        <p:cTn id="2440" dur="500"/>
                                        <p:tgtEl>
                                          <p:spTgt spid="1092"/>
                                        </p:tgtEl>
                                      </p:cBhvr>
                                    </p:animEffect>
                                  </p:childTnLst>
                                </p:cTn>
                              </p:par>
                              <p:par>
                                <p:cTn id="2441" nodeType="withEffect" fill="hold" presetClass="entr" presetID="10">
                                  <p:stCondLst>
                                    <p:cond delay="0"/>
                                  </p:stCondLst>
                                  <p:childTnLst>
                                    <p:set>
                                      <p:cBhvr>
                                        <p:cTn id="2442" dur="1" fill="hold">
                                          <p:stCondLst>
                                            <p:cond delay="0"/>
                                          </p:stCondLst>
                                        </p:cTn>
                                        <p:tgtEl>
                                          <p:spTgt spid="1095"/>
                                        </p:tgtEl>
                                        <p:attrNameLst>
                                          <p:attrName>style.visibility</p:attrName>
                                        </p:attrNameLst>
                                      </p:cBhvr>
                                      <p:to>
                                        <p:strVal val="visible"/>
                                      </p:to>
                                    </p:set>
                                    <p:animEffect filter="fade" transition="in">
                                      <p:cBhvr additive="repl">
                                        <p:cTn id="2443" dur="500"/>
                                        <p:tgtEl>
                                          <p:spTgt spid="1095"/>
                                        </p:tgtEl>
                                      </p:cBhvr>
                                    </p:animEffect>
                                  </p:childTnLst>
                                </p:cTn>
                              </p:par>
                              <p:par>
                                <p:cTn id="2444" nodeType="withEffect" fill="hold" presetClass="entr" presetID="10">
                                  <p:stCondLst>
                                    <p:cond delay="0"/>
                                  </p:stCondLst>
                                  <p:childTnLst>
                                    <p:set>
                                      <p:cBhvr>
                                        <p:cTn id="2445" dur="1" fill="hold">
                                          <p:stCondLst>
                                            <p:cond delay="0"/>
                                          </p:stCondLst>
                                        </p:cTn>
                                        <p:tgtEl>
                                          <p:spTgt spid="1096"/>
                                        </p:tgtEl>
                                        <p:attrNameLst>
                                          <p:attrName>style.visibility</p:attrName>
                                        </p:attrNameLst>
                                      </p:cBhvr>
                                      <p:to>
                                        <p:strVal val="visible"/>
                                      </p:to>
                                    </p:set>
                                    <p:animEffect filter="fade" transition="in">
                                      <p:cBhvr additive="repl">
                                        <p:cTn id="2446" dur="500"/>
                                        <p:tgtEl>
                                          <p:spTgt spid="1096"/>
                                        </p:tgtEl>
                                      </p:cBhvr>
                                    </p:animEffect>
                                  </p:childTnLst>
                                </p:cTn>
                              </p:par>
                              <p:par>
                                <p:cTn id="2447" nodeType="withEffect" fill="hold" presetClass="exit" presetID="1">
                                  <p:stCondLst>
                                    <p:cond delay="0"/>
                                  </p:stCondLst>
                                  <p:childTnLst>
                                    <p:set>
                                      <p:cBhvr>
                                        <p:cTn id="2448" dur="1" fill="hold">
                                          <p:stCondLst>
                                            <p:cond delay="0"/>
                                          </p:stCondLst>
                                        </p:cTn>
                                        <p:tgtEl>
                                          <p:spTgt spid="1086"/>
                                        </p:tgtEl>
                                        <p:attrNameLst>
                                          <p:attrName>style.visibility</p:attrName>
                                        </p:attrNameLst>
                                      </p:cBhvr>
                                      <p:to>
                                        <p:strVal val="hidden"/>
                                      </p:to>
                                    </p:set>
                                  </p:childTnLst>
                                </p:cTn>
                              </p:par>
                              <p:par>
                                <p:cTn id="2449" nodeType="withEffect" fill="hold" presetClass="exit" presetID="1">
                                  <p:stCondLst>
                                    <p:cond delay="0"/>
                                  </p:stCondLst>
                                  <p:childTnLst>
                                    <p:set>
                                      <p:cBhvr>
                                        <p:cTn id="2450" dur="1" fill="hold">
                                          <p:stCondLst>
                                            <p:cond delay="0"/>
                                          </p:stCondLst>
                                        </p:cTn>
                                        <p:tgtEl>
                                          <p:spTgt spid="1085"/>
                                        </p:tgtEl>
                                        <p:attrNameLst>
                                          <p:attrName>style.visibility</p:attrName>
                                        </p:attrNameLst>
                                      </p:cBhvr>
                                      <p:to>
                                        <p:strVal val="hidden"/>
                                      </p:to>
                                    </p:set>
                                  </p:childTnLst>
                                </p:cTn>
                              </p:par>
                              <p:par>
                                <p:cTn id="2451" nodeType="withEffect" fill="hold" presetClass="exit" presetID="1">
                                  <p:stCondLst>
                                    <p:cond delay="0"/>
                                  </p:stCondLst>
                                  <p:childTnLst>
                                    <p:set>
                                      <p:cBhvr>
                                        <p:cTn id="2452" dur="1" fill="hold">
                                          <p:stCondLst>
                                            <p:cond delay="0"/>
                                          </p:stCondLst>
                                        </p:cTn>
                                        <p:tgtEl>
                                          <p:spTgt spid="1090"/>
                                        </p:tgtEl>
                                        <p:attrNameLst>
                                          <p:attrName>style.visibility</p:attrName>
                                        </p:attrNameLst>
                                      </p:cBhvr>
                                      <p:to>
                                        <p:strVal val="hidden"/>
                                      </p:to>
                                    </p:set>
                                  </p:childTnLst>
                                </p:cTn>
                              </p:par>
                              <p:par>
                                <p:cTn id="2453" nodeType="withEffect" fill="hold" presetClass="exit" presetID="1">
                                  <p:stCondLst>
                                    <p:cond delay="0"/>
                                  </p:stCondLst>
                                  <p:childTnLst>
                                    <p:set>
                                      <p:cBhvr>
                                        <p:cTn id="2454" dur="1" fill="hold">
                                          <p:stCondLst>
                                            <p:cond delay="0"/>
                                          </p:stCondLst>
                                        </p:cTn>
                                        <p:tgtEl>
                                          <p:spTgt spid="1089"/>
                                        </p:tgtEl>
                                        <p:attrNameLst>
                                          <p:attrName>style.visibility</p:attrName>
                                        </p:attrNameLst>
                                      </p:cBhvr>
                                      <p:to>
                                        <p:strVal val="hidden"/>
                                      </p:to>
                                    </p:set>
                                  </p:childTnLst>
                                </p:cTn>
                              </p:par>
                              <p:par>
                                <p:cTn id="2455" nodeType="withEffect" fill="hold" presetClass="exit" presetID="1">
                                  <p:stCondLst>
                                    <p:cond delay="0"/>
                                  </p:stCondLst>
                                  <p:childTnLst>
                                    <p:set>
                                      <p:cBhvr>
                                        <p:cTn id="2456" dur="1" fill="hold">
                                          <p:stCondLst>
                                            <p:cond delay="0"/>
                                          </p:stCondLst>
                                        </p:cTn>
                                        <p:tgtEl>
                                          <p:spTgt spid="1094"/>
                                        </p:tgtEl>
                                        <p:attrNameLst>
                                          <p:attrName>style.visibility</p:attrName>
                                        </p:attrNameLst>
                                      </p:cBhvr>
                                      <p:to>
                                        <p:strVal val="hidden"/>
                                      </p:to>
                                    </p:set>
                                  </p:childTnLst>
                                </p:cTn>
                              </p:par>
                              <p:par>
                                <p:cTn id="2457" nodeType="withEffect" fill="hold" presetClass="exit" presetID="1">
                                  <p:stCondLst>
                                    <p:cond delay="0"/>
                                  </p:stCondLst>
                                  <p:childTnLst>
                                    <p:set>
                                      <p:cBhvr>
                                        <p:cTn id="2458" dur="1" fill="hold">
                                          <p:stCondLst>
                                            <p:cond delay="0"/>
                                          </p:stCondLst>
                                        </p:cTn>
                                        <p:tgtEl>
                                          <p:spTgt spid="1093"/>
                                        </p:tgtEl>
                                        <p:attrNameLst>
                                          <p:attrName>style.visibility</p:attrName>
                                        </p:attrNameLst>
                                      </p:cBhvr>
                                      <p:to>
                                        <p:strVal val="hidden"/>
                                      </p:to>
                                    </p:set>
                                  </p:childTnLst>
                                </p:cTn>
                              </p:par>
                              <p:par>
                                <p:cTn id="2459" nodeType="withEffect" fill="hold" presetClass="exit" presetID="1">
                                  <p:stCondLst>
                                    <p:cond delay="0"/>
                                  </p:stCondLst>
                                  <p:childTnLst>
                                    <p:set>
                                      <p:cBhvr>
                                        <p:cTn id="2460" dur="1" fill="hold">
                                          <p:stCondLst>
                                            <p:cond delay="0"/>
                                          </p:stCondLst>
                                        </p:cTn>
                                        <p:tgtEl>
                                          <p:spTgt spid="1098"/>
                                        </p:tgtEl>
                                        <p:attrNameLst>
                                          <p:attrName>style.visibility</p:attrName>
                                        </p:attrNameLst>
                                      </p:cBhvr>
                                      <p:to>
                                        <p:strVal val="hidden"/>
                                      </p:to>
                                    </p:set>
                                  </p:childTnLst>
                                </p:cTn>
                              </p:par>
                              <p:par>
                                <p:cTn id="2461" nodeType="withEffect" fill="hold" presetClass="exit" presetID="1">
                                  <p:stCondLst>
                                    <p:cond delay="0"/>
                                  </p:stCondLst>
                                  <p:childTnLst>
                                    <p:set>
                                      <p:cBhvr>
                                        <p:cTn id="2462" dur="1" fill="hold">
                                          <p:stCondLst>
                                            <p:cond delay="0"/>
                                          </p:stCondLst>
                                        </p:cTn>
                                        <p:tgtEl>
                                          <p:spTgt spid="10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463" restart="whenNotActive" nodeType="interactiveSeq" fill="hold">
                <p:stCondLst>
                  <p:cond delay="0" evt="onClick">
                    <p:tgtEl>
                      <p:spTgt spid="1083"/>
                    </p:tgtEl>
                  </p:cond>
                </p:stCondLst>
                <p:childTnLst>
                  <p:par>
                    <p:cTn id="2464" fill="hold">
                      <p:stCondLst>
                        <p:cond delay="0" evt="onClick">
                          <p:tgtEl>
                            <p:spTgt spid="1083"/>
                          </p:tgtEl>
                        </p:cond>
                      </p:stCondLst>
                      <p:childTnLst>
                        <p:par>
                          <p:cTn id="2465" fill="hold">
                            <p:stCondLst>
                              <p:cond delay="0"/>
                            </p:stCondLst>
                            <p:childTnLst>
                              <p:par>
                                <p:cTn id="2466" nodeType="clickEffect" fill="hold" presetClass="entr" presetID="16" presetSubtype="21">
                                  <p:stCondLst>
                                    <p:cond delay="0"/>
                                  </p:stCondLst>
                                  <p:childTnLst>
                                    <p:set>
                                      <p:cBhvr>
                                        <p:cTn id="2467" dur="1" fill="hold">
                                          <p:stCondLst>
                                            <p:cond delay="0"/>
                                          </p:stCondLst>
                                        </p:cTn>
                                        <p:tgtEl>
                                          <p:spTgt spid="1086"/>
                                        </p:tgtEl>
                                        <p:attrNameLst>
                                          <p:attrName>style.visibility</p:attrName>
                                        </p:attrNameLst>
                                      </p:cBhvr>
                                      <p:to>
                                        <p:strVal val="visible"/>
                                      </p:to>
                                    </p:set>
                                    <p:animEffect filter="barn(inVertical)" transition="in">
                                      <p:cBhvr additive="repl">
                                        <p:cTn id="2468" dur="500"/>
                                        <p:tgtEl>
                                          <p:spTgt spid="1086"/>
                                        </p:tgtEl>
                                      </p:cBhvr>
                                    </p:animEffect>
                                  </p:childTnLst>
                                </p:cTn>
                              </p:par>
                              <p:par>
                                <p:cTn id="2469" nodeType="withEffect" fill="hold" presetClass="entr" presetID="16" presetSubtype="21">
                                  <p:stCondLst>
                                    <p:cond delay="0"/>
                                  </p:stCondLst>
                                  <p:childTnLst>
                                    <p:set>
                                      <p:cBhvr>
                                        <p:cTn id="2470" dur="1" fill="hold">
                                          <p:stCondLst>
                                            <p:cond delay="0"/>
                                          </p:stCondLst>
                                        </p:cTn>
                                        <p:tgtEl>
                                          <p:spTgt spid="1085"/>
                                        </p:tgtEl>
                                        <p:attrNameLst>
                                          <p:attrName>style.visibility</p:attrName>
                                        </p:attrNameLst>
                                      </p:cBhvr>
                                      <p:to>
                                        <p:strVal val="visible"/>
                                      </p:to>
                                    </p:set>
                                    <p:animEffect filter="barn(inVertical)" transition="in">
                                      <p:cBhvr additive="repl">
                                        <p:cTn id="2471" dur="500"/>
                                        <p:tgtEl>
                                          <p:spTgt spid="1085"/>
                                        </p:tgtEl>
                                      </p:cBhvr>
                                    </p:animEffect>
                                  </p:childTnLst>
                                </p:cTn>
                              </p:par>
                              <p:par>
                                <p:cTn id="2472" nodeType="withEffect" fill="hold" presetClass="emph" presetID="1" presetSubtype="2">
                                  <p:stCondLst>
                                    <p:cond delay="0"/>
                                  </p:stCondLst>
                                  <p:childTnLst>
                                    <p:animClr clrSpc="rgb">
                                      <p:cBhvr>
                                        <p:cTn id="2473" dur="500" fill="hold"/>
                                        <p:tgtEl>
                                          <p:spTgt spid="1084"/>
                                        </p:tgtEl>
                                        <p:attrNameLst>
                                          <p:attrName>fillcolor</p:attrName>
                                        </p:attrNameLst>
                                      </p:cBhvr>
                                      <p:to>
                                        <a:srgbClr val="8a80e4"/>
                                      </p:to>
                                    </p:animClr>
                                    <p:set>
                                      <p:cBhvr>
                                        <p:cTn id="2474" dur="500" fill="hold"/>
                                        <p:tgtEl>
                                          <p:spTgt spid="1084"/>
                                        </p:tgtEl>
                                        <p:attrNameLst>
                                          <p:attrName>fill.type</p:attrName>
                                        </p:attrNameLst>
                                      </p:cBhvr>
                                      <p:to>
                                        <p:strVal val="solid"/>
                                      </p:to>
                                    </p:set>
                                    <p:set>
                                      <p:cBhvr>
                                        <p:cTn id="2475" dur="500" fill="hold"/>
                                        <p:tgtEl>
                                          <p:spTgt spid="1084"/>
                                        </p:tgtEl>
                                        <p:attrNameLst>
                                          <p:attrName>fill.on</p:attrName>
                                        </p:attrNameLst>
                                      </p:cBhvr>
                                      <p:to>
                                        <p:strVal val="true"/>
                                      </p:to>
                                    </p:set>
                                  </p:childTnLst>
                                </p:cTn>
                              </p:par>
                              <p:par>
                                <p:cTn id="2476" nodeType="withEffect" fill="hold" presetClass="emph" presetID="1" presetSubtype="2">
                                  <p:stCondLst>
                                    <p:cond delay="0"/>
                                  </p:stCondLst>
                                  <p:childTnLst>
                                    <p:animClr clrSpc="rgb">
                                      <p:cBhvr>
                                        <p:cTn id="2477" dur="500" fill="hold"/>
                                        <p:tgtEl>
                                          <p:spTgt spid="1088"/>
                                        </p:tgtEl>
                                        <p:attrNameLst>
                                          <p:attrName>fillcolor</p:attrName>
                                        </p:attrNameLst>
                                      </p:cBhvr>
                                      <p:to>
                                        <a:srgbClr val="95b3d7"/>
                                      </p:to>
                                    </p:animClr>
                                    <p:set>
                                      <p:cBhvr>
                                        <p:cTn id="2478" dur="500" fill="hold"/>
                                        <p:tgtEl>
                                          <p:spTgt spid="1088"/>
                                        </p:tgtEl>
                                        <p:attrNameLst>
                                          <p:attrName>fill.type</p:attrName>
                                        </p:attrNameLst>
                                      </p:cBhvr>
                                      <p:to>
                                        <p:strVal val="solid"/>
                                      </p:to>
                                    </p:set>
                                    <p:set>
                                      <p:cBhvr>
                                        <p:cTn id="2479" dur="500" fill="hold"/>
                                        <p:tgtEl>
                                          <p:spTgt spid="1088"/>
                                        </p:tgtEl>
                                        <p:attrNameLst>
                                          <p:attrName>fill.on</p:attrName>
                                        </p:attrNameLst>
                                      </p:cBhvr>
                                      <p:to>
                                        <p:strVal val="true"/>
                                      </p:to>
                                    </p:set>
                                  </p:childTnLst>
                                </p:cTn>
                              </p:par>
                              <p:par>
                                <p:cTn id="2480" nodeType="withEffect" fill="hold" presetClass="emph" presetID="1" presetSubtype="2">
                                  <p:stCondLst>
                                    <p:cond delay="0"/>
                                  </p:stCondLst>
                                  <p:childTnLst>
                                    <p:animClr clrSpc="rgb">
                                      <p:cBhvr>
                                        <p:cTn id="2481" dur="500" fill="hold"/>
                                        <p:tgtEl>
                                          <p:spTgt spid="1092"/>
                                        </p:tgtEl>
                                        <p:attrNameLst>
                                          <p:attrName>fillcolor</p:attrName>
                                        </p:attrNameLst>
                                      </p:cBhvr>
                                      <p:to>
                                        <a:srgbClr val="95b3d7"/>
                                      </p:to>
                                    </p:animClr>
                                    <p:set>
                                      <p:cBhvr>
                                        <p:cTn id="2482" dur="500" fill="hold"/>
                                        <p:tgtEl>
                                          <p:spTgt spid="1092"/>
                                        </p:tgtEl>
                                        <p:attrNameLst>
                                          <p:attrName>fill.type</p:attrName>
                                        </p:attrNameLst>
                                      </p:cBhvr>
                                      <p:to>
                                        <p:strVal val="solid"/>
                                      </p:to>
                                    </p:set>
                                    <p:set>
                                      <p:cBhvr>
                                        <p:cTn id="2483" dur="500" fill="hold"/>
                                        <p:tgtEl>
                                          <p:spTgt spid="1092"/>
                                        </p:tgtEl>
                                        <p:attrNameLst>
                                          <p:attrName>fill.on</p:attrName>
                                        </p:attrNameLst>
                                      </p:cBhvr>
                                      <p:to>
                                        <p:strVal val="true"/>
                                      </p:to>
                                    </p:set>
                                  </p:childTnLst>
                                </p:cTn>
                              </p:par>
                              <p:par>
                                <p:cTn id="2484" nodeType="withEffect" fill="hold" presetClass="emph" presetID="1" presetSubtype="2">
                                  <p:stCondLst>
                                    <p:cond delay="0"/>
                                  </p:stCondLst>
                                  <p:childTnLst>
                                    <p:animClr clrSpc="rgb">
                                      <p:cBhvr>
                                        <p:cTn id="2485" dur="500" fill="hold"/>
                                        <p:tgtEl>
                                          <p:spTgt spid="1096"/>
                                        </p:tgtEl>
                                        <p:attrNameLst>
                                          <p:attrName>fillcolor</p:attrName>
                                        </p:attrNameLst>
                                      </p:cBhvr>
                                      <p:to>
                                        <a:srgbClr val="95b3d7"/>
                                      </p:to>
                                    </p:animClr>
                                    <p:set>
                                      <p:cBhvr>
                                        <p:cTn id="2486" dur="500" fill="hold"/>
                                        <p:tgtEl>
                                          <p:spTgt spid="1096"/>
                                        </p:tgtEl>
                                        <p:attrNameLst>
                                          <p:attrName>fill.type</p:attrName>
                                        </p:attrNameLst>
                                      </p:cBhvr>
                                      <p:to>
                                        <p:strVal val="solid"/>
                                      </p:to>
                                    </p:set>
                                    <p:set>
                                      <p:cBhvr>
                                        <p:cTn id="2487" dur="500" fill="hold"/>
                                        <p:tgtEl>
                                          <p:spTgt spid="1096"/>
                                        </p:tgtEl>
                                        <p:attrNameLst>
                                          <p:attrName>fill.on</p:attrName>
                                        </p:attrNameLst>
                                      </p:cBhvr>
                                      <p:to>
                                        <p:strVal val="true"/>
                                      </p:to>
                                    </p:set>
                                  </p:childTnLst>
                                </p:cTn>
                              </p:par>
                              <p:par>
                                <p:cTn id="2488" nodeType="withEffect" fill="hold" presetClass="exit" presetID="10">
                                  <p:stCondLst>
                                    <p:cond delay="0"/>
                                  </p:stCondLst>
                                  <p:childTnLst>
                                    <p:animEffect filter="fade" transition="out">
                                      <p:cBhvr additive="repl">
                                        <p:cTn id="2489" dur="500"/>
                                        <p:tgtEl>
                                          <p:spTgt spid="1090"/>
                                        </p:tgtEl>
                                      </p:cBhvr>
                                    </p:animEffect>
                                    <p:set>
                                      <p:cBhvr>
                                        <p:cTn id="2490" dur="1" fill="hold">
                                          <p:stCondLst>
                                            <p:cond delay="499"/>
                                          </p:stCondLst>
                                        </p:cTn>
                                        <p:tgtEl>
                                          <p:spTgt spid="1090"/>
                                        </p:tgtEl>
                                        <p:attrNameLst>
                                          <p:attrName>style.visibility</p:attrName>
                                        </p:attrNameLst>
                                      </p:cBhvr>
                                      <p:to>
                                        <p:strVal val="hidden"/>
                                      </p:to>
                                    </p:set>
                                  </p:childTnLst>
                                </p:cTn>
                              </p:par>
                              <p:par>
                                <p:cTn id="2491" nodeType="withEffect" fill="hold" presetClass="exit" presetID="10">
                                  <p:stCondLst>
                                    <p:cond delay="0"/>
                                  </p:stCondLst>
                                  <p:childTnLst>
                                    <p:animEffect filter="fade" transition="out">
                                      <p:cBhvr additive="repl">
                                        <p:cTn id="2492" dur="500"/>
                                        <p:tgtEl>
                                          <p:spTgt spid="1089"/>
                                        </p:tgtEl>
                                      </p:cBhvr>
                                    </p:animEffect>
                                    <p:set>
                                      <p:cBhvr>
                                        <p:cTn id="2493" dur="1" fill="hold">
                                          <p:stCondLst>
                                            <p:cond delay="499"/>
                                          </p:stCondLst>
                                        </p:cTn>
                                        <p:tgtEl>
                                          <p:spTgt spid="1089"/>
                                        </p:tgtEl>
                                        <p:attrNameLst>
                                          <p:attrName>style.visibility</p:attrName>
                                        </p:attrNameLst>
                                      </p:cBhvr>
                                      <p:to>
                                        <p:strVal val="hidden"/>
                                      </p:to>
                                    </p:set>
                                  </p:childTnLst>
                                </p:cTn>
                              </p:par>
                              <p:par>
                                <p:cTn id="2494" nodeType="withEffect" fill="hold" presetClass="exit" presetID="10">
                                  <p:stCondLst>
                                    <p:cond delay="0"/>
                                  </p:stCondLst>
                                  <p:childTnLst>
                                    <p:animEffect filter="fade" transition="out">
                                      <p:cBhvr additive="repl">
                                        <p:cTn id="2495" dur="500"/>
                                        <p:tgtEl>
                                          <p:spTgt spid="1094"/>
                                        </p:tgtEl>
                                      </p:cBhvr>
                                    </p:animEffect>
                                    <p:set>
                                      <p:cBhvr>
                                        <p:cTn id="2496" dur="1" fill="hold">
                                          <p:stCondLst>
                                            <p:cond delay="499"/>
                                          </p:stCondLst>
                                        </p:cTn>
                                        <p:tgtEl>
                                          <p:spTgt spid="1094"/>
                                        </p:tgtEl>
                                        <p:attrNameLst>
                                          <p:attrName>style.visibility</p:attrName>
                                        </p:attrNameLst>
                                      </p:cBhvr>
                                      <p:to>
                                        <p:strVal val="hidden"/>
                                      </p:to>
                                    </p:set>
                                  </p:childTnLst>
                                </p:cTn>
                              </p:par>
                              <p:par>
                                <p:cTn id="2497" nodeType="withEffect" fill="hold" presetClass="exit" presetID="10">
                                  <p:stCondLst>
                                    <p:cond delay="0"/>
                                  </p:stCondLst>
                                  <p:childTnLst>
                                    <p:animEffect filter="fade" transition="out">
                                      <p:cBhvr additive="repl">
                                        <p:cTn id="2498" dur="500"/>
                                        <p:tgtEl>
                                          <p:spTgt spid="1093"/>
                                        </p:tgtEl>
                                      </p:cBhvr>
                                    </p:animEffect>
                                    <p:set>
                                      <p:cBhvr>
                                        <p:cTn id="2499" dur="1" fill="hold">
                                          <p:stCondLst>
                                            <p:cond delay="499"/>
                                          </p:stCondLst>
                                        </p:cTn>
                                        <p:tgtEl>
                                          <p:spTgt spid="1093"/>
                                        </p:tgtEl>
                                        <p:attrNameLst>
                                          <p:attrName>style.visibility</p:attrName>
                                        </p:attrNameLst>
                                      </p:cBhvr>
                                      <p:to>
                                        <p:strVal val="hidden"/>
                                      </p:to>
                                    </p:set>
                                  </p:childTnLst>
                                </p:cTn>
                              </p:par>
                              <p:par>
                                <p:cTn id="2500" nodeType="withEffect" fill="hold" presetClass="exit" presetID="10">
                                  <p:stCondLst>
                                    <p:cond delay="0"/>
                                  </p:stCondLst>
                                  <p:childTnLst>
                                    <p:animEffect filter="fade" transition="out">
                                      <p:cBhvr additive="repl">
                                        <p:cTn id="2501" dur="500"/>
                                        <p:tgtEl>
                                          <p:spTgt spid="1098"/>
                                        </p:tgtEl>
                                      </p:cBhvr>
                                    </p:animEffect>
                                    <p:set>
                                      <p:cBhvr>
                                        <p:cTn id="2502" dur="1" fill="hold">
                                          <p:stCondLst>
                                            <p:cond delay="499"/>
                                          </p:stCondLst>
                                        </p:cTn>
                                        <p:tgtEl>
                                          <p:spTgt spid="1098"/>
                                        </p:tgtEl>
                                        <p:attrNameLst>
                                          <p:attrName>style.visibility</p:attrName>
                                        </p:attrNameLst>
                                      </p:cBhvr>
                                      <p:to>
                                        <p:strVal val="hidden"/>
                                      </p:to>
                                    </p:set>
                                  </p:childTnLst>
                                </p:cTn>
                              </p:par>
                              <p:par>
                                <p:cTn id="2503" nodeType="withEffect" fill="hold" presetClass="exit" presetID="10">
                                  <p:stCondLst>
                                    <p:cond delay="0"/>
                                  </p:stCondLst>
                                  <p:childTnLst>
                                    <p:animEffect filter="fade" transition="out">
                                      <p:cBhvr additive="repl">
                                        <p:cTn id="2504" dur="500"/>
                                        <p:tgtEl>
                                          <p:spTgt spid="1097"/>
                                        </p:tgtEl>
                                      </p:cBhvr>
                                    </p:animEffect>
                                    <p:set>
                                      <p:cBhvr>
                                        <p:cTn id="2505" dur="1" fill="hold">
                                          <p:stCondLst>
                                            <p:cond delay="499"/>
                                          </p:stCondLst>
                                        </p:cTn>
                                        <p:tgtEl>
                                          <p:spTgt spid="10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506" restart="whenNotActive" nodeType="interactiveSeq" fill="hold">
                <p:stCondLst>
                  <p:cond delay="0" evt="onClick">
                    <p:tgtEl>
                      <p:spTgt spid="1086"/>
                    </p:tgtEl>
                  </p:cond>
                </p:stCondLst>
                <p:childTnLst>
                  <p:par>
                    <p:cTn id="2507" fill="hold">
                      <p:stCondLst>
                        <p:cond delay="0" evt="onClick">
                          <p:tgtEl>
                            <p:spTgt spid="1086"/>
                          </p:tgtEl>
                        </p:cond>
                      </p:stCondLst>
                      <p:childTnLst>
                        <p:par>
                          <p:cTn id="2508" fill="hold">
                            <p:stCondLst>
                              <p:cond delay="0"/>
                            </p:stCondLst>
                            <p:childTnLst>
                              <p:par>
                                <p:cTn id="2509" nodeType="clickEffect" fill="hold" presetClass="exit" presetID="9">
                                  <p:stCondLst>
                                    <p:cond delay="0"/>
                                  </p:stCondLst>
                                  <p:childTnLst>
                                    <p:animEffect filter="dissolve" transition="out">
                                      <p:cBhvr additive="repl">
                                        <p:cTn id="2510" dur="500"/>
                                        <p:tgtEl>
                                          <p:spTgt spid="1086"/>
                                        </p:tgtEl>
                                      </p:cBhvr>
                                    </p:animEffect>
                                    <p:set>
                                      <p:cBhvr>
                                        <p:cTn id="2511" dur="1" fill="hold">
                                          <p:stCondLst>
                                            <p:cond delay="499"/>
                                          </p:stCondLst>
                                        </p:cTn>
                                        <p:tgtEl>
                                          <p:spTgt spid="1086"/>
                                        </p:tgtEl>
                                        <p:attrNameLst>
                                          <p:attrName>style.visibility</p:attrName>
                                        </p:attrNameLst>
                                      </p:cBhvr>
                                      <p:to>
                                        <p:strVal val="hidden"/>
                                      </p:to>
                                    </p:set>
                                  </p:childTnLst>
                                </p:cTn>
                              </p:par>
                              <p:par>
                                <p:cTn id="2512" nodeType="withEffect" fill="hold" presetClass="exit" presetID="9">
                                  <p:stCondLst>
                                    <p:cond delay="0"/>
                                  </p:stCondLst>
                                  <p:childTnLst>
                                    <p:animEffect filter="dissolve" transition="out">
                                      <p:cBhvr additive="repl">
                                        <p:cTn id="2513" dur="500"/>
                                        <p:tgtEl>
                                          <p:spTgt spid="1085"/>
                                        </p:tgtEl>
                                      </p:cBhvr>
                                    </p:animEffect>
                                    <p:set>
                                      <p:cBhvr>
                                        <p:cTn id="2514" dur="1" fill="hold">
                                          <p:stCondLst>
                                            <p:cond delay="499"/>
                                          </p:stCondLst>
                                        </p:cTn>
                                        <p:tgtEl>
                                          <p:spTgt spid="1085"/>
                                        </p:tgtEl>
                                        <p:attrNameLst>
                                          <p:attrName>style.visibility</p:attrName>
                                        </p:attrNameLst>
                                      </p:cBhvr>
                                      <p:to>
                                        <p:strVal val="hidden"/>
                                      </p:to>
                                    </p:set>
                                  </p:childTnLst>
                                </p:cTn>
                              </p:par>
                              <p:par>
                                <p:cTn id="2515" nodeType="withEffect" fill="hold" presetClass="emph" presetID="1" presetSubtype="2">
                                  <p:stCondLst>
                                    <p:cond delay="0"/>
                                  </p:stCondLst>
                                  <p:childTnLst>
                                    <p:animClr clrSpc="rgb">
                                      <p:cBhvr>
                                        <p:cTn id="2516" dur="500" fill="hold"/>
                                        <p:tgtEl>
                                          <p:spTgt spid="1084"/>
                                        </p:tgtEl>
                                        <p:attrNameLst>
                                          <p:attrName>fillcolor</p:attrName>
                                        </p:attrNameLst>
                                      </p:cBhvr>
                                      <p:to>
                                        <a:srgbClr val="95b3d7"/>
                                      </p:to>
                                    </p:animClr>
                                    <p:set>
                                      <p:cBhvr>
                                        <p:cTn id="2517" dur="500" fill="hold"/>
                                        <p:tgtEl>
                                          <p:spTgt spid="1084"/>
                                        </p:tgtEl>
                                        <p:attrNameLst>
                                          <p:attrName>fill.type</p:attrName>
                                        </p:attrNameLst>
                                      </p:cBhvr>
                                      <p:to>
                                        <p:strVal val="solid"/>
                                      </p:to>
                                    </p:set>
                                    <p:set>
                                      <p:cBhvr>
                                        <p:cTn id="2518" dur="500" fill="hold"/>
                                        <p:tgtEl>
                                          <p:spTgt spid="108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519" restart="whenNotActive" nodeType="interactiveSeq" fill="hold">
                <p:stCondLst>
                  <p:cond delay="0" evt="onClick">
                    <p:tgtEl>
                      <p:spTgt spid="1087"/>
                    </p:tgtEl>
                  </p:cond>
                </p:stCondLst>
                <p:childTnLst>
                  <p:par>
                    <p:cTn id="2520" fill="hold">
                      <p:stCondLst>
                        <p:cond delay="0" evt="onClick">
                          <p:tgtEl>
                            <p:spTgt spid="1087"/>
                          </p:tgtEl>
                        </p:cond>
                      </p:stCondLst>
                      <p:childTnLst>
                        <p:par>
                          <p:cTn id="2521" fill="hold">
                            <p:stCondLst>
                              <p:cond delay="0"/>
                            </p:stCondLst>
                            <p:childTnLst>
                              <p:par>
                                <p:cTn id="2522" nodeType="clickEffect" fill="hold" presetClass="entr" presetID="16" presetSubtype="21">
                                  <p:stCondLst>
                                    <p:cond delay="0"/>
                                  </p:stCondLst>
                                  <p:childTnLst>
                                    <p:set>
                                      <p:cBhvr>
                                        <p:cTn id="2523" dur="1" fill="hold">
                                          <p:stCondLst>
                                            <p:cond delay="0"/>
                                          </p:stCondLst>
                                        </p:cTn>
                                        <p:tgtEl>
                                          <p:spTgt spid="1090"/>
                                        </p:tgtEl>
                                        <p:attrNameLst>
                                          <p:attrName>style.visibility</p:attrName>
                                        </p:attrNameLst>
                                      </p:cBhvr>
                                      <p:to>
                                        <p:strVal val="visible"/>
                                      </p:to>
                                    </p:set>
                                    <p:animEffect filter="barn(inVertical)" transition="in">
                                      <p:cBhvr additive="repl">
                                        <p:cTn id="2524" dur="500"/>
                                        <p:tgtEl>
                                          <p:spTgt spid="1090"/>
                                        </p:tgtEl>
                                      </p:cBhvr>
                                    </p:animEffect>
                                  </p:childTnLst>
                                </p:cTn>
                              </p:par>
                              <p:par>
                                <p:cTn id="2525" nodeType="withEffect" fill="hold" presetClass="entr" presetID="16" presetSubtype="21">
                                  <p:stCondLst>
                                    <p:cond delay="0"/>
                                  </p:stCondLst>
                                  <p:childTnLst>
                                    <p:set>
                                      <p:cBhvr>
                                        <p:cTn id="2526" dur="1" fill="hold">
                                          <p:stCondLst>
                                            <p:cond delay="0"/>
                                          </p:stCondLst>
                                        </p:cTn>
                                        <p:tgtEl>
                                          <p:spTgt spid="1089"/>
                                        </p:tgtEl>
                                        <p:attrNameLst>
                                          <p:attrName>style.visibility</p:attrName>
                                        </p:attrNameLst>
                                      </p:cBhvr>
                                      <p:to>
                                        <p:strVal val="visible"/>
                                      </p:to>
                                    </p:set>
                                    <p:animEffect filter="barn(inVertical)" transition="in">
                                      <p:cBhvr additive="repl">
                                        <p:cTn id="2527" dur="500"/>
                                        <p:tgtEl>
                                          <p:spTgt spid="1089"/>
                                        </p:tgtEl>
                                      </p:cBhvr>
                                    </p:animEffect>
                                  </p:childTnLst>
                                </p:cTn>
                              </p:par>
                              <p:par>
                                <p:cTn id="2528" nodeType="withEffect" fill="hold" presetClass="emph" presetID="1" presetSubtype="2">
                                  <p:stCondLst>
                                    <p:cond delay="0"/>
                                  </p:stCondLst>
                                  <p:childTnLst>
                                    <p:animClr clrSpc="rgb">
                                      <p:cBhvr>
                                        <p:cTn id="2529" dur="500" fill="hold"/>
                                        <p:tgtEl>
                                          <p:spTgt spid="1088"/>
                                        </p:tgtEl>
                                        <p:attrNameLst>
                                          <p:attrName>fillcolor</p:attrName>
                                        </p:attrNameLst>
                                      </p:cBhvr>
                                      <p:to>
                                        <a:srgbClr val="8a80e4"/>
                                      </p:to>
                                    </p:animClr>
                                    <p:set>
                                      <p:cBhvr>
                                        <p:cTn id="2530" dur="500" fill="hold"/>
                                        <p:tgtEl>
                                          <p:spTgt spid="1088"/>
                                        </p:tgtEl>
                                        <p:attrNameLst>
                                          <p:attrName>fill.type</p:attrName>
                                        </p:attrNameLst>
                                      </p:cBhvr>
                                      <p:to>
                                        <p:strVal val="solid"/>
                                      </p:to>
                                    </p:set>
                                    <p:set>
                                      <p:cBhvr>
                                        <p:cTn id="2531" dur="500" fill="hold"/>
                                        <p:tgtEl>
                                          <p:spTgt spid="1088"/>
                                        </p:tgtEl>
                                        <p:attrNameLst>
                                          <p:attrName>fill.on</p:attrName>
                                        </p:attrNameLst>
                                      </p:cBhvr>
                                      <p:to>
                                        <p:strVal val="true"/>
                                      </p:to>
                                    </p:set>
                                  </p:childTnLst>
                                </p:cTn>
                              </p:par>
                              <p:par>
                                <p:cTn id="2532" nodeType="withEffect" fill="hold" presetClass="emph" presetID="1" presetSubtype="2">
                                  <p:stCondLst>
                                    <p:cond delay="0"/>
                                  </p:stCondLst>
                                  <p:childTnLst>
                                    <p:animClr clrSpc="rgb">
                                      <p:cBhvr>
                                        <p:cTn id="2533" dur="500" fill="hold"/>
                                        <p:tgtEl>
                                          <p:spTgt spid="1084"/>
                                        </p:tgtEl>
                                        <p:attrNameLst>
                                          <p:attrName>fillcolor</p:attrName>
                                        </p:attrNameLst>
                                      </p:cBhvr>
                                      <p:to>
                                        <a:srgbClr val="95b3d7"/>
                                      </p:to>
                                    </p:animClr>
                                    <p:set>
                                      <p:cBhvr>
                                        <p:cTn id="2534" dur="500" fill="hold"/>
                                        <p:tgtEl>
                                          <p:spTgt spid="1084"/>
                                        </p:tgtEl>
                                        <p:attrNameLst>
                                          <p:attrName>fill.type</p:attrName>
                                        </p:attrNameLst>
                                      </p:cBhvr>
                                      <p:to>
                                        <p:strVal val="solid"/>
                                      </p:to>
                                    </p:set>
                                    <p:set>
                                      <p:cBhvr>
                                        <p:cTn id="2535" dur="500" fill="hold"/>
                                        <p:tgtEl>
                                          <p:spTgt spid="1084"/>
                                        </p:tgtEl>
                                        <p:attrNameLst>
                                          <p:attrName>fill.on</p:attrName>
                                        </p:attrNameLst>
                                      </p:cBhvr>
                                      <p:to>
                                        <p:strVal val="true"/>
                                      </p:to>
                                    </p:set>
                                  </p:childTnLst>
                                </p:cTn>
                              </p:par>
                              <p:par>
                                <p:cTn id="2536" nodeType="withEffect" fill="hold" presetClass="emph" presetID="1" presetSubtype="2">
                                  <p:stCondLst>
                                    <p:cond delay="0"/>
                                  </p:stCondLst>
                                  <p:childTnLst>
                                    <p:animClr clrSpc="rgb">
                                      <p:cBhvr>
                                        <p:cTn id="2537" dur="500" fill="hold"/>
                                        <p:tgtEl>
                                          <p:spTgt spid="1092"/>
                                        </p:tgtEl>
                                        <p:attrNameLst>
                                          <p:attrName>fillcolor</p:attrName>
                                        </p:attrNameLst>
                                      </p:cBhvr>
                                      <p:to>
                                        <a:srgbClr val="95b3d7"/>
                                      </p:to>
                                    </p:animClr>
                                    <p:set>
                                      <p:cBhvr>
                                        <p:cTn id="2538" dur="500" fill="hold"/>
                                        <p:tgtEl>
                                          <p:spTgt spid="1092"/>
                                        </p:tgtEl>
                                        <p:attrNameLst>
                                          <p:attrName>fill.type</p:attrName>
                                        </p:attrNameLst>
                                      </p:cBhvr>
                                      <p:to>
                                        <p:strVal val="solid"/>
                                      </p:to>
                                    </p:set>
                                    <p:set>
                                      <p:cBhvr>
                                        <p:cTn id="2539" dur="500" fill="hold"/>
                                        <p:tgtEl>
                                          <p:spTgt spid="1092"/>
                                        </p:tgtEl>
                                        <p:attrNameLst>
                                          <p:attrName>fill.on</p:attrName>
                                        </p:attrNameLst>
                                      </p:cBhvr>
                                      <p:to>
                                        <p:strVal val="true"/>
                                      </p:to>
                                    </p:set>
                                  </p:childTnLst>
                                </p:cTn>
                              </p:par>
                              <p:par>
                                <p:cTn id="2540" nodeType="withEffect" fill="hold" presetClass="emph" presetID="1" presetSubtype="2">
                                  <p:stCondLst>
                                    <p:cond delay="0"/>
                                  </p:stCondLst>
                                  <p:childTnLst>
                                    <p:animClr clrSpc="rgb">
                                      <p:cBhvr>
                                        <p:cTn id="2541" dur="500" fill="hold"/>
                                        <p:tgtEl>
                                          <p:spTgt spid="1096"/>
                                        </p:tgtEl>
                                        <p:attrNameLst>
                                          <p:attrName>fillcolor</p:attrName>
                                        </p:attrNameLst>
                                      </p:cBhvr>
                                      <p:to>
                                        <a:srgbClr val="95b3d7"/>
                                      </p:to>
                                    </p:animClr>
                                    <p:set>
                                      <p:cBhvr>
                                        <p:cTn id="2542" dur="500" fill="hold"/>
                                        <p:tgtEl>
                                          <p:spTgt spid="1096"/>
                                        </p:tgtEl>
                                        <p:attrNameLst>
                                          <p:attrName>fill.type</p:attrName>
                                        </p:attrNameLst>
                                      </p:cBhvr>
                                      <p:to>
                                        <p:strVal val="solid"/>
                                      </p:to>
                                    </p:set>
                                    <p:set>
                                      <p:cBhvr>
                                        <p:cTn id="2543" dur="500" fill="hold"/>
                                        <p:tgtEl>
                                          <p:spTgt spid="1096"/>
                                        </p:tgtEl>
                                        <p:attrNameLst>
                                          <p:attrName>fill.on</p:attrName>
                                        </p:attrNameLst>
                                      </p:cBhvr>
                                      <p:to>
                                        <p:strVal val="true"/>
                                      </p:to>
                                    </p:set>
                                  </p:childTnLst>
                                </p:cTn>
                              </p:par>
                              <p:par>
                                <p:cTn id="2544" nodeType="withEffect" fill="hold" presetClass="exit" presetID="10">
                                  <p:stCondLst>
                                    <p:cond delay="0"/>
                                  </p:stCondLst>
                                  <p:childTnLst>
                                    <p:animEffect filter="fade" transition="out">
                                      <p:cBhvr additive="repl">
                                        <p:cTn id="2545" dur="500"/>
                                        <p:tgtEl>
                                          <p:spTgt spid="1086"/>
                                        </p:tgtEl>
                                      </p:cBhvr>
                                    </p:animEffect>
                                    <p:set>
                                      <p:cBhvr>
                                        <p:cTn id="2546" dur="1" fill="hold">
                                          <p:stCondLst>
                                            <p:cond delay="499"/>
                                          </p:stCondLst>
                                        </p:cTn>
                                        <p:tgtEl>
                                          <p:spTgt spid="1086"/>
                                        </p:tgtEl>
                                        <p:attrNameLst>
                                          <p:attrName>style.visibility</p:attrName>
                                        </p:attrNameLst>
                                      </p:cBhvr>
                                      <p:to>
                                        <p:strVal val="hidden"/>
                                      </p:to>
                                    </p:set>
                                  </p:childTnLst>
                                </p:cTn>
                              </p:par>
                              <p:par>
                                <p:cTn id="2547" nodeType="withEffect" fill="hold" presetClass="exit" presetID="10">
                                  <p:stCondLst>
                                    <p:cond delay="0"/>
                                  </p:stCondLst>
                                  <p:childTnLst>
                                    <p:animEffect filter="fade" transition="out">
                                      <p:cBhvr additive="repl">
                                        <p:cTn id="2548" dur="500"/>
                                        <p:tgtEl>
                                          <p:spTgt spid="1085"/>
                                        </p:tgtEl>
                                      </p:cBhvr>
                                    </p:animEffect>
                                    <p:set>
                                      <p:cBhvr>
                                        <p:cTn id="2549" dur="1" fill="hold">
                                          <p:stCondLst>
                                            <p:cond delay="499"/>
                                          </p:stCondLst>
                                        </p:cTn>
                                        <p:tgtEl>
                                          <p:spTgt spid="1085"/>
                                        </p:tgtEl>
                                        <p:attrNameLst>
                                          <p:attrName>style.visibility</p:attrName>
                                        </p:attrNameLst>
                                      </p:cBhvr>
                                      <p:to>
                                        <p:strVal val="hidden"/>
                                      </p:to>
                                    </p:set>
                                  </p:childTnLst>
                                </p:cTn>
                              </p:par>
                              <p:par>
                                <p:cTn id="2550" nodeType="withEffect" fill="hold" presetClass="exit" presetID="10">
                                  <p:stCondLst>
                                    <p:cond delay="0"/>
                                  </p:stCondLst>
                                  <p:childTnLst>
                                    <p:animEffect filter="fade" transition="out">
                                      <p:cBhvr additive="repl">
                                        <p:cTn id="2551" dur="500"/>
                                        <p:tgtEl>
                                          <p:spTgt spid="1094"/>
                                        </p:tgtEl>
                                      </p:cBhvr>
                                    </p:animEffect>
                                    <p:set>
                                      <p:cBhvr>
                                        <p:cTn id="2552" dur="1" fill="hold">
                                          <p:stCondLst>
                                            <p:cond delay="499"/>
                                          </p:stCondLst>
                                        </p:cTn>
                                        <p:tgtEl>
                                          <p:spTgt spid="1094"/>
                                        </p:tgtEl>
                                        <p:attrNameLst>
                                          <p:attrName>style.visibility</p:attrName>
                                        </p:attrNameLst>
                                      </p:cBhvr>
                                      <p:to>
                                        <p:strVal val="hidden"/>
                                      </p:to>
                                    </p:set>
                                  </p:childTnLst>
                                </p:cTn>
                              </p:par>
                              <p:par>
                                <p:cTn id="2553" nodeType="withEffect" fill="hold" presetClass="exit" presetID="10">
                                  <p:stCondLst>
                                    <p:cond delay="0"/>
                                  </p:stCondLst>
                                  <p:childTnLst>
                                    <p:animEffect filter="fade" transition="out">
                                      <p:cBhvr additive="repl">
                                        <p:cTn id="2554" dur="500"/>
                                        <p:tgtEl>
                                          <p:spTgt spid="1093"/>
                                        </p:tgtEl>
                                      </p:cBhvr>
                                    </p:animEffect>
                                    <p:set>
                                      <p:cBhvr>
                                        <p:cTn id="2555" dur="1" fill="hold">
                                          <p:stCondLst>
                                            <p:cond delay="499"/>
                                          </p:stCondLst>
                                        </p:cTn>
                                        <p:tgtEl>
                                          <p:spTgt spid="1093"/>
                                        </p:tgtEl>
                                        <p:attrNameLst>
                                          <p:attrName>style.visibility</p:attrName>
                                        </p:attrNameLst>
                                      </p:cBhvr>
                                      <p:to>
                                        <p:strVal val="hidden"/>
                                      </p:to>
                                    </p:set>
                                  </p:childTnLst>
                                </p:cTn>
                              </p:par>
                              <p:par>
                                <p:cTn id="2556" nodeType="withEffect" fill="hold" presetClass="exit" presetID="10">
                                  <p:stCondLst>
                                    <p:cond delay="0"/>
                                  </p:stCondLst>
                                  <p:childTnLst>
                                    <p:animEffect filter="fade" transition="out">
                                      <p:cBhvr additive="repl">
                                        <p:cTn id="2557" dur="500"/>
                                        <p:tgtEl>
                                          <p:spTgt spid="1098"/>
                                        </p:tgtEl>
                                      </p:cBhvr>
                                    </p:animEffect>
                                    <p:set>
                                      <p:cBhvr>
                                        <p:cTn id="2558" dur="1" fill="hold">
                                          <p:stCondLst>
                                            <p:cond delay="499"/>
                                          </p:stCondLst>
                                        </p:cTn>
                                        <p:tgtEl>
                                          <p:spTgt spid="1098"/>
                                        </p:tgtEl>
                                        <p:attrNameLst>
                                          <p:attrName>style.visibility</p:attrName>
                                        </p:attrNameLst>
                                      </p:cBhvr>
                                      <p:to>
                                        <p:strVal val="hidden"/>
                                      </p:to>
                                    </p:set>
                                  </p:childTnLst>
                                </p:cTn>
                              </p:par>
                              <p:par>
                                <p:cTn id="2559" nodeType="withEffect" fill="hold" presetClass="exit" presetID="10">
                                  <p:stCondLst>
                                    <p:cond delay="0"/>
                                  </p:stCondLst>
                                  <p:childTnLst>
                                    <p:animEffect filter="fade" transition="out">
                                      <p:cBhvr additive="repl">
                                        <p:cTn id="2560" dur="500"/>
                                        <p:tgtEl>
                                          <p:spTgt spid="1097"/>
                                        </p:tgtEl>
                                      </p:cBhvr>
                                    </p:animEffect>
                                    <p:set>
                                      <p:cBhvr>
                                        <p:cTn id="2561" dur="1" fill="hold">
                                          <p:stCondLst>
                                            <p:cond delay="499"/>
                                          </p:stCondLst>
                                        </p:cTn>
                                        <p:tgtEl>
                                          <p:spTgt spid="10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562" restart="whenNotActive" nodeType="interactiveSeq" fill="hold">
                <p:stCondLst>
                  <p:cond delay="0" evt="onClick">
                    <p:tgtEl>
                      <p:spTgt spid="1090"/>
                    </p:tgtEl>
                  </p:cond>
                </p:stCondLst>
                <p:childTnLst>
                  <p:par>
                    <p:cTn id="2563" fill="hold">
                      <p:stCondLst>
                        <p:cond delay="0" evt="onClick">
                          <p:tgtEl>
                            <p:spTgt spid="1090"/>
                          </p:tgtEl>
                        </p:cond>
                      </p:stCondLst>
                      <p:childTnLst>
                        <p:par>
                          <p:cTn id="2564" fill="hold">
                            <p:stCondLst>
                              <p:cond delay="0"/>
                            </p:stCondLst>
                            <p:childTnLst>
                              <p:par>
                                <p:cTn id="2565" nodeType="clickEffect" fill="hold" presetClass="exit" presetID="9">
                                  <p:stCondLst>
                                    <p:cond delay="0"/>
                                  </p:stCondLst>
                                  <p:childTnLst>
                                    <p:animEffect filter="dissolve" transition="out">
                                      <p:cBhvr additive="repl">
                                        <p:cTn id="2566" dur="500"/>
                                        <p:tgtEl>
                                          <p:spTgt spid="1090"/>
                                        </p:tgtEl>
                                      </p:cBhvr>
                                    </p:animEffect>
                                    <p:set>
                                      <p:cBhvr>
                                        <p:cTn id="2567" dur="1" fill="hold">
                                          <p:stCondLst>
                                            <p:cond delay="499"/>
                                          </p:stCondLst>
                                        </p:cTn>
                                        <p:tgtEl>
                                          <p:spTgt spid="1090"/>
                                        </p:tgtEl>
                                        <p:attrNameLst>
                                          <p:attrName>style.visibility</p:attrName>
                                        </p:attrNameLst>
                                      </p:cBhvr>
                                      <p:to>
                                        <p:strVal val="hidden"/>
                                      </p:to>
                                    </p:set>
                                  </p:childTnLst>
                                </p:cTn>
                              </p:par>
                              <p:par>
                                <p:cTn id="2568" nodeType="withEffect" fill="hold" presetClass="exit" presetID="9">
                                  <p:stCondLst>
                                    <p:cond delay="0"/>
                                  </p:stCondLst>
                                  <p:childTnLst>
                                    <p:animEffect filter="dissolve" transition="out">
                                      <p:cBhvr additive="repl">
                                        <p:cTn id="2569" dur="500"/>
                                        <p:tgtEl>
                                          <p:spTgt spid="1089"/>
                                        </p:tgtEl>
                                      </p:cBhvr>
                                    </p:animEffect>
                                    <p:set>
                                      <p:cBhvr>
                                        <p:cTn id="2570" dur="1" fill="hold">
                                          <p:stCondLst>
                                            <p:cond delay="499"/>
                                          </p:stCondLst>
                                        </p:cTn>
                                        <p:tgtEl>
                                          <p:spTgt spid="1089"/>
                                        </p:tgtEl>
                                        <p:attrNameLst>
                                          <p:attrName>style.visibility</p:attrName>
                                        </p:attrNameLst>
                                      </p:cBhvr>
                                      <p:to>
                                        <p:strVal val="hidden"/>
                                      </p:to>
                                    </p:set>
                                  </p:childTnLst>
                                </p:cTn>
                              </p:par>
                              <p:par>
                                <p:cTn id="2571" nodeType="withEffect" fill="hold" presetClass="emph" presetID="1" presetSubtype="2">
                                  <p:stCondLst>
                                    <p:cond delay="0"/>
                                  </p:stCondLst>
                                  <p:childTnLst>
                                    <p:animClr clrSpc="rgb">
                                      <p:cBhvr>
                                        <p:cTn id="2572" dur="500" fill="hold"/>
                                        <p:tgtEl>
                                          <p:spTgt spid="1088"/>
                                        </p:tgtEl>
                                        <p:attrNameLst>
                                          <p:attrName>fillcolor</p:attrName>
                                        </p:attrNameLst>
                                      </p:cBhvr>
                                      <p:to>
                                        <a:srgbClr val="95b3d7"/>
                                      </p:to>
                                    </p:animClr>
                                    <p:set>
                                      <p:cBhvr>
                                        <p:cTn id="2573" dur="500" fill="hold"/>
                                        <p:tgtEl>
                                          <p:spTgt spid="1088"/>
                                        </p:tgtEl>
                                        <p:attrNameLst>
                                          <p:attrName>fill.type</p:attrName>
                                        </p:attrNameLst>
                                      </p:cBhvr>
                                      <p:to>
                                        <p:strVal val="solid"/>
                                      </p:to>
                                    </p:set>
                                    <p:set>
                                      <p:cBhvr>
                                        <p:cTn id="2574" dur="500" fill="hold"/>
                                        <p:tgtEl>
                                          <p:spTgt spid="1088"/>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575" restart="whenNotActive" nodeType="interactiveSeq" fill="hold">
                <p:stCondLst>
                  <p:cond delay="0" evt="onClick">
                    <p:tgtEl>
                      <p:spTgt spid="1091"/>
                    </p:tgtEl>
                  </p:cond>
                </p:stCondLst>
                <p:childTnLst>
                  <p:par>
                    <p:cTn id="2576" fill="hold">
                      <p:stCondLst>
                        <p:cond delay="0" evt="onClick">
                          <p:tgtEl>
                            <p:spTgt spid="1091"/>
                          </p:tgtEl>
                        </p:cond>
                      </p:stCondLst>
                      <p:childTnLst>
                        <p:par>
                          <p:cTn id="2577" fill="hold">
                            <p:stCondLst>
                              <p:cond delay="0"/>
                            </p:stCondLst>
                            <p:childTnLst>
                              <p:par>
                                <p:cTn id="2578" nodeType="clickEffect" fill="hold" presetClass="entr" presetID="16" presetSubtype="21">
                                  <p:stCondLst>
                                    <p:cond delay="0"/>
                                  </p:stCondLst>
                                  <p:childTnLst>
                                    <p:set>
                                      <p:cBhvr>
                                        <p:cTn id="2579" dur="1" fill="hold">
                                          <p:stCondLst>
                                            <p:cond delay="0"/>
                                          </p:stCondLst>
                                        </p:cTn>
                                        <p:tgtEl>
                                          <p:spTgt spid="1094"/>
                                        </p:tgtEl>
                                        <p:attrNameLst>
                                          <p:attrName>style.visibility</p:attrName>
                                        </p:attrNameLst>
                                      </p:cBhvr>
                                      <p:to>
                                        <p:strVal val="visible"/>
                                      </p:to>
                                    </p:set>
                                    <p:animEffect filter="barn(inVertical)" transition="in">
                                      <p:cBhvr additive="repl">
                                        <p:cTn id="2580" dur="500"/>
                                        <p:tgtEl>
                                          <p:spTgt spid="1094"/>
                                        </p:tgtEl>
                                      </p:cBhvr>
                                    </p:animEffect>
                                  </p:childTnLst>
                                </p:cTn>
                              </p:par>
                              <p:par>
                                <p:cTn id="2581" nodeType="withEffect" fill="hold" presetClass="entr" presetID="16" presetSubtype="21">
                                  <p:stCondLst>
                                    <p:cond delay="0"/>
                                  </p:stCondLst>
                                  <p:childTnLst>
                                    <p:set>
                                      <p:cBhvr>
                                        <p:cTn id="2582" dur="1" fill="hold">
                                          <p:stCondLst>
                                            <p:cond delay="0"/>
                                          </p:stCondLst>
                                        </p:cTn>
                                        <p:tgtEl>
                                          <p:spTgt spid="1093"/>
                                        </p:tgtEl>
                                        <p:attrNameLst>
                                          <p:attrName>style.visibility</p:attrName>
                                        </p:attrNameLst>
                                      </p:cBhvr>
                                      <p:to>
                                        <p:strVal val="visible"/>
                                      </p:to>
                                    </p:set>
                                    <p:animEffect filter="barn(inVertical)" transition="in">
                                      <p:cBhvr additive="repl">
                                        <p:cTn id="2583" dur="500"/>
                                        <p:tgtEl>
                                          <p:spTgt spid="1093"/>
                                        </p:tgtEl>
                                      </p:cBhvr>
                                    </p:animEffect>
                                  </p:childTnLst>
                                </p:cTn>
                              </p:par>
                              <p:par>
                                <p:cTn id="2584" nodeType="withEffect" fill="hold" presetClass="emph" presetID="1" presetSubtype="2">
                                  <p:stCondLst>
                                    <p:cond delay="0"/>
                                  </p:stCondLst>
                                  <p:childTnLst>
                                    <p:animClr clrSpc="rgb">
                                      <p:cBhvr>
                                        <p:cTn id="2585" dur="500" fill="hold"/>
                                        <p:tgtEl>
                                          <p:spTgt spid="1092"/>
                                        </p:tgtEl>
                                        <p:attrNameLst>
                                          <p:attrName>fillcolor</p:attrName>
                                        </p:attrNameLst>
                                      </p:cBhvr>
                                      <p:to>
                                        <a:srgbClr val="8a80e4"/>
                                      </p:to>
                                    </p:animClr>
                                    <p:set>
                                      <p:cBhvr>
                                        <p:cTn id="2586" dur="500" fill="hold"/>
                                        <p:tgtEl>
                                          <p:spTgt spid="1092"/>
                                        </p:tgtEl>
                                        <p:attrNameLst>
                                          <p:attrName>fill.type</p:attrName>
                                        </p:attrNameLst>
                                      </p:cBhvr>
                                      <p:to>
                                        <p:strVal val="solid"/>
                                      </p:to>
                                    </p:set>
                                    <p:set>
                                      <p:cBhvr>
                                        <p:cTn id="2587" dur="500" fill="hold"/>
                                        <p:tgtEl>
                                          <p:spTgt spid="1092"/>
                                        </p:tgtEl>
                                        <p:attrNameLst>
                                          <p:attrName>fill.on</p:attrName>
                                        </p:attrNameLst>
                                      </p:cBhvr>
                                      <p:to>
                                        <p:strVal val="true"/>
                                      </p:to>
                                    </p:set>
                                  </p:childTnLst>
                                </p:cTn>
                              </p:par>
                              <p:par>
                                <p:cTn id="2588" nodeType="withEffect" fill="hold" presetClass="emph" presetID="1" presetSubtype="2">
                                  <p:stCondLst>
                                    <p:cond delay="0"/>
                                  </p:stCondLst>
                                  <p:childTnLst>
                                    <p:animClr clrSpc="rgb">
                                      <p:cBhvr>
                                        <p:cTn id="2589" dur="500" fill="hold"/>
                                        <p:tgtEl>
                                          <p:spTgt spid="1084"/>
                                        </p:tgtEl>
                                        <p:attrNameLst>
                                          <p:attrName>fillcolor</p:attrName>
                                        </p:attrNameLst>
                                      </p:cBhvr>
                                      <p:to>
                                        <a:srgbClr val="95b3d7"/>
                                      </p:to>
                                    </p:animClr>
                                    <p:set>
                                      <p:cBhvr>
                                        <p:cTn id="2590" dur="500" fill="hold"/>
                                        <p:tgtEl>
                                          <p:spTgt spid="1084"/>
                                        </p:tgtEl>
                                        <p:attrNameLst>
                                          <p:attrName>fill.type</p:attrName>
                                        </p:attrNameLst>
                                      </p:cBhvr>
                                      <p:to>
                                        <p:strVal val="solid"/>
                                      </p:to>
                                    </p:set>
                                    <p:set>
                                      <p:cBhvr>
                                        <p:cTn id="2591" dur="500" fill="hold"/>
                                        <p:tgtEl>
                                          <p:spTgt spid="1084"/>
                                        </p:tgtEl>
                                        <p:attrNameLst>
                                          <p:attrName>fill.on</p:attrName>
                                        </p:attrNameLst>
                                      </p:cBhvr>
                                      <p:to>
                                        <p:strVal val="true"/>
                                      </p:to>
                                    </p:set>
                                  </p:childTnLst>
                                </p:cTn>
                              </p:par>
                              <p:par>
                                <p:cTn id="2592" nodeType="withEffect" fill="hold" presetClass="emph" presetID="1" presetSubtype="2">
                                  <p:stCondLst>
                                    <p:cond delay="0"/>
                                  </p:stCondLst>
                                  <p:childTnLst>
                                    <p:animClr clrSpc="rgb">
                                      <p:cBhvr>
                                        <p:cTn id="2593" dur="500" fill="hold"/>
                                        <p:tgtEl>
                                          <p:spTgt spid="1088"/>
                                        </p:tgtEl>
                                        <p:attrNameLst>
                                          <p:attrName>fillcolor</p:attrName>
                                        </p:attrNameLst>
                                      </p:cBhvr>
                                      <p:to>
                                        <a:srgbClr val="95b3d7"/>
                                      </p:to>
                                    </p:animClr>
                                    <p:set>
                                      <p:cBhvr>
                                        <p:cTn id="2594" dur="500" fill="hold"/>
                                        <p:tgtEl>
                                          <p:spTgt spid="1088"/>
                                        </p:tgtEl>
                                        <p:attrNameLst>
                                          <p:attrName>fill.type</p:attrName>
                                        </p:attrNameLst>
                                      </p:cBhvr>
                                      <p:to>
                                        <p:strVal val="solid"/>
                                      </p:to>
                                    </p:set>
                                    <p:set>
                                      <p:cBhvr>
                                        <p:cTn id="2595" dur="500" fill="hold"/>
                                        <p:tgtEl>
                                          <p:spTgt spid="1088"/>
                                        </p:tgtEl>
                                        <p:attrNameLst>
                                          <p:attrName>fill.on</p:attrName>
                                        </p:attrNameLst>
                                      </p:cBhvr>
                                      <p:to>
                                        <p:strVal val="true"/>
                                      </p:to>
                                    </p:set>
                                  </p:childTnLst>
                                </p:cTn>
                              </p:par>
                              <p:par>
                                <p:cTn id="2596" nodeType="withEffect" fill="hold" presetClass="emph" presetID="1" presetSubtype="2">
                                  <p:stCondLst>
                                    <p:cond delay="0"/>
                                  </p:stCondLst>
                                  <p:childTnLst>
                                    <p:animClr clrSpc="rgb">
                                      <p:cBhvr>
                                        <p:cTn id="2597" dur="500" fill="hold"/>
                                        <p:tgtEl>
                                          <p:spTgt spid="1096"/>
                                        </p:tgtEl>
                                        <p:attrNameLst>
                                          <p:attrName>fillcolor</p:attrName>
                                        </p:attrNameLst>
                                      </p:cBhvr>
                                      <p:to>
                                        <a:srgbClr val="95b3d7"/>
                                      </p:to>
                                    </p:animClr>
                                    <p:set>
                                      <p:cBhvr>
                                        <p:cTn id="2598" dur="500" fill="hold"/>
                                        <p:tgtEl>
                                          <p:spTgt spid="1096"/>
                                        </p:tgtEl>
                                        <p:attrNameLst>
                                          <p:attrName>fill.type</p:attrName>
                                        </p:attrNameLst>
                                      </p:cBhvr>
                                      <p:to>
                                        <p:strVal val="solid"/>
                                      </p:to>
                                    </p:set>
                                    <p:set>
                                      <p:cBhvr>
                                        <p:cTn id="2599" dur="500" fill="hold"/>
                                        <p:tgtEl>
                                          <p:spTgt spid="1096"/>
                                        </p:tgtEl>
                                        <p:attrNameLst>
                                          <p:attrName>fill.on</p:attrName>
                                        </p:attrNameLst>
                                      </p:cBhvr>
                                      <p:to>
                                        <p:strVal val="true"/>
                                      </p:to>
                                    </p:set>
                                  </p:childTnLst>
                                </p:cTn>
                              </p:par>
                              <p:par>
                                <p:cTn id="2600" nodeType="withEffect" fill="hold" presetClass="exit" presetID="10">
                                  <p:stCondLst>
                                    <p:cond delay="0"/>
                                  </p:stCondLst>
                                  <p:childTnLst>
                                    <p:animEffect filter="fade" transition="out">
                                      <p:cBhvr additive="repl">
                                        <p:cTn id="2601" dur="500"/>
                                        <p:tgtEl>
                                          <p:spTgt spid="1086"/>
                                        </p:tgtEl>
                                      </p:cBhvr>
                                    </p:animEffect>
                                    <p:set>
                                      <p:cBhvr>
                                        <p:cTn id="2602" dur="1" fill="hold">
                                          <p:stCondLst>
                                            <p:cond delay="499"/>
                                          </p:stCondLst>
                                        </p:cTn>
                                        <p:tgtEl>
                                          <p:spTgt spid="1086"/>
                                        </p:tgtEl>
                                        <p:attrNameLst>
                                          <p:attrName>style.visibility</p:attrName>
                                        </p:attrNameLst>
                                      </p:cBhvr>
                                      <p:to>
                                        <p:strVal val="hidden"/>
                                      </p:to>
                                    </p:set>
                                  </p:childTnLst>
                                </p:cTn>
                              </p:par>
                              <p:par>
                                <p:cTn id="2603" nodeType="withEffect" fill="hold" presetClass="exit" presetID="10">
                                  <p:stCondLst>
                                    <p:cond delay="0"/>
                                  </p:stCondLst>
                                  <p:childTnLst>
                                    <p:animEffect filter="fade" transition="out">
                                      <p:cBhvr additive="repl">
                                        <p:cTn id="2604" dur="500"/>
                                        <p:tgtEl>
                                          <p:spTgt spid="1085"/>
                                        </p:tgtEl>
                                      </p:cBhvr>
                                    </p:animEffect>
                                    <p:set>
                                      <p:cBhvr>
                                        <p:cTn id="2605" dur="1" fill="hold">
                                          <p:stCondLst>
                                            <p:cond delay="499"/>
                                          </p:stCondLst>
                                        </p:cTn>
                                        <p:tgtEl>
                                          <p:spTgt spid="1085"/>
                                        </p:tgtEl>
                                        <p:attrNameLst>
                                          <p:attrName>style.visibility</p:attrName>
                                        </p:attrNameLst>
                                      </p:cBhvr>
                                      <p:to>
                                        <p:strVal val="hidden"/>
                                      </p:to>
                                    </p:set>
                                  </p:childTnLst>
                                </p:cTn>
                              </p:par>
                              <p:par>
                                <p:cTn id="2606" nodeType="withEffect" fill="hold" presetClass="exit" presetID="10">
                                  <p:stCondLst>
                                    <p:cond delay="0"/>
                                  </p:stCondLst>
                                  <p:childTnLst>
                                    <p:animEffect filter="fade" transition="out">
                                      <p:cBhvr additive="repl">
                                        <p:cTn id="2607" dur="500"/>
                                        <p:tgtEl>
                                          <p:spTgt spid="1090"/>
                                        </p:tgtEl>
                                      </p:cBhvr>
                                    </p:animEffect>
                                    <p:set>
                                      <p:cBhvr>
                                        <p:cTn id="2608" dur="1" fill="hold">
                                          <p:stCondLst>
                                            <p:cond delay="499"/>
                                          </p:stCondLst>
                                        </p:cTn>
                                        <p:tgtEl>
                                          <p:spTgt spid="1090"/>
                                        </p:tgtEl>
                                        <p:attrNameLst>
                                          <p:attrName>style.visibility</p:attrName>
                                        </p:attrNameLst>
                                      </p:cBhvr>
                                      <p:to>
                                        <p:strVal val="hidden"/>
                                      </p:to>
                                    </p:set>
                                  </p:childTnLst>
                                </p:cTn>
                              </p:par>
                              <p:par>
                                <p:cTn id="2609" nodeType="withEffect" fill="hold" presetClass="exit" presetID="10">
                                  <p:stCondLst>
                                    <p:cond delay="0"/>
                                  </p:stCondLst>
                                  <p:childTnLst>
                                    <p:animEffect filter="fade" transition="out">
                                      <p:cBhvr additive="repl">
                                        <p:cTn id="2610" dur="500"/>
                                        <p:tgtEl>
                                          <p:spTgt spid="1089"/>
                                        </p:tgtEl>
                                      </p:cBhvr>
                                    </p:animEffect>
                                    <p:set>
                                      <p:cBhvr>
                                        <p:cTn id="2611" dur="1" fill="hold">
                                          <p:stCondLst>
                                            <p:cond delay="499"/>
                                          </p:stCondLst>
                                        </p:cTn>
                                        <p:tgtEl>
                                          <p:spTgt spid="1089"/>
                                        </p:tgtEl>
                                        <p:attrNameLst>
                                          <p:attrName>style.visibility</p:attrName>
                                        </p:attrNameLst>
                                      </p:cBhvr>
                                      <p:to>
                                        <p:strVal val="hidden"/>
                                      </p:to>
                                    </p:set>
                                  </p:childTnLst>
                                </p:cTn>
                              </p:par>
                              <p:par>
                                <p:cTn id="2612" nodeType="withEffect" fill="hold" presetClass="exit" presetID="10">
                                  <p:stCondLst>
                                    <p:cond delay="0"/>
                                  </p:stCondLst>
                                  <p:childTnLst>
                                    <p:animEffect filter="fade" transition="out">
                                      <p:cBhvr additive="repl">
                                        <p:cTn id="2613" dur="500"/>
                                        <p:tgtEl>
                                          <p:spTgt spid="1098"/>
                                        </p:tgtEl>
                                      </p:cBhvr>
                                    </p:animEffect>
                                    <p:set>
                                      <p:cBhvr>
                                        <p:cTn id="2614" dur="1" fill="hold">
                                          <p:stCondLst>
                                            <p:cond delay="499"/>
                                          </p:stCondLst>
                                        </p:cTn>
                                        <p:tgtEl>
                                          <p:spTgt spid="1098"/>
                                        </p:tgtEl>
                                        <p:attrNameLst>
                                          <p:attrName>style.visibility</p:attrName>
                                        </p:attrNameLst>
                                      </p:cBhvr>
                                      <p:to>
                                        <p:strVal val="hidden"/>
                                      </p:to>
                                    </p:set>
                                  </p:childTnLst>
                                </p:cTn>
                              </p:par>
                              <p:par>
                                <p:cTn id="2615" nodeType="withEffect" fill="hold" presetClass="exit" presetID="10">
                                  <p:stCondLst>
                                    <p:cond delay="0"/>
                                  </p:stCondLst>
                                  <p:childTnLst>
                                    <p:animEffect filter="fade" transition="out">
                                      <p:cBhvr additive="repl">
                                        <p:cTn id="2616" dur="500"/>
                                        <p:tgtEl>
                                          <p:spTgt spid="1097"/>
                                        </p:tgtEl>
                                      </p:cBhvr>
                                    </p:animEffect>
                                    <p:set>
                                      <p:cBhvr>
                                        <p:cTn id="2617" dur="1" fill="hold">
                                          <p:stCondLst>
                                            <p:cond delay="499"/>
                                          </p:stCondLst>
                                        </p:cTn>
                                        <p:tgtEl>
                                          <p:spTgt spid="10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618" restart="whenNotActive" nodeType="interactiveSeq" fill="hold">
                <p:stCondLst>
                  <p:cond delay="0" evt="onClick">
                    <p:tgtEl>
                      <p:spTgt spid="1094"/>
                    </p:tgtEl>
                  </p:cond>
                </p:stCondLst>
                <p:childTnLst>
                  <p:par>
                    <p:cTn id="2619" fill="hold">
                      <p:stCondLst>
                        <p:cond delay="0" evt="onClick">
                          <p:tgtEl>
                            <p:spTgt spid="1094"/>
                          </p:tgtEl>
                        </p:cond>
                      </p:stCondLst>
                      <p:childTnLst>
                        <p:par>
                          <p:cTn id="2620" fill="hold">
                            <p:stCondLst>
                              <p:cond delay="0"/>
                            </p:stCondLst>
                            <p:childTnLst>
                              <p:par>
                                <p:cTn id="2621" nodeType="clickEffect" fill="hold" presetClass="exit" presetID="9">
                                  <p:stCondLst>
                                    <p:cond delay="0"/>
                                  </p:stCondLst>
                                  <p:childTnLst>
                                    <p:animEffect filter="dissolve" transition="out">
                                      <p:cBhvr additive="repl">
                                        <p:cTn id="2622" dur="500"/>
                                        <p:tgtEl>
                                          <p:spTgt spid="1094"/>
                                        </p:tgtEl>
                                      </p:cBhvr>
                                    </p:animEffect>
                                    <p:set>
                                      <p:cBhvr>
                                        <p:cTn id="2623" dur="1" fill="hold">
                                          <p:stCondLst>
                                            <p:cond delay="499"/>
                                          </p:stCondLst>
                                        </p:cTn>
                                        <p:tgtEl>
                                          <p:spTgt spid="1094"/>
                                        </p:tgtEl>
                                        <p:attrNameLst>
                                          <p:attrName>style.visibility</p:attrName>
                                        </p:attrNameLst>
                                      </p:cBhvr>
                                      <p:to>
                                        <p:strVal val="hidden"/>
                                      </p:to>
                                    </p:set>
                                  </p:childTnLst>
                                </p:cTn>
                              </p:par>
                              <p:par>
                                <p:cTn id="2624" nodeType="withEffect" fill="hold" presetClass="exit" presetID="9">
                                  <p:stCondLst>
                                    <p:cond delay="0"/>
                                  </p:stCondLst>
                                  <p:childTnLst>
                                    <p:animEffect filter="dissolve" transition="out">
                                      <p:cBhvr additive="repl">
                                        <p:cTn id="2625" dur="500"/>
                                        <p:tgtEl>
                                          <p:spTgt spid="1093"/>
                                        </p:tgtEl>
                                      </p:cBhvr>
                                    </p:animEffect>
                                    <p:set>
                                      <p:cBhvr>
                                        <p:cTn id="2626" dur="1" fill="hold">
                                          <p:stCondLst>
                                            <p:cond delay="499"/>
                                          </p:stCondLst>
                                        </p:cTn>
                                        <p:tgtEl>
                                          <p:spTgt spid="1093"/>
                                        </p:tgtEl>
                                        <p:attrNameLst>
                                          <p:attrName>style.visibility</p:attrName>
                                        </p:attrNameLst>
                                      </p:cBhvr>
                                      <p:to>
                                        <p:strVal val="hidden"/>
                                      </p:to>
                                    </p:set>
                                  </p:childTnLst>
                                </p:cTn>
                              </p:par>
                              <p:par>
                                <p:cTn id="2627" nodeType="withEffect" fill="hold" presetClass="emph" presetID="1" presetSubtype="2">
                                  <p:stCondLst>
                                    <p:cond delay="0"/>
                                  </p:stCondLst>
                                  <p:childTnLst>
                                    <p:animClr clrSpc="rgb">
                                      <p:cBhvr>
                                        <p:cTn id="2628" dur="500" fill="hold"/>
                                        <p:tgtEl>
                                          <p:spTgt spid="1092"/>
                                        </p:tgtEl>
                                        <p:attrNameLst>
                                          <p:attrName>fillcolor</p:attrName>
                                        </p:attrNameLst>
                                      </p:cBhvr>
                                      <p:to>
                                        <a:srgbClr val="95b3d7"/>
                                      </p:to>
                                    </p:animClr>
                                    <p:set>
                                      <p:cBhvr>
                                        <p:cTn id="2629" dur="500" fill="hold"/>
                                        <p:tgtEl>
                                          <p:spTgt spid="1092"/>
                                        </p:tgtEl>
                                        <p:attrNameLst>
                                          <p:attrName>fill.type</p:attrName>
                                        </p:attrNameLst>
                                      </p:cBhvr>
                                      <p:to>
                                        <p:strVal val="solid"/>
                                      </p:to>
                                    </p:set>
                                    <p:set>
                                      <p:cBhvr>
                                        <p:cTn id="2630" dur="500" fill="hold"/>
                                        <p:tgtEl>
                                          <p:spTgt spid="109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631" restart="whenNotActive" nodeType="interactiveSeq" fill="hold">
                <p:stCondLst>
                  <p:cond delay="0" evt="onClick">
                    <p:tgtEl>
                      <p:spTgt spid="1095"/>
                    </p:tgtEl>
                  </p:cond>
                </p:stCondLst>
                <p:childTnLst>
                  <p:par>
                    <p:cTn id="2632" fill="hold">
                      <p:stCondLst>
                        <p:cond delay="0" evt="onClick">
                          <p:tgtEl>
                            <p:spTgt spid="1095"/>
                          </p:tgtEl>
                        </p:cond>
                      </p:stCondLst>
                      <p:childTnLst>
                        <p:par>
                          <p:cTn id="2633" fill="hold">
                            <p:stCondLst>
                              <p:cond delay="0"/>
                            </p:stCondLst>
                            <p:childTnLst>
                              <p:par>
                                <p:cTn id="2634" nodeType="clickEffect" fill="hold" presetClass="entr" presetID="16" presetSubtype="21">
                                  <p:stCondLst>
                                    <p:cond delay="0"/>
                                  </p:stCondLst>
                                  <p:childTnLst>
                                    <p:set>
                                      <p:cBhvr>
                                        <p:cTn id="2635" dur="1" fill="hold">
                                          <p:stCondLst>
                                            <p:cond delay="0"/>
                                          </p:stCondLst>
                                        </p:cTn>
                                        <p:tgtEl>
                                          <p:spTgt spid="1098"/>
                                        </p:tgtEl>
                                        <p:attrNameLst>
                                          <p:attrName>style.visibility</p:attrName>
                                        </p:attrNameLst>
                                      </p:cBhvr>
                                      <p:to>
                                        <p:strVal val="visible"/>
                                      </p:to>
                                    </p:set>
                                    <p:animEffect filter="barn(inVertical)" transition="in">
                                      <p:cBhvr additive="repl">
                                        <p:cTn id="2636" dur="500"/>
                                        <p:tgtEl>
                                          <p:spTgt spid="1098"/>
                                        </p:tgtEl>
                                      </p:cBhvr>
                                    </p:animEffect>
                                  </p:childTnLst>
                                </p:cTn>
                              </p:par>
                              <p:par>
                                <p:cTn id="2637" nodeType="withEffect" fill="hold" presetClass="entr" presetID="16" presetSubtype="21">
                                  <p:stCondLst>
                                    <p:cond delay="0"/>
                                  </p:stCondLst>
                                  <p:childTnLst>
                                    <p:set>
                                      <p:cBhvr>
                                        <p:cTn id="2638" dur="1" fill="hold">
                                          <p:stCondLst>
                                            <p:cond delay="0"/>
                                          </p:stCondLst>
                                        </p:cTn>
                                        <p:tgtEl>
                                          <p:spTgt spid="1097"/>
                                        </p:tgtEl>
                                        <p:attrNameLst>
                                          <p:attrName>style.visibility</p:attrName>
                                        </p:attrNameLst>
                                      </p:cBhvr>
                                      <p:to>
                                        <p:strVal val="visible"/>
                                      </p:to>
                                    </p:set>
                                    <p:animEffect filter="barn(inVertical)" transition="in">
                                      <p:cBhvr additive="repl">
                                        <p:cTn id="2639" dur="500"/>
                                        <p:tgtEl>
                                          <p:spTgt spid="1097"/>
                                        </p:tgtEl>
                                      </p:cBhvr>
                                    </p:animEffect>
                                  </p:childTnLst>
                                </p:cTn>
                              </p:par>
                              <p:par>
                                <p:cTn id="2640" nodeType="withEffect" fill="hold" presetClass="emph" presetID="1" presetSubtype="2">
                                  <p:stCondLst>
                                    <p:cond delay="0"/>
                                  </p:stCondLst>
                                  <p:childTnLst>
                                    <p:animClr clrSpc="rgb">
                                      <p:cBhvr>
                                        <p:cTn id="2641" dur="500" fill="hold"/>
                                        <p:tgtEl>
                                          <p:spTgt spid="1096"/>
                                        </p:tgtEl>
                                        <p:attrNameLst>
                                          <p:attrName>fillcolor</p:attrName>
                                        </p:attrNameLst>
                                      </p:cBhvr>
                                      <p:to>
                                        <a:srgbClr val="8a80e4"/>
                                      </p:to>
                                    </p:animClr>
                                    <p:set>
                                      <p:cBhvr>
                                        <p:cTn id="2642" dur="500" fill="hold"/>
                                        <p:tgtEl>
                                          <p:spTgt spid="1096"/>
                                        </p:tgtEl>
                                        <p:attrNameLst>
                                          <p:attrName>fill.type</p:attrName>
                                        </p:attrNameLst>
                                      </p:cBhvr>
                                      <p:to>
                                        <p:strVal val="solid"/>
                                      </p:to>
                                    </p:set>
                                    <p:set>
                                      <p:cBhvr>
                                        <p:cTn id="2643" dur="500" fill="hold"/>
                                        <p:tgtEl>
                                          <p:spTgt spid="1096"/>
                                        </p:tgtEl>
                                        <p:attrNameLst>
                                          <p:attrName>fill.on</p:attrName>
                                        </p:attrNameLst>
                                      </p:cBhvr>
                                      <p:to>
                                        <p:strVal val="true"/>
                                      </p:to>
                                    </p:set>
                                  </p:childTnLst>
                                </p:cTn>
                              </p:par>
                              <p:par>
                                <p:cTn id="2644" nodeType="withEffect" fill="hold" presetClass="emph" presetID="1" presetSubtype="2">
                                  <p:stCondLst>
                                    <p:cond delay="0"/>
                                  </p:stCondLst>
                                  <p:childTnLst>
                                    <p:animClr clrSpc="rgb">
                                      <p:cBhvr>
                                        <p:cTn id="2645" dur="500" fill="hold"/>
                                        <p:tgtEl>
                                          <p:spTgt spid="1084"/>
                                        </p:tgtEl>
                                        <p:attrNameLst>
                                          <p:attrName>fillcolor</p:attrName>
                                        </p:attrNameLst>
                                      </p:cBhvr>
                                      <p:to>
                                        <a:srgbClr val="95b3d7"/>
                                      </p:to>
                                    </p:animClr>
                                    <p:set>
                                      <p:cBhvr>
                                        <p:cTn id="2646" dur="500" fill="hold"/>
                                        <p:tgtEl>
                                          <p:spTgt spid="1084"/>
                                        </p:tgtEl>
                                        <p:attrNameLst>
                                          <p:attrName>fill.type</p:attrName>
                                        </p:attrNameLst>
                                      </p:cBhvr>
                                      <p:to>
                                        <p:strVal val="solid"/>
                                      </p:to>
                                    </p:set>
                                    <p:set>
                                      <p:cBhvr>
                                        <p:cTn id="2647" dur="500" fill="hold"/>
                                        <p:tgtEl>
                                          <p:spTgt spid="1084"/>
                                        </p:tgtEl>
                                        <p:attrNameLst>
                                          <p:attrName>fill.on</p:attrName>
                                        </p:attrNameLst>
                                      </p:cBhvr>
                                      <p:to>
                                        <p:strVal val="true"/>
                                      </p:to>
                                    </p:set>
                                  </p:childTnLst>
                                </p:cTn>
                              </p:par>
                              <p:par>
                                <p:cTn id="2648" nodeType="withEffect" fill="hold" presetClass="emph" presetID="1" presetSubtype="2">
                                  <p:stCondLst>
                                    <p:cond delay="0"/>
                                  </p:stCondLst>
                                  <p:childTnLst>
                                    <p:animClr clrSpc="rgb">
                                      <p:cBhvr>
                                        <p:cTn id="2649" dur="500" fill="hold"/>
                                        <p:tgtEl>
                                          <p:spTgt spid="1088"/>
                                        </p:tgtEl>
                                        <p:attrNameLst>
                                          <p:attrName>fillcolor</p:attrName>
                                        </p:attrNameLst>
                                      </p:cBhvr>
                                      <p:to>
                                        <a:srgbClr val="95b3d7"/>
                                      </p:to>
                                    </p:animClr>
                                    <p:set>
                                      <p:cBhvr>
                                        <p:cTn id="2650" dur="500" fill="hold"/>
                                        <p:tgtEl>
                                          <p:spTgt spid="1088"/>
                                        </p:tgtEl>
                                        <p:attrNameLst>
                                          <p:attrName>fill.type</p:attrName>
                                        </p:attrNameLst>
                                      </p:cBhvr>
                                      <p:to>
                                        <p:strVal val="solid"/>
                                      </p:to>
                                    </p:set>
                                    <p:set>
                                      <p:cBhvr>
                                        <p:cTn id="2651" dur="500" fill="hold"/>
                                        <p:tgtEl>
                                          <p:spTgt spid="1088"/>
                                        </p:tgtEl>
                                        <p:attrNameLst>
                                          <p:attrName>fill.on</p:attrName>
                                        </p:attrNameLst>
                                      </p:cBhvr>
                                      <p:to>
                                        <p:strVal val="true"/>
                                      </p:to>
                                    </p:set>
                                  </p:childTnLst>
                                </p:cTn>
                              </p:par>
                              <p:par>
                                <p:cTn id="2652" nodeType="withEffect" fill="hold" presetClass="emph" presetID="1" presetSubtype="2">
                                  <p:stCondLst>
                                    <p:cond delay="0"/>
                                  </p:stCondLst>
                                  <p:childTnLst>
                                    <p:animClr clrSpc="rgb">
                                      <p:cBhvr>
                                        <p:cTn id="2653" dur="500" fill="hold"/>
                                        <p:tgtEl>
                                          <p:spTgt spid="1092"/>
                                        </p:tgtEl>
                                        <p:attrNameLst>
                                          <p:attrName>fillcolor</p:attrName>
                                        </p:attrNameLst>
                                      </p:cBhvr>
                                      <p:to>
                                        <a:srgbClr val="95b3d7"/>
                                      </p:to>
                                    </p:animClr>
                                    <p:set>
                                      <p:cBhvr>
                                        <p:cTn id="2654" dur="500" fill="hold"/>
                                        <p:tgtEl>
                                          <p:spTgt spid="1092"/>
                                        </p:tgtEl>
                                        <p:attrNameLst>
                                          <p:attrName>fill.type</p:attrName>
                                        </p:attrNameLst>
                                      </p:cBhvr>
                                      <p:to>
                                        <p:strVal val="solid"/>
                                      </p:to>
                                    </p:set>
                                    <p:set>
                                      <p:cBhvr>
                                        <p:cTn id="2655" dur="500" fill="hold"/>
                                        <p:tgtEl>
                                          <p:spTgt spid="1092"/>
                                        </p:tgtEl>
                                        <p:attrNameLst>
                                          <p:attrName>fill.on</p:attrName>
                                        </p:attrNameLst>
                                      </p:cBhvr>
                                      <p:to>
                                        <p:strVal val="true"/>
                                      </p:to>
                                    </p:set>
                                  </p:childTnLst>
                                </p:cTn>
                              </p:par>
                              <p:par>
                                <p:cTn id="2656" nodeType="withEffect" fill="hold" presetClass="exit" presetID="10">
                                  <p:stCondLst>
                                    <p:cond delay="0"/>
                                  </p:stCondLst>
                                  <p:childTnLst>
                                    <p:animEffect filter="fade" transition="out">
                                      <p:cBhvr additive="repl">
                                        <p:cTn id="2657" dur="500"/>
                                        <p:tgtEl>
                                          <p:spTgt spid="1086"/>
                                        </p:tgtEl>
                                      </p:cBhvr>
                                    </p:animEffect>
                                    <p:set>
                                      <p:cBhvr>
                                        <p:cTn id="2658" dur="1" fill="hold">
                                          <p:stCondLst>
                                            <p:cond delay="499"/>
                                          </p:stCondLst>
                                        </p:cTn>
                                        <p:tgtEl>
                                          <p:spTgt spid="1086"/>
                                        </p:tgtEl>
                                        <p:attrNameLst>
                                          <p:attrName>style.visibility</p:attrName>
                                        </p:attrNameLst>
                                      </p:cBhvr>
                                      <p:to>
                                        <p:strVal val="hidden"/>
                                      </p:to>
                                    </p:set>
                                  </p:childTnLst>
                                </p:cTn>
                              </p:par>
                              <p:par>
                                <p:cTn id="2659" nodeType="withEffect" fill="hold" presetClass="exit" presetID="10">
                                  <p:stCondLst>
                                    <p:cond delay="0"/>
                                  </p:stCondLst>
                                  <p:childTnLst>
                                    <p:animEffect filter="fade" transition="out">
                                      <p:cBhvr additive="repl">
                                        <p:cTn id="2660" dur="500"/>
                                        <p:tgtEl>
                                          <p:spTgt spid="1085"/>
                                        </p:tgtEl>
                                      </p:cBhvr>
                                    </p:animEffect>
                                    <p:set>
                                      <p:cBhvr>
                                        <p:cTn id="2661" dur="1" fill="hold">
                                          <p:stCondLst>
                                            <p:cond delay="499"/>
                                          </p:stCondLst>
                                        </p:cTn>
                                        <p:tgtEl>
                                          <p:spTgt spid="1085"/>
                                        </p:tgtEl>
                                        <p:attrNameLst>
                                          <p:attrName>style.visibility</p:attrName>
                                        </p:attrNameLst>
                                      </p:cBhvr>
                                      <p:to>
                                        <p:strVal val="hidden"/>
                                      </p:to>
                                    </p:set>
                                  </p:childTnLst>
                                </p:cTn>
                              </p:par>
                              <p:par>
                                <p:cTn id="2662" nodeType="withEffect" fill="hold" presetClass="exit" presetID="10">
                                  <p:stCondLst>
                                    <p:cond delay="0"/>
                                  </p:stCondLst>
                                  <p:childTnLst>
                                    <p:animEffect filter="fade" transition="out">
                                      <p:cBhvr additive="repl">
                                        <p:cTn id="2663" dur="500"/>
                                        <p:tgtEl>
                                          <p:spTgt spid="1090"/>
                                        </p:tgtEl>
                                      </p:cBhvr>
                                    </p:animEffect>
                                    <p:set>
                                      <p:cBhvr>
                                        <p:cTn id="2664" dur="1" fill="hold">
                                          <p:stCondLst>
                                            <p:cond delay="499"/>
                                          </p:stCondLst>
                                        </p:cTn>
                                        <p:tgtEl>
                                          <p:spTgt spid="1090"/>
                                        </p:tgtEl>
                                        <p:attrNameLst>
                                          <p:attrName>style.visibility</p:attrName>
                                        </p:attrNameLst>
                                      </p:cBhvr>
                                      <p:to>
                                        <p:strVal val="hidden"/>
                                      </p:to>
                                    </p:set>
                                  </p:childTnLst>
                                </p:cTn>
                              </p:par>
                              <p:par>
                                <p:cTn id="2665" nodeType="withEffect" fill="hold" presetClass="exit" presetID="10">
                                  <p:stCondLst>
                                    <p:cond delay="0"/>
                                  </p:stCondLst>
                                  <p:childTnLst>
                                    <p:animEffect filter="fade" transition="out">
                                      <p:cBhvr additive="repl">
                                        <p:cTn id="2666" dur="500"/>
                                        <p:tgtEl>
                                          <p:spTgt spid="1089"/>
                                        </p:tgtEl>
                                      </p:cBhvr>
                                    </p:animEffect>
                                    <p:set>
                                      <p:cBhvr>
                                        <p:cTn id="2667" dur="1" fill="hold">
                                          <p:stCondLst>
                                            <p:cond delay="499"/>
                                          </p:stCondLst>
                                        </p:cTn>
                                        <p:tgtEl>
                                          <p:spTgt spid="1089"/>
                                        </p:tgtEl>
                                        <p:attrNameLst>
                                          <p:attrName>style.visibility</p:attrName>
                                        </p:attrNameLst>
                                      </p:cBhvr>
                                      <p:to>
                                        <p:strVal val="hidden"/>
                                      </p:to>
                                    </p:set>
                                  </p:childTnLst>
                                </p:cTn>
                              </p:par>
                              <p:par>
                                <p:cTn id="2668" nodeType="withEffect" fill="hold" presetClass="exit" presetID="10">
                                  <p:stCondLst>
                                    <p:cond delay="0"/>
                                  </p:stCondLst>
                                  <p:childTnLst>
                                    <p:animEffect filter="fade" transition="out">
                                      <p:cBhvr additive="repl">
                                        <p:cTn id="2669" dur="500"/>
                                        <p:tgtEl>
                                          <p:spTgt spid="1094"/>
                                        </p:tgtEl>
                                      </p:cBhvr>
                                    </p:animEffect>
                                    <p:set>
                                      <p:cBhvr>
                                        <p:cTn id="2670" dur="1" fill="hold">
                                          <p:stCondLst>
                                            <p:cond delay="499"/>
                                          </p:stCondLst>
                                        </p:cTn>
                                        <p:tgtEl>
                                          <p:spTgt spid="1094"/>
                                        </p:tgtEl>
                                        <p:attrNameLst>
                                          <p:attrName>style.visibility</p:attrName>
                                        </p:attrNameLst>
                                      </p:cBhvr>
                                      <p:to>
                                        <p:strVal val="hidden"/>
                                      </p:to>
                                    </p:set>
                                  </p:childTnLst>
                                </p:cTn>
                              </p:par>
                              <p:par>
                                <p:cTn id="2671" nodeType="withEffect" fill="hold" presetClass="exit" presetID="10">
                                  <p:stCondLst>
                                    <p:cond delay="0"/>
                                  </p:stCondLst>
                                  <p:childTnLst>
                                    <p:animEffect filter="fade" transition="out">
                                      <p:cBhvr additive="repl">
                                        <p:cTn id="2672" dur="500"/>
                                        <p:tgtEl>
                                          <p:spTgt spid="1093"/>
                                        </p:tgtEl>
                                      </p:cBhvr>
                                    </p:animEffect>
                                    <p:set>
                                      <p:cBhvr>
                                        <p:cTn id="2673" dur="1" fill="hold">
                                          <p:stCondLst>
                                            <p:cond delay="499"/>
                                          </p:stCondLst>
                                        </p:cTn>
                                        <p:tgtEl>
                                          <p:spTgt spid="109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674" restart="whenNotActive" nodeType="interactiveSeq" fill="hold">
                <p:stCondLst>
                  <p:cond delay="0" evt="onClick">
                    <p:tgtEl>
                      <p:spTgt spid="1098"/>
                    </p:tgtEl>
                  </p:cond>
                </p:stCondLst>
                <p:childTnLst>
                  <p:par>
                    <p:cTn id="2675" fill="hold">
                      <p:stCondLst>
                        <p:cond delay="0" evt="onClick">
                          <p:tgtEl>
                            <p:spTgt spid="1098"/>
                          </p:tgtEl>
                        </p:cond>
                      </p:stCondLst>
                      <p:childTnLst>
                        <p:par>
                          <p:cTn id="2676" fill="hold">
                            <p:stCondLst>
                              <p:cond delay="0"/>
                            </p:stCondLst>
                            <p:childTnLst>
                              <p:par>
                                <p:cTn id="2677" nodeType="clickEffect" fill="hold" presetClass="exit" presetID="9">
                                  <p:stCondLst>
                                    <p:cond delay="0"/>
                                  </p:stCondLst>
                                  <p:childTnLst>
                                    <p:animEffect filter="dissolve" transition="out">
                                      <p:cBhvr additive="repl">
                                        <p:cTn id="2678" dur="500"/>
                                        <p:tgtEl>
                                          <p:spTgt spid="1098"/>
                                        </p:tgtEl>
                                      </p:cBhvr>
                                    </p:animEffect>
                                    <p:set>
                                      <p:cBhvr>
                                        <p:cTn id="2679" dur="1" fill="hold">
                                          <p:stCondLst>
                                            <p:cond delay="499"/>
                                          </p:stCondLst>
                                        </p:cTn>
                                        <p:tgtEl>
                                          <p:spTgt spid="1098"/>
                                        </p:tgtEl>
                                        <p:attrNameLst>
                                          <p:attrName>style.visibility</p:attrName>
                                        </p:attrNameLst>
                                      </p:cBhvr>
                                      <p:to>
                                        <p:strVal val="hidden"/>
                                      </p:to>
                                    </p:set>
                                  </p:childTnLst>
                                </p:cTn>
                              </p:par>
                              <p:par>
                                <p:cTn id="2680" nodeType="withEffect" fill="hold" presetClass="exit" presetID="9">
                                  <p:stCondLst>
                                    <p:cond delay="0"/>
                                  </p:stCondLst>
                                  <p:childTnLst>
                                    <p:animEffect filter="dissolve" transition="out">
                                      <p:cBhvr additive="repl">
                                        <p:cTn id="2681" dur="500"/>
                                        <p:tgtEl>
                                          <p:spTgt spid="1097"/>
                                        </p:tgtEl>
                                      </p:cBhvr>
                                    </p:animEffect>
                                    <p:set>
                                      <p:cBhvr>
                                        <p:cTn id="2682" dur="1" fill="hold">
                                          <p:stCondLst>
                                            <p:cond delay="499"/>
                                          </p:stCondLst>
                                        </p:cTn>
                                        <p:tgtEl>
                                          <p:spTgt spid="1097"/>
                                        </p:tgtEl>
                                        <p:attrNameLst>
                                          <p:attrName>style.visibility</p:attrName>
                                        </p:attrNameLst>
                                      </p:cBhvr>
                                      <p:to>
                                        <p:strVal val="hidden"/>
                                      </p:to>
                                    </p:set>
                                  </p:childTnLst>
                                </p:cTn>
                              </p:par>
                              <p:par>
                                <p:cTn id="2683" nodeType="withEffect" fill="hold" presetClass="emph" presetID="1" presetSubtype="2">
                                  <p:stCondLst>
                                    <p:cond delay="0"/>
                                  </p:stCondLst>
                                  <p:childTnLst>
                                    <p:animClr clrSpc="rgb">
                                      <p:cBhvr>
                                        <p:cTn id="2684" dur="500" fill="hold"/>
                                        <p:tgtEl>
                                          <p:spTgt spid="1096"/>
                                        </p:tgtEl>
                                        <p:attrNameLst>
                                          <p:attrName>fillcolor</p:attrName>
                                        </p:attrNameLst>
                                      </p:cBhvr>
                                      <p:to>
                                        <a:srgbClr val="95b3d7"/>
                                      </p:to>
                                    </p:animClr>
                                    <p:set>
                                      <p:cBhvr>
                                        <p:cTn id="2685" dur="500" fill="hold"/>
                                        <p:tgtEl>
                                          <p:spTgt spid="1096"/>
                                        </p:tgtEl>
                                        <p:attrNameLst>
                                          <p:attrName>fill.type</p:attrName>
                                        </p:attrNameLst>
                                      </p:cBhvr>
                                      <p:to>
                                        <p:strVal val="solid"/>
                                      </p:to>
                                    </p:set>
                                    <p:set>
                                      <p:cBhvr>
                                        <p:cTn id="2686" dur="500" fill="hold"/>
                                        <p:tgtEl>
                                          <p:spTgt spid="109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100"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101"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04</a:t>
            </a:r>
            <a:br>
              <a:rPr sz="4400"/>
            </a:br>
            <a:endParaRPr b="0" lang="pt-BR" sz="2800" spc="-1" strike="noStrike">
              <a:solidFill>
                <a:schemeClr val="dk1"/>
              </a:solidFill>
              <a:latin typeface="Arial"/>
            </a:endParaRPr>
          </a:p>
        </p:txBody>
      </p:sp>
      <p:sp>
        <p:nvSpPr>
          <p:cNvPr id="1103" name="PlaceHolder 2"/>
          <p:cNvSpPr>
            <a:spLocks noGrp="1"/>
          </p:cNvSpPr>
          <p:nvPr>
            <p:ph type="subTitle"/>
          </p:nvPr>
        </p:nvSpPr>
        <p:spPr>
          <a:xfrm>
            <a:off x="1398600" y="1335240"/>
            <a:ext cx="7058160" cy="24588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O indicador do anemômetro tipo “B”, variação “B2”, consiste de:</a:t>
            </a:r>
            <a:endParaRPr b="0" lang="pt-BR" sz="1600" spc="-1" strike="noStrike">
              <a:solidFill>
                <a:srgbClr val="000000"/>
              </a:solidFill>
              <a:latin typeface="Arial"/>
            </a:endParaRPr>
          </a:p>
        </p:txBody>
      </p:sp>
      <p:sp>
        <p:nvSpPr>
          <p:cNvPr id="1104"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105"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Um receptor e um voltímetro</a:t>
            </a:r>
            <a:endParaRPr b="0" lang="pt-BR" sz="1800" spc="-1" strike="noStrike">
              <a:solidFill>
                <a:srgbClr val="000000"/>
              </a:solidFill>
              <a:latin typeface="Arial"/>
            </a:endParaRPr>
          </a:p>
        </p:txBody>
      </p:sp>
      <p:sp>
        <p:nvSpPr>
          <p:cNvPr id="1106"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07"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08"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109"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Um indicador e um magneto </a:t>
            </a:r>
            <a:endParaRPr b="0" lang="pt-BR" sz="1800" spc="-1" strike="noStrike">
              <a:solidFill>
                <a:srgbClr val="000000"/>
              </a:solidFill>
              <a:latin typeface="Arial"/>
            </a:endParaRPr>
          </a:p>
        </p:txBody>
      </p:sp>
      <p:sp>
        <p:nvSpPr>
          <p:cNvPr id="1110"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11"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12"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113"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Um transmissor e amperímetro </a:t>
            </a:r>
            <a:endParaRPr b="0" lang="pt-BR" sz="1800" spc="-1" strike="noStrike">
              <a:solidFill>
                <a:srgbClr val="000000"/>
              </a:solidFill>
              <a:latin typeface="Arial"/>
            </a:endParaRPr>
          </a:p>
        </p:txBody>
      </p:sp>
      <p:sp>
        <p:nvSpPr>
          <p:cNvPr id="1114"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15"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16"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117"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Um transmissor e um receptor</a:t>
            </a:r>
            <a:endParaRPr b="0" lang="pt-BR" sz="1800" spc="-1" strike="noStrike">
              <a:solidFill>
                <a:srgbClr val="000000"/>
              </a:solidFill>
              <a:latin typeface="Arial"/>
            </a:endParaRPr>
          </a:p>
        </p:txBody>
      </p:sp>
      <p:sp>
        <p:nvSpPr>
          <p:cNvPr id="1118"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19"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687" dur="indefinite" restart="never" nodeType="tmRoot">
          <p:childTnLst>
            <p:seq>
              <p:cTn id="2688" dur="indefinite" nodeType="mainSeq">
                <p:childTnLst>
                  <p:par>
                    <p:cTn id="2689" fill="hold">
                      <p:stCondLst>
                        <p:cond delay="0"/>
                      </p:stCondLst>
                      <p:childTnLst>
                        <p:par>
                          <p:cTn id="2690" fill="hold">
                            <p:stCondLst>
                              <p:cond delay="0"/>
                            </p:stCondLst>
                            <p:childTnLst>
                              <p:par>
                                <p:cTn id="2691" nodeType="withEffect" fill="hold" presetClass="entr" presetID="10">
                                  <p:stCondLst>
                                    <p:cond delay="0"/>
                                  </p:stCondLst>
                                  <p:childTnLst>
                                    <p:set>
                                      <p:cBhvr>
                                        <p:cTn id="2692" dur="1" fill="hold">
                                          <p:stCondLst>
                                            <p:cond delay="0"/>
                                          </p:stCondLst>
                                        </p:cTn>
                                        <p:tgtEl>
                                          <p:spTgt spid="1105"/>
                                        </p:tgtEl>
                                        <p:attrNameLst>
                                          <p:attrName>style.visibility</p:attrName>
                                        </p:attrNameLst>
                                      </p:cBhvr>
                                      <p:to>
                                        <p:strVal val="visible"/>
                                      </p:to>
                                    </p:set>
                                    <p:animEffect filter="fade" transition="in">
                                      <p:cBhvr additive="repl">
                                        <p:cTn id="2693" dur="500"/>
                                        <p:tgtEl>
                                          <p:spTgt spid="1105"/>
                                        </p:tgtEl>
                                      </p:cBhvr>
                                    </p:animEffect>
                                  </p:childTnLst>
                                </p:cTn>
                              </p:par>
                              <p:par>
                                <p:cTn id="2694" nodeType="withEffect" fill="hold" presetClass="entr" presetID="10">
                                  <p:stCondLst>
                                    <p:cond delay="0"/>
                                  </p:stCondLst>
                                  <p:childTnLst>
                                    <p:set>
                                      <p:cBhvr>
                                        <p:cTn id="2695" dur="1" fill="hold">
                                          <p:stCondLst>
                                            <p:cond delay="0"/>
                                          </p:stCondLst>
                                        </p:cTn>
                                        <p:tgtEl>
                                          <p:spTgt spid="1104"/>
                                        </p:tgtEl>
                                        <p:attrNameLst>
                                          <p:attrName>style.visibility</p:attrName>
                                        </p:attrNameLst>
                                      </p:cBhvr>
                                      <p:to>
                                        <p:strVal val="visible"/>
                                      </p:to>
                                    </p:set>
                                    <p:animEffect filter="fade" transition="in">
                                      <p:cBhvr additive="repl">
                                        <p:cTn id="2696" dur="500"/>
                                        <p:tgtEl>
                                          <p:spTgt spid="1104"/>
                                        </p:tgtEl>
                                      </p:cBhvr>
                                    </p:animEffect>
                                  </p:childTnLst>
                                </p:cTn>
                              </p:par>
                              <p:par>
                                <p:cTn id="2697" nodeType="withEffect" fill="hold" presetClass="entr" presetID="10">
                                  <p:stCondLst>
                                    <p:cond delay="0"/>
                                  </p:stCondLst>
                                  <p:childTnLst>
                                    <p:set>
                                      <p:cBhvr>
                                        <p:cTn id="2698" dur="1" fill="hold">
                                          <p:stCondLst>
                                            <p:cond delay="0"/>
                                          </p:stCondLst>
                                        </p:cTn>
                                        <p:tgtEl>
                                          <p:spTgt spid="1108"/>
                                        </p:tgtEl>
                                        <p:attrNameLst>
                                          <p:attrName>style.visibility</p:attrName>
                                        </p:attrNameLst>
                                      </p:cBhvr>
                                      <p:to>
                                        <p:strVal val="visible"/>
                                      </p:to>
                                    </p:set>
                                    <p:animEffect filter="fade" transition="in">
                                      <p:cBhvr additive="repl">
                                        <p:cTn id="2699" dur="500"/>
                                        <p:tgtEl>
                                          <p:spTgt spid="1108"/>
                                        </p:tgtEl>
                                      </p:cBhvr>
                                    </p:animEffect>
                                  </p:childTnLst>
                                </p:cTn>
                              </p:par>
                              <p:par>
                                <p:cTn id="2700" nodeType="withEffect" fill="hold" presetClass="entr" presetID="10">
                                  <p:stCondLst>
                                    <p:cond delay="0"/>
                                  </p:stCondLst>
                                  <p:childTnLst>
                                    <p:set>
                                      <p:cBhvr>
                                        <p:cTn id="2701" dur="1" fill="hold">
                                          <p:stCondLst>
                                            <p:cond delay="0"/>
                                          </p:stCondLst>
                                        </p:cTn>
                                        <p:tgtEl>
                                          <p:spTgt spid="1109"/>
                                        </p:tgtEl>
                                        <p:attrNameLst>
                                          <p:attrName>style.visibility</p:attrName>
                                        </p:attrNameLst>
                                      </p:cBhvr>
                                      <p:to>
                                        <p:strVal val="visible"/>
                                      </p:to>
                                    </p:set>
                                    <p:animEffect filter="fade" transition="in">
                                      <p:cBhvr additive="repl">
                                        <p:cTn id="2702" dur="500"/>
                                        <p:tgtEl>
                                          <p:spTgt spid="1109"/>
                                        </p:tgtEl>
                                      </p:cBhvr>
                                    </p:animEffect>
                                  </p:childTnLst>
                                </p:cTn>
                              </p:par>
                              <p:par>
                                <p:cTn id="2703" nodeType="withEffect" fill="hold" presetClass="entr" presetID="10">
                                  <p:stCondLst>
                                    <p:cond delay="0"/>
                                  </p:stCondLst>
                                  <p:childTnLst>
                                    <p:set>
                                      <p:cBhvr>
                                        <p:cTn id="2704" dur="1" fill="hold">
                                          <p:stCondLst>
                                            <p:cond delay="0"/>
                                          </p:stCondLst>
                                        </p:cTn>
                                        <p:tgtEl>
                                          <p:spTgt spid="1112"/>
                                        </p:tgtEl>
                                        <p:attrNameLst>
                                          <p:attrName>style.visibility</p:attrName>
                                        </p:attrNameLst>
                                      </p:cBhvr>
                                      <p:to>
                                        <p:strVal val="visible"/>
                                      </p:to>
                                    </p:set>
                                    <p:animEffect filter="fade" transition="in">
                                      <p:cBhvr additive="repl">
                                        <p:cTn id="2705" dur="500"/>
                                        <p:tgtEl>
                                          <p:spTgt spid="1112"/>
                                        </p:tgtEl>
                                      </p:cBhvr>
                                    </p:animEffect>
                                  </p:childTnLst>
                                </p:cTn>
                              </p:par>
                              <p:par>
                                <p:cTn id="2706" nodeType="withEffect" fill="hold" presetClass="entr" presetID="10">
                                  <p:stCondLst>
                                    <p:cond delay="0"/>
                                  </p:stCondLst>
                                  <p:childTnLst>
                                    <p:set>
                                      <p:cBhvr>
                                        <p:cTn id="2707" dur="1" fill="hold">
                                          <p:stCondLst>
                                            <p:cond delay="0"/>
                                          </p:stCondLst>
                                        </p:cTn>
                                        <p:tgtEl>
                                          <p:spTgt spid="1113"/>
                                        </p:tgtEl>
                                        <p:attrNameLst>
                                          <p:attrName>style.visibility</p:attrName>
                                        </p:attrNameLst>
                                      </p:cBhvr>
                                      <p:to>
                                        <p:strVal val="visible"/>
                                      </p:to>
                                    </p:set>
                                    <p:animEffect filter="fade" transition="in">
                                      <p:cBhvr additive="repl">
                                        <p:cTn id="2708" dur="500"/>
                                        <p:tgtEl>
                                          <p:spTgt spid="1113"/>
                                        </p:tgtEl>
                                      </p:cBhvr>
                                    </p:animEffect>
                                  </p:childTnLst>
                                </p:cTn>
                              </p:par>
                              <p:par>
                                <p:cTn id="2709" nodeType="withEffect" fill="hold" presetClass="entr" presetID="10">
                                  <p:stCondLst>
                                    <p:cond delay="0"/>
                                  </p:stCondLst>
                                  <p:childTnLst>
                                    <p:set>
                                      <p:cBhvr>
                                        <p:cTn id="2710" dur="1" fill="hold">
                                          <p:stCondLst>
                                            <p:cond delay="0"/>
                                          </p:stCondLst>
                                        </p:cTn>
                                        <p:tgtEl>
                                          <p:spTgt spid="1116"/>
                                        </p:tgtEl>
                                        <p:attrNameLst>
                                          <p:attrName>style.visibility</p:attrName>
                                        </p:attrNameLst>
                                      </p:cBhvr>
                                      <p:to>
                                        <p:strVal val="visible"/>
                                      </p:to>
                                    </p:set>
                                    <p:animEffect filter="fade" transition="in">
                                      <p:cBhvr additive="repl">
                                        <p:cTn id="2711" dur="500"/>
                                        <p:tgtEl>
                                          <p:spTgt spid="1116"/>
                                        </p:tgtEl>
                                      </p:cBhvr>
                                    </p:animEffect>
                                  </p:childTnLst>
                                </p:cTn>
                              </p:par>
                              <p:par>
                                <p:cTn id="2712" nodeType="withEffect" fill="hold" presetClass="entr" presetID="10">
                                  <p:stCondLst>
                                    <p:cond delay="0"/>
                                  </p:stCondLst>
                                  <p:childTnLst>
                                    <p:set>
                                      <p:cBhvr>
                                        <p:cTn id="2713" dur="1" fill="hold">
                                          <p:stCondLst>
                                            <p:cond delay="0"/>
                                          </p:stCondLst>
                                        </p:cTn>
                                        <p:tgtEl>
                                          <p:spTgt spid="1117"/>
                                        </p:tgtEl>
                                        <p:attrNameLst>
                                          <p:attrName>style.visibility</p:attrName>
                                        </p:attrNameLst>
                                      </p:cBhvr>
                                      <p:to>
                                        <p:strVal val="visible"/>
                                      </p:to>
                                    </p:set>
                                    <p:animEffect filter="fade" transition="in">
                                      <p:cBhvr additive="repl">
                                        <p:cTn id="2714" dur="500"/>
                                        <p:tgtEl>
                                          <p:spTgt spid="1117"/>
                                        </p:tgtEl>
                                      </p:cBhvr>
                                    </p:animEffect>
                                  </p:childTnLst>
                                </p:cTn>
                              </p:par>
                              <p:par>
                                <p:cTn id="2715" nodeType="withEffect" fill="hold" presetClass="exit" presetID="1">
                                  <p:stCondLst>
                                    <p:cond delay="0"/>
                                  </p:stCondLst>
                                  <p:childTnLst>
                                    <p:set>
                                      <p:cBhvr>
                                        <p:cTn id="2716" dur="1" fill="hold">
                                          <p:stCondLst>
                                            <p:cond delay="0"/>
                                          </p:stCondLst>
                                        </p:cTn>
                                        <p:tgtEl>
                                          <p:spTgt spid="1107"/>
                                        </p:tgtEl>
                                        <p:attrNameLst>
                                          <p:attrName>style.visibility</p:attrName>
                                        </p:attrNameLst>
                                      </p:cBhvr>
                                      <p:to>
                                        <p:strVal val="hidden"/>
                                      </p:to>
                                    </p:set>
                                  </p:childTnLst>
                                </p:cTn>
                              </p:par>
                              <p:par>
                                <p:cTn id="2717" nodeType="withEffect" fill="hold" presetClass="exit" presetID="1">
                                  <p:stCondLst>
                                    <p:cond delay="0"/>
                                  </p:stCondLst>
                                  <p:childTnLst>
                                    <p:set>
                                      <p:cBhvr>
                                        <p:cTn id="2718" dur="1" fill="hold">
                                          <p:stCondLst>
                                            <p:cond delay="0"/>
                                          </p:stCondLst>
                                        </p:cTn>
                                        <p:tgtEl>
                                          <p:spTgt spid="1106"/>
                                        </p:tgtEl>
                                        <p:attrNameLst>
                                          <p:attrName>style.visibility</p:attrName>
                                        </p:attrNameLst>
                                      </p:cBhvr>
                                      <p:to>
                                        <p:strVal val="hidden"/>
                                      </p:to>
                                    </p:set>
                                  </p:childTnLst>
                                </p:cTn>
                              </p:par>
                              <p:par>
                                <p:cTn id="2719" nodeType="withEffect" fill="hold" presetClass="exit" presetID="1">
                                  <p:stCondLst>
                                    <p:cond delay="0"/>
                                  </p:stCondLst>
                                  <p:childTnLst>
                                    <p:set>
                                      <p:cBhvr>
                                        <p:cTn id="2720" dur="1" fill="hold">
                                          <p:stCondLst>
                                            <p:cond delay="0"/>
                                          </p:stCondLst>
                                        </p:cTn>
                                        <p:tgtEl>
                                          <p:spTgt spid="1111"/>
                                        </p:tgtEl>
                                        <p:attrNameLst>
                                          <p:attrName>style.visibility</p:attrName>
                                        </p:attrNameLst>
                                      </p:cBhvr>
                                      <p:to>
                                        <p:strVal val="hidden"/>
                                      </p:to>
                                    </p:set>
                                  </p:childTnLst>
                                </p:cTn>
                              </p:par>
                              <p:par>
                                <p:cTn id="2721" nodeType="withEffect" fill="hold" presetClass="exit" presetID="1">
                                  <p:stCondLst>
                                    <p:cond delay="0"/>
                                  </p:stCondLst>
                                  <p:childTnLst>
                                    <p:set>
                                      <p:cBhvr>
                                        <p:cTn id="2722" dur="1" fill="hold">
                                          <p:stCondLst>
                                            <p:cond delay="0"/>
                                          </p:stCondLst>
                                        </p:cTn>
                                        <p:tgtEl>
                                          <p:spTgt spid="1110"/>
                                        </p:tgtEl>
                                        <p:attrNameLst>
                                          <p:attrName>style.visibility</p:attrName>
                                        </p:attrNameLst>
                                      </p:cBhvr>
                                      <p:to>
                                        <p:strVal val="hidden"/>
                                      </p:to>
                                    </p:set>
                                  </p:childTnLst>
                                </p:cTn>
                              </p:par>
                              <p:par>
                                <p:cTn id="2723" nodeType="withEffect" fill="hold" presetClass="exit" presetID="1">
                                  <p:stCondLst>
                                    <p:cond delay="0"/>
                                  </p:stCondLst>
                                  <p:childTnLst>
                                    <p:set>
                                      <p:cBhvr>
                                        <p:cTn id="2724" dur="1" fill="hold">
                                          <p:stCondLst>
                                            <p:cond delay="0"/>
                                          </p:stCondLst>
                                        </p:cTn>
                                        <p:tgtEl>
                                          <p:spTgt spid="1115"/>
                                        </p:tgtEl>
                                        <p:attrNameLst>
                                          <p:attrName>style.visibility</p:attrName>
                                        </p:attrNameLst>
                                      </p:cBhvr>
                                      <p:to>
                                        <p:strVal val="hidden"/>
                                      </p:to>
                                    </p:set>
                                  </p:childTnLst>
                                </p:cTn>
                              </p:par>
                              <p:par>
                                <p:cTn id="2725" nodeType="withEffect" fill="hold" presetClass="exit" presetID="1">
                                  <p:stCondLst>
                                    <p:cond delay="0"/>
                                  </p:stCondLst>
                                  <p:childTnLst>
                                    <p:set>
                                      <p:cBhvr>
                                        <p:cTn id="2726" dur="1" fill="hold">
                                          <p:stCondLst>
                                            <p:cond delay="0"/>
                                          </p:stCondLst>
                                        </p:cTn>
                                        <p:tgtEl>
                                          <p:spTgt spid="1114"/>
                                        </p:tgtEl>
                                        <p:attrNameLst>
                                          <p:attrName>style.visibility</p:attrName>
                                        </p:attrNameLst>
                                      </p:cBhvr>
                                      <p:to>
                                        <p:strVal val="hidden"/>
                                      </p:to>
                                    </p:set>
                                  </p:childTnLst>
                                </p:cTn>
                              </p:par>
                              <p:par>
                                <p:cTn id="2727" nodeType="withEffect" fill="hold" presetClass="exit" presetID="1">
                                  <p:stCondLst>
                                    <p:cond delay="0"/>
                                  </p:stCondLst>
                                  <p:childTnLst>
                                    <p:set>
                                      <p:cBhvr>
                                        <p:cTn id="2728" dur="1" fill="hold">
                                          <p:stCondLst>
                                            <p:cond delay="0"/>
                                          </p:stCondLst>
                                        </p:cTn>
                                        <p:tgtEl>
                                          <p:spTgt spid="1119"/>
                                        </p:tgtEl>
                                        <p:attrNameLst>
                                          <p:attrName>style.visibility</p:attrName>
                                        </p:attrNameLst>
                                      </p:cBhvr>
                                      <p:to>
                                        <p:strVal val="hidden"/>
                                      </p:to>
                                    </p:set>
                                  </p:childTnLst>
                                </p:cTn>
                              </p:par>
                              <p:par>
                                <p:cTn id="2729" nodeType="withEffect" fill="hold" presetClass="exit" presetID="1">
                                  <p:stCondLst>
                                    <p:cond delay="0"/>
                                  </p:stCondLst>
                                  <p:childTnLst>
                                    <p:set>
                                      <p:cBhvr>
                                        <p:cTn id="2730" dur="1" fill="hold">
                                          <p:stCondLst>
                                            <p:cond delay="0"/>
                                          </p:stCondLst>
                                        </p:cTn>
                                        <p:tgtEl>
                                          <p:spTgt spid="11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731" restart="whenNotActive" nodeType="interactiveSeq" fill="hold">
                <p:stCondLst>
                  <p:cond delay="0" evt="onClick">
                    <p:tgtEl>
                      <p:spTgt spid="1104"/>
                    </p:tgtEl>
                  </p:cond>
                </p:stCondLst>
                <p:childTnLst>
                  <p:par>
                    <p:cTn id="2732" fill="hold">
                      <p:stCondLst>
                        <p:cond delay="0" evt="onClick">
                          <p:tgtEl>
                            <p:spTgt spid="1104"/>
                          </p:tgtEl>
                        </p:cond>
                      </p:stCondLst>
                      <p:childTnLst>
                        <p:par>
                          <p:cTn id="2733" fill="hold">
                            <p:stCondLst>
                              <p:cond delay="0"/>
                            </p:stCondLst>
                            <p:childTnLst>
                              <p:par>
                                <p:cTn id="2734" nodeType="clickEffect" fill="hold" presetClass="entr" presetID="16" presetSubtype="21">
                                  <p:stCondLst>
                                    <p:cond delay="0"/>
                                  </p:stCondLst>
                                  <p:childTnLst>
                                    <p:set>
                                      <p:cBhvr>
                                        <p:cTn id="2735" dur="1" fill="hold">
                                          <p:stCondLst>
                                            <p:cond delay="0"/>
                                          </p:stCondLst>
                                        </p:cTn>
                                        <p:tgtEl>
                                          <p:spTgt spid="1107"/>
                                        </p:tgtEl>
                                        <p:attrNameLst>
                                          <p:attrName>style.visibility</p:attrName>
                                        </p:attrNameLst>
                                      </p:cBhvr>
                                      <p:to>
                                        <p:strVal val="visible"/>
                                      </p:to>
                                    </p:set>
                                    <p:animEffect filter="barn(inVertical)" transition="in">
                                      <p:cBhvr additive="repl">
                                        <p:cTn id="2736" dur="500"/>
                                        <p:tgtEl>
                                          <p:spTgt spid="1107"/>
                                        </p:tgtEl>
                                      </p:cBhvr>
                                    </p:animEffect>
                                  </p:childTnLst>
                                </p:cTn>
                              </p:par>
                              <p:par>
                                <p:cTn id="2737" nodeType="withEffect" fill="hold" presetClass="entr" presetID="16" presetSubtype="21">
                                  <p:stCondLst>
                                    <p:cond delay="0"/>
                                  </p:stCondLst>
                                  <p:childTnLst>
                                    <p:set>
                                      <p:cBhvr>
                                        <p:cTn id="2738" dur="1" fill="hold">
                                          <p:stCondLst>
                                            <p:cond delay="0"/>
                                          </p:stCondLst>
                                        </p:cTn>
                                        <p:tgtEl>
                                          <p:spTgt spid="1106"/>
                                        </p:tgtEl>
                                        <p:attrNameLst>
                                          <p:attrName>style.visibility</p:attrName>
                                        </p:attrNameLst>
                                      </p:cBhvr>
                                      <p:to>
                                        <p:strVal val="visible"/>
                                      </p:to>
                                    </p:set>
                                    <p:animEffect filter="barn(inVertical)" transition="in">
                                      <p:cBhvr additive="repl">
                                        <p:cTn id="2739" dur="500"/>
                                        <p:tgtEl>
                                          <p:spTgt spid="1106"/>
                                        </p:tgtEl>
                                      </p:cBhvr>
                                    </p:animEffect>
                                  </p:childTnLst>
                                </p:cTn>
                              </p:par>
                              <p:par>
                                <p:cTn id="2740" nodeType="withEffect" fill="hold" presetClass="emph" presetID="1" presetSubtype="2">
                                  <p:stCondLst>
                                    <p:cond delay="0"/>
                                  </p:stCondLst>
                                  <p:childTnLst>
                                    <p:animClr clrSpc="rgb">
                                      <p:cBhvr>
                                        <p:cTn id="2741" dur="500" fill="hold"/>
                                        <p:tgtEl>
                                          <p:spTgt spid="1105"/>
                                        </p:tgtEl>
                                        <p:attrNameLst>
                                          <p:attrName>fillcolor</p:attrName>
                                        </p:attrNameLst>
                                      </p:cBhvr>
                                      <p:to>
                                        <a:srgbClr val="8a80e4"/>
                                      </p:to>
                                    </p:animClr>
                                    <p:set>
                                      <p:cBhvr>
                                        <p:cTn id="2742" dur="500" fill="hold"/>
                                        <p:tgtEl>
                                          <p:spTgt spid="1105"/>
                                        </p:tgtEl>
                                        <p:attrNameLst>
                                          <p:attrName>fill.type</p:attrName>
                                        </p:attrNameLst>
                                      </p:cBhvr>
                                      <p:to>
                                        <p:strVal val="solid"/>
                                      </p:to>
                                    </p:set>
                                    <p:set>
                                      <p:cBhvr>
                                        <p:cTn id="2743" dur="500" fill="hold"/>
                                        <p:tgtEl>
                                          <p:spTgt spid="1105"/>
                                        </p:tgtEl>
                                        <p:attrNameLst>
                                          <p:attrName>fill.on</p:attrName>
                                        </p:attrNameLst>
                                      </p:cBhvr>
                                      <p:to>
                                        <p:strVal val="true"/>
                                      </p:to>
                                    </p:set>
                                  </p:childTnLst>
                                </p:cTn>
                              </p:par>
                              <p:par>
                                <p:cTn id="2744" nodeType="withEffect" fill="hold" presetClass="emph" presetID="1" presetSubtype="2">
                                  <p:stCondLst>
                                    <p:cond delay="0"/>
                                  </p:stCondLst>
                                  <p:childTnLst>
                                    <p:animClr clrSpc="rgb">
                                      <p:cBhvr>
                                        <p:cTn id="2745" dur="500" fill="hold"/>
                                        <p:tgtEl>
                                          <p:spTgt spid="1109"/>
                                        </p:tgtEl>
                                        <p:attrNameLst>
                                          <p:attrName>fillcolor</p:attrName>
                                        </p:attrNameLst>
                                      </p:cBhvr>
                                      <p:to>
                                        <a:srgbClr val="95b3d7"/>
                                      </p:to>
                                    </p:animClr>
                                    <p:set>
                                      <p:cBhvr>
                                        <p:cTn id="2746" dur="500" fill="hold"/>
                                        <p:tgtEl>
                                          <p:spTgt spid="1109"/>
                                        </p:tgtEl>
                                        <p:attrNameLst>
                                          <p:attrName>fill.type</p:attrName>
                                        </p:attrNameLst>
                                      </p:cBhvr>
                                      <p:to>
                                        <p:strVal val="solid"/>
                                      </p:to>
                                    </p:set>
                                    <p:set>
                                      <p:cBhvr>
                                        <p:cTn id="2747" dur="500" fill="hold"/>
                                        <p:tgtEl>
                                          <p:spTgt spid="1109"/>
                                        </p:tgtEl>
                                        <p:attrNameLst>
                                          <p:attrName>fill.on</p:attrName>
                                        </p:attrNameLst>
                                      </p:cBhvr>
                                      <p:to>
                                        <p:strVal val="true"/>
                                      </p:to>
                                    </p:set>
                                  </p:childTnLst>
                                </p:cTn>
                              </p:par>
                              <p:par>
                                <p:cTn id="2748" nodeType="withEffect" fill="hold" presetClass="emph" presetID="1" presetSubtype="2">
                                  <p:stCondLst>
                                    <p:cond delay="0"/>
                                  </p:stCondLst>
                                  <p:childTnLst>
                                    <p:animClr clrSpc="rgb">
                                      <p:cBhvr>
                                        <p:cTn id="2749" dur="500" fill="hold"/>
                                        <p:tgtEl>
                                          <p:spTgt spid="1113"/>
                                        </p:tgtEl>
                                        <p:attrNameLst>
                                          <p:attrName>fillcolor</p:attrName>
                                        </p:attrNameLst>
                                      </p:cBhvr>
                                      <p:to>
                                        <a:srgbClr val="95b3d7"/>
                                      </p:to>
                                    </p:animClr>
                                    <p:set>
                                      <p:cBhvr>
                                        <p:cTn id="2750" dur="500" fill="hold"/>
                                        <p:tgtEl>
                                          <p:spTgt spid="1113"/>
                                        </p:tgtEl>
                                        <p:attrNameLst>
                                          <p:attrName>fill.type</p:attrName>
                                        </p:attrNameLst>
                                      </p:cBhvr>
                                      <p:to>
                                        <p:strVal val="solid"/>
                                      </p:to>
                                    </p:set>
                                    <p:set>
                                      <p:cBhvr>
                                        <p:cTn id="2751" dur="500" fill="hold"/>
                                        <p:tgtEl>
                                          <p:spTgt spid="1113"/>
                                        </p:tgtEl>
                                        <p:attrNameLst>
                                          <p:attrName>fill.on</p:attrName>
                                        </p:attrNameLst>
                                      </p:cBhvr>
                                      <p:to>
                                        <p:strVal val="true"/>
                                      </p:to>
                                    </p:set>
                                  </p:childTnLst>
                                </p:cTn>
                              </p:par>
                              <p:par>
                                <p:cTn id="2752" nodeType="withEffect" fill="hold" presetClass="emph" presetID="1" presetSubtype="2">
                                  <p:stCondLst>
                                    <p:cond delay="0"/>
                                  </p:stCondLst>
                                  <p:childTnLst>
                                    <p:animClr clrSpc="rgb">
                                      <p:cBhvr>
                                        <p:cTn id="2753" dur="500" fill="hold"/>
                                        <p:tgtEl>
                                          <p:spTgt spid="1117"/>
                                        </p:tgtEl>
                                        <p:attrNameLst>
                                          <p:attrName>fillcolor</p:attrName>
                                        </p:attrNameLst>
                                      </p:cBhvr>
                                      <p:to>
                                        <a:srgbClr val="95b3d7"/>
                                      </p:to>
                                    </p:animClr>
                                    <p:set>
                                      <p:cBhvr>
                                        <p:cTn id="2754" dur="500" fill="hold"/>
                                        <p:tgtEl>
                                          <p:spTgt spid="1117"/>
                                        </p:tgtEl>
                                        <p:attrNameLst>
                                          <p:attrName>fill.type</p:attrName>
                                        </p:attrNameLst>
                                      </p:cBhvr>
                                      <p:to>
                                        <p:strVal val="solid"/>
                                      </p:to>
                                    </p:set>
                                    <p:set>
                                      <p:cBhvr>
                                        <p:cTn id="2755" dur="500" fill="hold"/>
                                        <p:tgtEl>
                                          <p:spTgt spid="1117"/>
                                        </p:tgtEl>
                                        <p:attrNameLst>
                                          <p:attrName>fill.on</p:attrName>
                                        </p:attrNameLst>
                                      </p:cBhvr>
                                      <p:to>
                                        <p:strVal val="true"/>
                                      </p:to>
                                    </p:set>
                                  </p:childTnLst>
                                </p:cTn>
                              </p:par>
                              <p:par>
                                <p:cTn id="2756" nodeType="withEffect" fill="hold" presetClass="exit" presetID="10">
                                  <p:stCondLst>
                                    <p:cond delay="0"/>
                                  </p:stCondLst>
                                  <p:childTnLst>
                                    <p:animEffect filter="fade" transition="out">
                                      <p:cBhvr additive="repl">
                                        <p:cTn id="2757" dur="500"/>
                                        <p:tgtEl>
                                          <p:spTgt spid="1111"/>
                                        </p:tgtEl>
                                      </p:cBhvr>
                                    </p:animEffect>
                                    <p:set>
                                      <p:cBhvr>
                                        <p:cTn id="2758" dur="1" fill="hold">
                                          <p:stCondLst>
                                            <p:cond delay="499"/>
                                          </p:stCondLst>
                                        </p:cTn>
                                        <p:tgtEl>
                                          <p:spTgt spid="1111"/>
                                        </p:tgtEl>
                                        <p:attrNameLst>
                                          <p:attrName>style.visibility</p:attrName>
                                        </p:attrNameLst>
                                      </p:cBhvr>
                                      <p:to>
                                        <p:strVal val="hidden"/>
                                      </p:to>
                                    </p:set>
                                  </p:childTnLst>
                                </p:cTn>
                              </p:par>
                              <p:par>
                                <p:cTn id="2759" nodeType="withEffect" fill="hold" presetClass="exit" presetID="10">
                                  <p:stCondLst>
                                    <p:cond delay="0"/>
                                  </p:stCondLst>
                                  <p:childTnLst>
                                    <p:animEffect filter="fade" transition="out">
                                      <p:cBhvr additive="repl">
                                        <p:cTn id="2760" dur="500"/>
                                        <p:tgtEl>
                                          <p:spTgt spid="1110"/>
                                        </p:tgtEl>
                                      </p:cBhvr>
                                    </p:animEffect>
                                    <p:set>
                                      <p:cBhvr>
                                        <p:cTn id="2761" dur="1" fill="hold">
                                          <p:stCondLst>
                                            <p:cond delay="499"/>
                                          </p:stCondLst>
                                        </p:cTn>
                                        <p:tgtEl>
                                          <p:spTgt spid="1110"/>
                                        </p:tgtEl>
                                        <p:attrNameLst>
                                          <p:attrName>style.visibility</p:attrName>
                                        </p:attrNameLst>
                                      </p:cBhvr>
                                      <p:to>
                                        <p:strVal val="hidden"/>
                                      </p:to>
                                    </p:set>
                                  </p:childTnLst>
                                </p:cTn>
                              </p:par>
                              <p:par>
                                <p:cTn id="2762" nodeType="withEffect" fill="hold" presetClass="exit" presetID="10">
                                  <p:stCondLst>
                                    <p:cond delay="0"/>
                                  </p:stCondLst>
                                  <p:childTnLst>
                                    <p:animEffect filter="fade" transition="out">
                                      <p:cBhvr additive="repl">
                                        <p:cTn id="2763" dur="500"/>
                                        <p:tgtEl>
                                          <p:spTgt spid="1115"/>
                                        </p:tgtEl>
                                      </p:cBhvr>
                                    </p:animEffect>
                                    <p:set>
                                      <p:cBhvr>
                                        <p:cTn id="2764" dur="1" fill="hold">
                                          <p:stCondLst>
                                            <p:cond delay="499"/>
                                          </p:stCondLst>
                                        </p:cTn>
                                        <p:tgtEl>
                                          <p:spTgt spid="1115"/>
                                        </p:tgtEl>
                                        <p:attrNameLst>
                                          <p:attrName>style.visibility</p:attrName>
                                        </p:attrNameLst>
                                      </p:cBhvr>
                                      <p:to>
                                        <p:strVal val="hidden"/>
                                      </p:to>
                                    </p:set>
                                  </p:childTnLst>
                                </p:cTn>
                              </p:par>
                              <p:par>
                                <p:cTn id="2765" nodeType="withEffect" fill="hold" presetClass="exit" presetID="10">
                                  <p:stCondLst>
                                    <p:cond delay="0"/>
                                  </p:stCondLst>
                                  <p:childTnLst>
                                    <p:animEffect filter="fade" transition="out">
                                      <p:cBhvr additive="repl">
                                        <p:cTn id="2766" dur="500"/>
                                        <p:tgtEl>
                                          <p:spTgt spid="1114"/>
                                        </p:tgtEl>
                                      </p:cBhvr>
                                    </p:animEffect>
                                    <p:set>
                                      <p:cBhvr>
                                        <p:cTn id="2767" dur="1" fill="hold">
                                          <p:stCondLst>
                                            <p:cond delay="499"/>
                                          </p:stCondLst>
                                        </p:cTn>
                                        <p:tgtEl>
                                          <p:spTgt spid="1114"/>
                                        </p:tgtEl>
                                        <p:attrNameLst>
                                          <p:attrName>style.visibility</p:attrName>
                                        </p:attrNameLst>
                                      </p:cBhvr>
                                      <p:to>
                                        <p:strVal val="hidden"/>
                                      </p:to>
                                    </p:set>
                                  </p:childTnLst>
                                </p:cTn>
                              </p:par>
                              <p:par>
                                <p:cTn id="2768" nodeType="withEffect" fill="hold" presetClass="exit" presetID="10">
                                  <p:stCondLst>
                                    <p:cond delay="0"/>
                                  </p:stCondLst>
                                  <p:childTnLst>
                                    <p:animEffect filter="fade" transition="out">
                                      <p:cBhvr additive="repl">
                                        <p:cTn id="2769" dur="500"/>
                                        <p:tgtEl>
                                          <p:spTgt spid="1119"/>
                                        </p:tgtEl>
                                      </p:cBhvr>
                                    </p:animEffect>
                                    <p:set>
                                      <p:cBhvr>
                                        <p:cTn id="2770" dur="1" fill="hold">
                                          <p:stCondLst>
                                            <p:cond delay="499"/>
                                          </p:stCondLst>
                                        </p:cTn>
                                        <p:tgtEl>
                                          <p:spTgt spid="1119"/>
                                        </p:tgtEl>
                                        <p:attrNameLst>
                                          <p:attrName>style.visibility</p:attrName>
                                        </p:attrNameLst>
                                      </p:cBhvr>
                                      <p:to>
                                        <p:strVal val="hidden"/>
                                      </p:to>
                                    </p:set>
                                  </p:childTnLst>
                                </p:cTn>
                              </p:par>
                              <p:par>
                                <p:cTn id="2771" nodeType="withEffect" fill="hold" presetClass="exit" presetID="10">
                                  <p:stCondLst>
                                    <p:cond delay="0"/>
                                  </p:stCondLst>
                                  <p:childTnLst>
                                    <p:animEffect filter="fade" transition="out">
                                      <p:cBhvr additive="repl">
                                        <p:cTn id="2772" dur="500"/>
                                        <p:tgtEl>
                                          <p:spTgt spid="1118"/>
                                        </p:tgtEl>
                                      </p:cBhvr>
                                    </p:animEffect>
                                    <p:set>
                                      <p:cBhvr>
                                        <p:cTn id="2773" dur="1" fill="hold">
                                          <p:stCondLst>
                                            <p:cond delay="499"/>
                                          </p:stCondLst>
                                        </p:cTn>
                                        <p:tgtEl>
                                          <p:spTgt spid="11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774" restart="whenNotActive" nodeType="interactiveSeq" fill="hold">
                <p:stCondLst>
                  <p:cond delay="0" evt="onClick">
                    <p:tgtEl>
                      <p:spTgt spid="1107"/>
                    </p:tgtEl>
                  </p:cond>
                </p:stCondLst>
                <p:childTnLst>
                  <p:par>
                    <p:cTn id="2775" fill="hold">
                      <p:stCondLst>
                        <p:cond delay="0" evt="onClick">
                          <p:tgtEl>
                            <p:spTgt spid="1107"/>
                          </p:tgtEl>
                        </p:cond>
                      </p:stCondLst>
                      <p:childTnLst>
                        <p:par>
                          <p:cTn id="2776" fill="hold">
                            <p:stCondLst>
                              <p:cond delay="0"/>
                            </p:stCondLst>
                            <p:childTnLst>
                              <p:par>
                                <p:cTn id="2777" nodeType="clickEffect" fill="hold" presetClass="exit" presetID="9">
                                  <p:stCondLst>
                                    <p:cond delay="0"/>
                                  </p:stCondLst>
                                  <p:childTnLst>
                                    <p:animEffect filter="dissolve" transition="out">
                                      <p:cBhvr additive="repl">
                                        <p:cTn id="2778" dur="500"/>
                                        <p:tgtEl>
                                          <p:spTgt spid="1107"/>
                                        </p:tgtEl>
                                      </p:cBhvr>
                                    </p:animEffect>
                                    <p:set>
                                      <p:cBhvr>
                                        <p:cTn id="2779" dur="1" fill="hold">
                                          <p:stCondLst>
                                            <p:cond delay="499"/>
                                          </p:stCondLst>
                                        </p:cTn>
                                        <p:tgtEl>
                                          <p:spTgt spid="1107"/>
                                        </p:tgtEl>
                                        <p:attrNameLst>
                                          <p:attrName>style.visibility</p:attrName>
                                        </p:attrNameLst>
                                      </p:cBhvr>
                                      <p:to>
                                        <p:strVal val="hidden"/>
                                      </p:to>
                                    </p:set>
                                  </p:childTnLst>
                                </p:cTn>
                              </p:par>
                              <p:par>
                                <p:cTn id="2780" nodeType="withEffect" fill="hold" presetClass="exit" presetID="9">
                                  <p:stCondLst>
                                    <p:cond delay="0"/>
                                  </p:stCondLst>
                                  <p:childTnLst>
                                    <p:animEffect filter="dissolve" transition="out">
                                      <p:cBhvr additive="repl">
                                        <p:cTn id="2781" dur="500"/>
                                        <p:tgtEl>
                                          <p:spTgt spid="1106"/>
                                        </p:tgtEl>
                                      </p:cBhvr>
                                    </p:animEffect>
                                    <p:set>
                                      <p:cBhvr>
                                        <p:cTn id="2782" dur="1" fill="hold">
                                          <p:stCondLst>
                                            <p:cond delay="499"/>
                                          </p:stCondLst>
                                        </p:cTn>
                                        <p:tgtEl>
                                          <p:spTgt spid="1106"/>
                                        </p:tgtEl>
                                        <p:attrNameLst>
                                          <p:attrName>style.visibility</p:attrName>
                                        </p:attrNameLst>
                                      </p:cBhvr>
                                      <p:to>
                                        <p:strVal val="hidden"/>
                                      </p:to>
                                    </p:set>
                                  </p:childTnLst>
                                </p:cTn>
                              </p:par>
                              <p:par>
                                <p:cTn id="2783" nodeType="withEffect" fill="hold" presetClass="emph" presetID="1" presetSubtype="2">
                                  <p:stCondLst>
                                    <p:cond delay="0"/>
                                  </p:stCondLst>
                                  <p:childTnLst>
                                    <p:animClr clrSpc="rgb">
                                      <p:cBhvr>
                                        <p:cTn id="2784" dur="500" fill="hold"/>
                                        <p:tgtEl>
                                          <p:spTgt spid="1105"/>
                                        </p:tgtEl>
                                        <p:attrNameLst>
                                          <p:attrName>fillcolor</p:attrName>
                                        </p:attrNameLst>
                                      </p:cBhvr>
                                      <p:to>
                                        <a:srgbClr val="95b3d7"/>
                                      </p:to>
                                    </p:animClr>
                                    <p:set>
                                      <p:cBhvr>
                                        <p:cTn id="2785" dur="500" fill="hold"/>
                                        <p:tgtEl>
                                          <p:spTgt spid="1105"/>
                                        </p:tgtEl>
                                        <p:attrNameLst>
                                          <p:attrName>fill.type</p:attrName>
                                        </p:attrNameLst>
                                      </p:cBhvr>
                                      <p:to>
                                        <p:strVal val="solid"/>
                                      </p:to>
                                    </p:set>
                                    <p:set>
                                      <p:cBhvr>
                                        <p:cTn id="2786" dur="500" fill="hold"/>
                                        <p:tgtEl>
                                          <p:spTgt spid="110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787" restart="whenNotActive" nodeType="interactiveSeq" fill="hold">
                <p:stCondLst>
                  <p:cond delay="0" evt="onClick">
                    <p:tgtEl>
                      <p:spTgt spid="1108"/>
                    </p:tgtEl>
                  </p:cond>
                </p:stCondLst>
                <p:childTnLst>
                  <p:par>
                    <p:cTn id="2788" fill="hold">
                      <p:stCondLst>
                        <p:cond delay="0" evt="onClick">
                          <p:tgtEl>
                            <p:spTgt spid="1108"/>
                          </p:tgtEl>
                        </p:cond>
                      </p:stCondLst>
                      <p:childTnLst>
                        <p:par>
                          <p:cTn id="2789" fill="hold">
                            <p:stCondLst>
                              <p:cond delay="0"/>
                            </p:stCondLst>
                            <p:childTnLst>
                              <p:par>
                                <p:cTn id="2790" nodeType="clickEffect" fill="hold" presetClass="entr" presetID="16" presetSubtype="21">
                                  <p:stCondLst>
                                    <p:cond delay="0"/>
                                  </p:stCondLst>
                                  <p:childTnLst>
                                    <p:set>
                                      <p:cBhvr>
                                        <p:cTn id="2791" dur="1" fill="hold">
                                          <p:stCondLst>
                                            <p:cond delay="0"/>
                                          </p:stCondLst>
                                        </p:cTn>
                                        <p:tgtEl>
                                          <p:spTgt spid="1111"/>
                                        </p:tgtEl>
                                        <p:attrNameLst>
                                          <p:attrName>style.visibility</p:attrName>
                                        </p:attrNameLst>
                                      </p:cBhvr>
                                      <p:to>
                                        <p:strVal val="visible"/>
                                      </p:to>
                                    </p:set>
                                    <p:animEffect filter="barn(inVertical)" transition="in">
                                      <p:cBhvr additive="repl">
                                        <p:cTn id="2792" dur="500"/>
                                        <p:tgtEl>
                                          <p:spTgt spid="1111"/>
                                        </p:tgtEl>
                                      </p:cBhvr>
                                    </p:animEffect>
                                  </p:childTnLst>
                                </p:cTn>
                              </p:par>
                              <p:par>
                                <p:cTn id="2793" nodeType="withEffect" fill="hold" presetClass="entr" presetID="16" presetSubtype="21">
                                  <p:stCondLst>
                                    <p:cond delay="0"/>
                                  </p:stCondLst>
                                  <p:childTnLst>
                                    <p:set>
                                      <p:cBhvr>
                                        <p:cTn id="2794" dur="1" fill="hold">
                                          <p:stCondLst>
                                            <p:cond delay="0"/>
                                          </p:stCondLst>
                                        </p:cTn>
                                        <p:tgtEl>
                                          <p:spTgt spid="1110"/>
                                        </p:tgtEl>
                                        <p:attrNameLst>
                                          <p:attrName>style.visibility</p:attrName>
                                        </p:attrNameLst>
                                      </p:cBhvr>
                                      <p:to>
                                        <p:strVal val="visible"/>
                                      </p:to>
                                    </p:set>
                                    <p:animEffect filter="barn(inVertical)" transition="in">
                                      <p:cBhvr additive="repl">
                                        <p:cTn id="2795" dur="500"/>
                                        <p:tgtEl>
                                          <p:spTgt spid="1110"/>
                                        </p:tgtEl>
                                      </p:cBhvr>
                                    </p:animEffect>
                                  </p:childTnLst>
                                </p:cTn>
                              </p:par>
                              <p:par>
                                <p:cTn id="2796" nodeType="withEffect" fill="hold" presetClass="emph" presetID="1" presetSubtype="2">
                                  <p:stCondLst>
                                    <p:cond delay="0"/>
                                  </p:stCondLst>
                                  <p:childTnLst>
                                    <p:animClr clrSpc="rgb">
                                      <p:cBhvr>
                                        <p:cTn id="2797" dur="500" fill="hold"/>
                                        <p:tgtEl>
                                          <p:spTgt spid="1109"/>
                                        </p:tgtEl>
                                        <p:attrNameLst>
                                          <p:attrName>fillcolor</p:attrName>
                                        </p:attrNameLst>
                                      </p:cBhvr>
                                      <p:to>
                                        <a:srgbClr val="8a80e4"/>
                                      </p:to>
                                    </p:animClr>
                                    <p:set>
                                      <p:cBhvr>
                                        <p:cTn id="2798" dur="500" fill="hold"/>
                                        <p:tgtEl>
                                          <p:spTgt spid="1109"/>
                                        </p:tgtEl>
                                        <p:attrNameLst>
                                          <p:attrName>fill.type</p:attrName>
                                        </p:attrNameLst>
                                      </p:cBhvr>
                                      <p:to>
                                        <p:strVal val="solid"/>
                                      </p:to>
                                    </p:set>
                                    <p:set>
                                      <p:cBhvr>
                                        <p:cTn id="2799" dur="500" fill="hold"/>
                                        <p:tgtEl>
                                          <p:spTgt spid="1109"/>
                                        </p:tgtEl>
                                        <p:attrNameLst>
                                          <p:attrName>fill.on</p:attrName>
                                        </p:attrNameLst>
                                      </p:cBhvr>
                                      <p:to>
                                        <p:strVal val="true"/>
                                      </p:to>
                                    </p:set>
                                  </p:childTnLst>
                                </p:cTn>
                              </p:par>
                              <p:par>
                                <p:cTn id="2800" nodeType="withEffect" fill="hold" presetClass="emph" presetID="1" presetSubtype="2">
                                  <p:stCondLst>
                                    <p:cond delay="0"/>
                                  </p:stCondLst>
                                  <p:childTnLst>
                                    <p:animClr clrSpc="rgb">
                                      <p:cBhvr>
                                        <p:cTn id="2801" dur="500" fill="hold"/>
                                        <p:tgtEl>
                                          <p:spTgt spid="1105"/>
                                        </p:tgtEl>
                                        <p:attrNameLst>
                                          <p:attrName>fillcolor</p:attrName>
                                        </p:attrNameLst>
                                      </p:cBhvr>
                                      <p:to>
                                        <a:srgbClr val="95b3d7"/>
                                      </p:to>
                                    </p:animClr>
                                    <p:set>
                                      <p:cBhvr>
                                        <p:cTn id="2802" dur="500" fill="hold"/>
                                        <p:tgtEl>
                                          <p:spTgt spid="1105"/>
                                        </p:tgtEl>
                                        <p:attrNameLst>
                                          <p:attrName>fill.type</p:attrName>
                                        </p:attrNameLst>
                                      </p:cBhvr>
                                      <p:to>
                                        <p:strVal val="solid"/>
                                      </p:to>
                                    </p:set>
                                    <p:set>
                                      <p:cBhvr>
                                        <p:cTn id="2803" dur="500" fill="hold"/>
                                        <p:tgtEl>
                                          <p:spTgt spid="1105"/>
                                        </p:tgtEl>
                                        <p:attrNameLst>
                                          <p:attrName>fill.on</p:attrName>
                                        </p:attrNameLst>
                                      </p:cBhvr>
                                      <p:to>
                                        <p:strVal val="true"/>
                                      </p:to>
                                    </p:set>
                                  </p:childTnLst>
                                </p:cTn>
                              </p:par>
                              <p:par>
                                <p:cTn id="2804" nodeType="withEffect" fill="hold" presetClass="emph" presetID="1" presetSubtype="2">
                                  <p:stCondLst>
                                    <p:cond delay="0"/>
                                  </p:stCondLst>
                                  <p:childTnLst>
                                    <p:animClr clrSpc="rgb">
                                      <p:cBhvr>
                                        <p:cTn id="2805" dur="500" fill="hold"/>
                                        <p:tgtEl>
                                          <p:spTgt spid="1113"/>
                                        </p:tgtEl>
                                        <p:attrNameLst>
                                          <p:attrName>fillcolor</p:attrName>
                                        </p:attrNameLst>
                                      </p:cBhvr>
                                      <p:to>
                                        <a:srgbClr val="95b3d7"/>
                                      </p:to>
                                    </p:animClr>
                                    <p:set>
                                      <p:cBhvr>
                                        <p:cTn id="2806" dur="500" fill="hold"/>
                                        <p:tgtEl>
                                          <p:spTgt spid="1113"/>
                                        </p:tgtEl>
                                        <p:attrNameLst>
                                          <p:attrName>fill.type</p:attrName>
                                        </p:attrNameLst>
                                      </p:cBhvr>
                                      <p:to>
                                        <p:strVal val="solid"/>
                                      </p:to>
                                    </p:set>
                                    <p:set>
                                      <p:cBhvr>
                                        <p:cTn id="2807" dur="500" fill="hold"/>
                                        <p:tgtEl>
                                          <p:spTgt spid="1113"/>
                                        </p:tgtEl>
                                        <p:attrNameLst>
                                          <p:attrName>fill.on</p:attrName>
                                        </p:attrNameLst>
                                      </p:cBhvr>
                                      <p:to>
                                        <p:strVal val="true"/>
                                      </p:to>
                                    </p:set>
                                  </p:childTnLst>
                                </p:cTn>
                              </p:par>
                              <p:par>
                                <p:cTn id="2808" nodeType="withEffect" fill="hold" presetClass="emph" presetID="1" presetSubtype="2">
                                  <p:stCondLst>
                                    <p:cond delay="0"/>
                                  </p:stCondLst>
                                  <p:childTnLst>
                                    <p:animClr clrSpc="rgb">
                                      <p:cBhvr>
                                        <p:cTn id="2809" dur="500" fill="hold"/>
                                        <p:tgtEl>
                                          <p:spTgt spid="1117"/>
                                        </p:tgtEl>
                                        <p:attrNameLst>
                                          <p:attrName>fillcolor</p:attrName>
                                        </p:attrNameLst>
                                      </p:cBhvr>
                                      <p:to>
                                        <a:srgbClr val="95b3d7"/>
                                      </p:to>
                                    </p:animClr>
                                    <p:set>
                                      <p:cBhvr>
                                        <p:cTn id="2810" dur="500" fill="hold"/>
                                        <p:tgtEl>
                                          <p:spTgt spid="1117"/>
                                        </p:tgtEl>
                                        <p:attrNameLst>
                                          <p:attrName>fill.type</p:attrName>
                                        </p:attrNameLst>
                                      </p:cBhvr>
                                      <p:to>
                                        <p:strVal val="solid"/>
                                      </p:to>
                                    </p:set>
                                    <p:set>
                                      <p:cBhvr>
                                        <p:cTn id="2811" dur="500" fill="hold"/>
                                        <p:tgtEl>
                                          <p:spTgt spid="1117"/>
                                        </p:tgtEl>
                                        <p:attrNameLst>
                                          <p:attrName>fill.on</p:attrName>
                                        </p:attrNameLst>
                                      </p:cBhvr>
                                      <p:to>
                                        <p:strVal val="true"/>
                                      </p:to>
                                    </p:set>
                                  </p:childTnLst>
                                </p:cTn>
                              </p:par>
                              <p:par>
                                <p:cTn id="2812" nodeType="withEffect" fill="hold" presetClass="exit" presetID="10">
                                  <p:stCondLst>
                                    <p:cond delay="0"/>
                                  </p:stCondLst>
                                  <p:childTnLst>
                                    <p:animEffect filter="fade" transition="out">
                                      <p:cBhvr additive="repl">
                                        <p:cTn id="2813" dur="500"/>
                                        <p:tgtEl>
                                          <p:spTgt spid="1107"/>
                                        </p:tgtEl>
                                      </p:cBhvr>
                                    </p:animEffect>
                                    <p:set>
                                      <p:cBhvr>
                                        <p:cTn id="2814" dur="1" fill="hold">
                                          <p:stCondLst>
                                            <p:cond delay="499"/>
                                          </p:stCondLst>
                                        </p:cTn>
                                        <p:tgtEl>
                                          <p:spTgt spid="1107"/>
                                        </p:tgtEl>
                                        <p:attrNameLst>
                                          <p:attrName>style.visibility</p:attrName>
                                        </p:attrNameLst>
                                      </p:cBhvr>
                                      <p:to>
                                        <p:strVal val="hidden"/>
                                      </p:to>
                                    </p:set>
                                  </p:childTnLst>
                                </p:cTn>
                              </p:par>
                              <p:par>
                                <p:cTn id="2815" nodeType="withEffect" fill="hold" presetClass="exit" presetID="10">
                                  <p:stCondLst>
                                    <p:cond delay="0"/>
                                  </p:stCondLst>
                                  <p:childTnLst>
                                    <p:animEffect filter="fade" transition="out">
                                      <p:cBhvr additive="repl">
                                        <p:cTn id="2816" dur="500"/>
                                        <p:tgtEl>
                                          <p:spTgt spid="1106"/>
                                        </p:tgtEl>
                                      </p:cBhvr>
                                    </p:animEffect>
                                    <p:set>
                                      <p:cBhvr>
                                        <p:cTn id="2817" dur="1" fill="hold">
                                          <p:stCondLst>
                                            <p:cond delay="499"/>
                                          </p:stCondLst>
                                        </p:cTn>
                                        <p:tgtEl>
                                          <p:spTgt spid="1106"/>
                                        </p:tgtEl>
                                        <p:attrNameLst>
                                          <p:attrName>style.visibility</p:attrName>
                                        </p:attrNameLst>
                                      </p:cBhvr>
                                      <p:to>
                                        <p:strVal val="hidden"/>
                                      </p:to>
                                    </p:set>
                                  </p:childTnLst>
                                </p:cTn>
                              </p:par>
                              <p:par>
                                <p:cTn id="2818" nodeType="withEffect" fill="hold" presetClass="exit" presetID="10">
                                  <p:stCondLst>
                                    <p:cond delay="0"/>
                                  </p:stCondLst>
                                  <p:childTnLst>
                                    <p:animEffect filter="fade" transition="out">
                                      <p:cBhvr additive="repl">
                                        <p:cTn id="2819" dur="500"/>
                                        <p:tgtEl>
                                          <p:spTgt spid="1115"/>
                                        </p:tgtEl>
                                      </p:cBhvr>
                                    </p:animEffect>
                                    <p:set>
                                      <p:cBhvr>
                                        <p:cTn id="2820" dur="1" fill="hold">
                                          <p:stCondLst>
                                            <p:cond delay="499"/>
                                          </p:stCondLst>
                                        </p:cTn>
                                        <p:tgtEl>
                                          <p:spTgt spid="1115"/>
                                        </p:tgtEl>
                                        <p:attrNameLst>
                                          <p:attrName>style.visibility</p:attrName>
                                        </p:attrNameLst>
                                      </p:cBhvr>
                                      <p:to>
                                        <p:strVal val="hidden"/>
                                      </p:to>
                                    </p:set>
                                  </p:childTnLst>
                                </p:cTn>
                              </p:par>
                              <p:par>
                                <p:cTn id="2821" nodeType="withEffect" fill="hold" presetClass="exit" presetID="10">
                                  <p:stCondLst>
                                    <p:cond delay="0"/>
                                  </p:stCondLst>
                                  <p:childTnLst>
                                    <p:animEffect filter="fade" transition="out">
                                      <p:cBhvr additive="repl">
                                        <p:cTn id="2822" dur="500"/>
                                        <p:tgtEl>
                                          <p:spTgt spid="1114"/>
                                        </p:tgtEl>
                                      </p:cBhvr>
                                    </p:animEffect>
                                    <p:set>
                                      <p:cBhvr>
                                        <p:cTn id="2823" dur="1" fill="hold">
                                          <p:stCondLst>
                                            <p:cond delay="499"/>
                                          </p:stCondLst>
                                        </p:cTn>
                                        <p:tgtEl>
                                          <p:spTgt spid="1114"/>
                                        </p:tgtEl>
                                        <p:attrNameLst>
                                          <p:attrName>style.visibility</p:attrName>
                                        </p:attrNameLst>
                                      </p:cBhvr>
                                      <p:to>
                                        <p:strVal val="hidden"/>
                                      </p:to>
                                    </p:set>
                                  </p:childTnLst>
                                </p:cTn>
                              </p:par>
                              <p:par>
                                <p:cTn id="2824" nodeType="withEffect" fill="hold" presetClass="exit" presetID="10">
                                  <p:stCondLst>
                                    <p:cond delay="0"/>
                                  </p:stCondLst>
                                  <p:childTnLst>
                                    <p:animEffect filter="fade" transition="out">
                                      <p:cBhvr additive="repl">
                                        <p:cTn id="2825" dur="500"/>
                                        <p:tgtEl>
                                          <p:spTgt spid="1119"/>
                                        </p:tgtEl>
                                      </p:cBhvr>
                                    </p:animEffect>
                                    <p:set>
                                      <p:cBhvr>
                                        <p:cTn id="2826" dur="1" fill="hold">
                                          <p:stCondLst>
                                            <p:cond delay="499"/>
                                          </p:stCondLst>
                                        </p:cTn>
                                        <p:tgtEl>
                                          <p:spTgt spid="1119"/>
                                        </p:tgtEl>
                                        <p:attrNameLst>
                                          <p:attrName>style.visibility</p:attrName>
                                        </p:attrNameLst>
                                      </p:cBhvr>
                                      <p:to>
                                        <p:strVal val="hidden"/>
                                      </p:to>
                                    </p:set>
                                  </p:childTnLst>
                                </p:cTn>
                              </p:par>
                              <p:par>
                                <p:cTn id="2827" nodeType="withEffect" fill="hold" presetClass="exit" presetID="10">
                                  <p:stCondLst>
                                    <p:cond delay="0"/>
                                  </p:stCondLst>
                                  <p:childTnLst>
                                    <p:animEffect filter="fade" transition="out">
                                      <p:cBhvr additive="repl">
                                        <p:cTn id="2828" dur="500"/>
                                        <p:tgtEl>
                                          <p:spTgt spid="1118"/>
                                        </p:tgtEl>
                                      </p:cBhvr>
                                    </p:animEffect>
                                    <p:set>
                                      <p:cBhvr>
                                        <p:cTn id="2829" dur="1" fill="hold">
                                          <p:stCondLst>
                                            <p:cond delay="499"/>
                                          </p:stCondLst>
                                        </p:cTn>
                                        <p:tgtEl>
                                          <p:spTgt spid="11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830" restart="whenNotActive" nodeType="interactiveSeq" fill="hold">
                <p:stCondLst>
                  <p:cond delay="0" evt="onClick">
                    <p:tgtEl>
                      <p:spTgt spid="1111"/>
                    </p:tgtEl>
                  </p:cond>
                </p:stCondLst>
                <p:childTnLst>
                  <p:par>
                    <p:cTn id="2831" fill="hold">
                      <p:stCondLst>
                        <p:cond delay="0" evt="onClick">
                          <p:tgtEl>
                            <p:spTgt spid="1111"/>
                          </p:tgtEl>
                        </p:cond>
                      </p:stCondLst>
                      <p:childTnLst>
                        <p:par>
                          <p:cTn id="2832" fill="hold">
                            <p:stCondLst>
                              <p:cond delay="0"/>
                            </p:stCondLst>
                            <p:childTnLst>
                              <p:par>
                                <p:cTn id="2833" nodeType="clickEffect" fill="hold" presetClass="exit" presetID="9">
                                  <p:stCondLst>
                                    <p:cond delay="0"/>
                                  </p:stCondLst>
                                  <p:childTnLst>
                                    <p:animEffect filter="dissolve" transition="out">
                                      <p:cBhvr additive="repl">
                                        <p:cTn id="2834" dur="500"/>
                                        <p:tgtEl>
                                          <p:spTgt spid="1111"/>
                                        </p:tgtEl>
                                      </p:cBhvr>
                                    </p:animEffect>
                                    <p:set>
                                      <p:cBhvr>
                                        <p:cTn id="2835" dur="1" fill="hold">
                                          <p:stCondLst>
                                            <p:cond delay="499"/>
                                          </p:stCondLst>
                                        </p:cTn>
                                        <p:tgtEl>
                                          <p:spTgt spid="1111"/>
                                        </p:tgtEl>
                                        <p:attrNameLst>
                                          <p:attrName>style.visibility</p:attrName>
                                        </p:attrNameLst>
                                      </p:cBhvr>
                                      <p:to>
                                        <p:strVal val="hidden"/>
                                      </p:to>
                                    </p:set>
                                  </p:childTnLst>
                                </p:cTn>
                              </p:par>
                              <p:par>
                                <p:cTn id="2836" nodeType="withEffect" fill="hold" presetClass="exit" presetID="9">
                                  <p:stCondLst>
                                    <p:cond delay="0"/>
                                  </p:stCondLst>
                                  <p:childTnLst>
                                    <p:animEffect filter="dissolve" transition="out">
                                      <p:cBhvr additive="repl">
                                        <p:cTn id="2837" dur="500"/>
                                        <p:tgtEl>
                                          <p:spTgt spid="1110"/>
                                        </p:tgtEl>
                                      </p:cBhvr>
                                    </p:animEffect>
                                    <p:set>
                                      <p:cBhvr>
                                        <p:cTn id="2838" dur="1" fill="hold">
                                          <p:stCondLst>
                                            <p:cond delay="499"/>
                                          </p:stCondLst>
                                        </p:cTn>
                                        <p:tgtEl>
                                          <p:spTgt spid="1110"/>
                                        </p:tgtEl>
                                        <p:attrNameLst>
                                          <p:attrName>style.visibility</p:attrName>
                                        </p:attrNameLst>
                                      </p:cBhvr>
                                      <p:to>
                                        <p:strVal val="hidden"/>
                                      </p:to>
                                    </p:set>
                                  </p:childTnLst>
                                </p:cTn>
                              </p:par>
                              <p:par>
                                <p:cTn id="2839" nodeType="withEffect" fill="hold" presetClass="emph" presetID="1" presetSubtype="2">
                                  <p:stCondLst>
                                    <p:cond delay="0"/>
                                  </p:stCondLst>
                                  <p:childTnLst>
                                    <p:animClr clrSpc="rgb">
                                      <p:cBhvr>
                                        <p:cTn id="2840" dur="500" fill="hold"/>
                                        <p:tgtEl>
                                          <p:spTgt spid="1109"/>
                                        </p:tgtEl>
                                        <p:attrNameLst>
                                          <p:attrName>fillcolor</p:attrName>
                                        </p:attrNameLst>
                                      </p:cBhvr>
                                      <p:to>
                                        <a:srgbClr val="95b3d7"/>
                                      </p:to>
                                    </p:animClr>
                                    <p:set>
                                      <p:cBhvr>
                                        <p:cTn id="2841" dur="500" fill="hold"/>
                                        <p:tgtEl>
                                          <p:spTgt spid="1109"/>
                                        </p:tgtEl>
                                        <p:attrNameLst>
                                          <p:attrName>fill.type</p:attrName>
                                        </p:attrNameLst>
                                      </p:cBhvr>
                                      <p:to>
                                        <p:strVal val="solid"/>
                                      </p:to>
                                    </p:set>
                                    <p:set>
                                      <p:cBhvr>
                                        <p:cTn id="2842" dur="500" fill="hold"/>
                                        <p:tgtEl>
                                          <p:spTgt spid="110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843" restart="whenNotActive" nodeType="interactiveSeq" fill="hold">
                <p:stCondLst>
                  <p:cond delay="0" evt="onClick">
                    <p:tgtEl>
                      <p:spTgt spid="1112"/>
                    </p:tgtEl>
                  </p:cond>
                </p:stCondLst>
                <p:childTnLst>
                  <p:par>
                    <p:cTn id="2844" fill="hold">
                      <p:stCondLst>
                        <p:cond delay="0" evt="onClick">
                          <p:tgtEl>
                            <p:spTgt spid="1112"/>
                          </p:tgtEl>
                        </p:cond>
                      </p:stCondLst>
                      <p:childTnLst>
                        <p:par>
                          <p:cTn id="2845" fill="hold">
                            <p:stCondLst>
                              <p:cond delay="0"/>
                            </p:stCondLst>
                            <p:childTnLst>
                              <p:par>
                                <p:cTn id="2846" nodeType="clickEffect" fill="hold" presetClass="entr" presetID="16" presetSubtype="21">
                                  <p:stCondLst>
                                    <p:cond delay="0"/>
                                  </p:stCondLst>
                                  <p:childTnLst>
                                    <p:set>
                                      <p:cBhvr>
                                        <p:cTn id="2847" dur="1" fill="hold">
                                          <p:stCondLst>
                                            <p:cond delay="0"/>
                                          </p:stCondLst>
                                        </p:cTn>
                                        <p:tgtEl>
                                          <p:spTgt spid="1115"/>
                                        </p:tgtEl>
                                        <p:attrNameLst>
                                          <p:attrName>style.visibility</p:attrName>
                                        </p:attrNameLst>
                                      </p:cBhvr>
                                      <p:to>
                                        <p:strVal val="visible"/>
                                      </p:to>
                                    </p:set>
                                    <p:animEffect filter="barn(inVertical)" transition="in">
                                      <p:cBhvr additive="repl">
                                        <p:cTn id="2848" dur="500"/>
                                        <p:tgtEl>
                                          <p:spTgt spid="1115"/>
                                        </p:tgtEl>
                                      </p:cBhvr>
                                    </p:animEffect>
                                  </p:childTnLst>
                                </p:cTn>
                              </p:par>
                              <p:par>
                                <p:cTn id="2849" nodeType="withEffect" fill="hold" presetClass="entr" presetID="16" presetSubtype="21">
                                  <p:stCondLst>
                                    <p:cond delay="0"/>
                                  </p:stCondLst>
                                  <p:childTnLst>
                                    <p:set>
                                      <p:cBhvr>
                                        <p:cTn id="2850" dur="1" fill="hold">
                                          <p:stCondLst>
                                            <p:cond delay="0"/>
                                          </p:stCondLst>
                                        </p:cTn>
                                        <p:tgtEl>
                                          <p:spTgt spid="1114"/>
                                        </p:tgtEl>
                                        <p:attrNameLst>
                                          <p:attrName>style.visibility</p:attrName>
                                        </p:attrNameLst>
                                      </p:cBhvr>
                                      <p:to>
                                        <p:strVal val="visible"/>
                                      </p:to>
                                    </p:set>
                                    <p:animEffect filter="barn(inVertical)" transition="in">
                                      <p:cBhvr additive="repl">
                                        <p:cTn id="2851" dur="500"/>
                                        <p:tgtEl>
                                          <p:spTgt spid="1114"/>
                                        </p:tgtEl>
                                      </p:cBhvr>
                                    </p:animEffect>
                                  </p:childTnLst>
                                </p:cTn>
                              </p:par>
                              <p:par>
                                <p:cTn id="2852" nodeType="withEffect" fill="hold" presetClass="emph" presetID="1" presetSubtype="2">
                                  <p:stCondLst>
                                    <p:cond delay="0"/>
                                  </p:stCondLst>
                                  <p:childTnLst>
                                    <p:animClr clrSpc="rgb">
                                      <p:cBhvr>
                                        <p:cTn id="2853" dur="500" fill="hold"/>
                                        <p:tgtEl>
                                          <p:spTgt spid="1113"/>
                                        </p:tgtEl>
                                        <p:attrNameLst>
                                          <p:attrName>fillcolor</p:attrName>
                                        </p:attrNameLst>
                                      </p:cBhvr>
                                      <p:to>
                                        <a:srgbClr val="8a80e4"/>
                                      </p:to>
                                    </p:animClr>
                                    <p:set>
                                      <p:cBhvr>
                                        <p:cTn id="2854" dur="500" fill="hold"/>
                                        <p:tgtEl>
                                          <p:spTgt spid="1113"/>
                                        </p:tgtEl>
                                        <p:attrNameLst>
                                          <p:attrName>fill.type</p:attrName>
                                        </p:attrNameLst>
                                      </p:cBhvr>
                                      <p:to>
                                        <p:strVal val="solid"/>
                                      </p:to>
                                    </p:set>
                                    <p:set>
                                      <p:cBhvr>
                                        <p:cTn id="2855" dur="500" fill="hold"/>
                                        <p:tgtEl>
                                          <p:spTgt spid="1113"/>
                                        </p:tgtEl>
                                        <p:attrNameLst>
                                          <p:attrName>fill.on</p:attrName>
                                        </p:attrNameLst>
                                      </p:cBhvr>
                                      <p:to>
                                        <p:strVal val="true"/>
                                      </p:to>
                                    </p:set>
                                  </p:childTnLst>
                                </p:cTn>
                              </p:par>
                              <p:par>
                                <p:cTn id="2856" nodeType="withEffect" fill="hold" presetClass="emph" presetID="1" presetSubtype="2">
                                  <p:stCondLst>
                                    <p:cond delay="0"/>
                                  </p:stCondLst>
                                  <p:childTnLst>
                                    <p:animClr clrSpc="rgb">
                                      <p:cBhvr>
                                        <p:cTn id="2857" dur="500" fill="hold"/>
                                        <p:tgtEl>
                                          <p:spTgt spid="1105"/>
                                        </p:tgtEl>
                                        <p:attrNameLst>
                                          <p:attrName>fillcolor</p:attrName>
                                        </p:attrNameLst>
                                      </p:cBhvr>
                                      <p:to>
                                        <a:srgbClr val="95b3d7"/>
                                      </p:to>
                                    </p:animClr>
                                    <p:set>
                                      <p:cBhvr>
                                        <p:cTn id="2858" dur="500" fill="hold"/>
                                        <p:tgtEl>
                                          <p:spTgt spid="1105"/>
                                        </p:tgtEl>
                                        <p:attrNameLst>
                                          <p:attrName>fill.type</p:attrName>
                                        </p:attrNameLst>
                                      </p:cBhvr>
                                      <p:to>
                                        <p:strVal val="solid"/>
                                      </p:to>
                                    </p:set>
                                    <p:set>
                                      <p:cBhvr>
                                        <p:cTn id="2859" dur="500" fill="hold"/>
                                        <p:tgtEl>
                                          <p:spTgt spid="1105"/>
                                        </p:tgtEl>
                                        <p:attrNameLst>
                                          <p:attrName>fill.on</p:attrName>
                                        </p:attrNameLst>
                                      </p:cBhvr>
                                      <p:to>
                                        <p:strVal val="true"/>
                                      </p:to>
                                    </p:set>
                                  </p:childTnLst>
                                </p:cTn>
                              </p:par>
                              <p:par>
                                <p:cTn id="2860" nodeType="withEffect" fill="hold" presetClass="emph" presetID="1" presetSubtype="2">
                                  <p:stCondLst>
                                    <p:cond delay="0"/>
                                  </p:stCondLst>
                                  <p:childTnLst>
                                    <p:animClr clrSpc="rgb">
                                      <p:cBhvr>
                                        <p:cTn id="2861" dur="500" fill="hold"/>
                                        <p:tgtEl>
                                          <p:spTgt spid="1109"/>
                                        </p:tgtEl>
                                        <p:attrNameLst>
                                          <p:attrName>fillcolor</p:attrName>
                                        </p:attrNameLst>
                                      </p:cBhvr>
                                      <p:to>
                                        <a:srgbClr val="95b3d7"/>
                                      </p:to>
                                    </p:animClr>
                                    <p:set>
                                      <p:cBhvr>
                                        <p:cTn id="2862" dur="500" fill="hold"/>
                                        <p:tgtEl>
                                          <p:spTgt spid="1109"/>
                                        </p:tgtEl>
                                        <p:attrNameLst>
                                          <p:attrName>fill.type</p:attrName>
                                        </p:attrNameLst>
                                      </p:cBhvr>
                                      <p:to>
                                        <p:strVal val="solid"/>
                                      </p:to>
                                    </p:set>
                                    <p:set>
                                      <p:cBhvr>
                                        <p:cTn id="2863" dur="500" fill="hold"/>
                                        <p:tgtEl>
                                          <p:spTgt spid="1109"/>
                                        </p:tgtEl>
                                        <p:attrNameLst>
                                          <p:attrName>fill.on</p:attrName>
                                        </p:attrNameLst>
                                      </p:cBhvr>
                                      <p:to>
                                        <p:strVal val="true"/>
                                      </p:to>
                                    </p:set>
                                  </p:childTnLst>
                                </p:cTn>
                              </p:par>
                              <p:par>
                                <p:cTn id="2864" nodeType="withEffect" fill="hold" presetClass="emph" presetID="1" presetSubtype="2">
                                  <p:stCondLst>
                                    <p:cond delay="0"/>
                                  </p:stCondLst>
                                  <p:childTnLst>
                                    <p:animClr clrSpc="rgb">
                                      <p:cBhvr>
                                        <p:cTn id="2865" dur="500" fill="hold"/>
                                        <p:tgtEl>
                                          <p:spTgt spid="1117"/>
                                        </p:tgtEl>
                                        <p:attrNameLst>
                                          <p:attrName>fillcolor</p:attrName>
                                        </p:attrNameLst>
                                      </p:cBhvr>
                                      <p:to>
                                        <a:srgbClr val="95b3d7"/>
                                      </p:to>
                                    </p:animClr>
                                    <p:set>
                                      <p:cBhvr>
                                        <p:cTn id="2866" dur="500" fill="hold"/>
                                        <p:tgtEl>
                                          <p:spTgt spid="1117"/>
                                        </p:tgtEl>
                                        <p:attrNameLst>
                                          <p:attrName>fill.type</p:attrName>
                                        </p:attrNameLst>
                                      </p:cBhvr>
                                      <p:to>
                                        <p:strVal val="solid"/>
                                      </p:to>
                                    </p:set>
                                    <p:set>
                                      <p:cBhvr>
                                        <p:cTn id="2867" dur="500" fill="hold"/>
                                        <p:tgtEl>
                                          <p:spTgt spid="1117"/>
                                        </p:tgtEl>
                                        <p:attrNameLst>
                                          <p:attrName>fill.on</p:attrName>
                                        </p:attrNameLst>
                                      </p:cBhvr>
                                      <p:to>
                                        <p:strVal val="true"/>
                                      </p:to>
                                    </p:set>
                                  </p:childTnLst>
                                </p:cTn>
                              </p:par>
                              <p:par>
                                <p:cTn id="2868" nodeType="withEffect" fill="hold" presetClass="exit" presetID="10">
                                  <p:stCondLst>
                                    <p:cond delay="0"/>
                                  </p:stCondLst>
                                  <p:childTnLst>
                                    <p:animEffect filter="fade" transition="out">
                                      <p:cBhvr additive="repl">
                                        <p:cTn id="2869" dur="500"/>
                                        <p:tgtEl>
                                          <p:spTgt spid="1107"/>
                                        </p:tgtEl>
                                      </p:cBhvr>
                                    </p:animEffect>
                                    <p:set>
                                      <p:cBhvr>
                                        <p:cTn id="2870" dur="1" fill="hold">
                                          <p:stCondLst>
                                            <p:cond delay="499"/>
                                          </p:stCondLst>
                                        </p:cTn>
                                        <p:tgtEl>
                                          <p:spTgt spid="1107"/>
                                        </p:tgtEl>
                                        <p:attrNameLst>
                                          <p:attrName>style.visibility</p:attrName>
                                        </p:attrNameLst>
                                      </p:cBhvr>
                                      <p:to>
                                        <p:strVal val="hidden"/>
                                      </p:to>
                                    </p:set>
                                  </p:childTnLst>
                                </p:cTn>
                              </p:par>
                              <p:par>
                                <p:cTn id="2871" nodeType="withEffect" fill="hold" presetClass="exit" presetID="10">
                                  <p:stCondLst>
                                    <p:cond delay="0"/>
                                  </p:stCondLst>
                                  <p:childTnLst>
                                    <p:animEffect filter="fade" transition="out">
                                      <p:cBhvr additive="repl">
                                        <p:cTn id="2872" dur="500"/>
                                        <p:tgtEl>
                                          <p:spTgt spid="1106"/>
                                        </p:tgtEl>
                                      </p:cBhvr>
                                    </p:animEffect>
                                    <p:set>
                                      <p:cBhvr>
                                        <p:cTn id="2873" dur="1" fill="hold">
                                          <p:stCondLst>
                                            <p:cond delay="499"/>
                                          </p:stCondLst>
                                        </p:cTn>
                                        <p:tgtEl>
                                          <p:spTgt spid="1106"/>
                                        </p:tgtEl>
                                        <p:attrNameLst>
                                          <p:attrName>style.visibility</p:attrName>
                                        </p:attrNameLst>
                                      </p:cBhvr>
                                      <p:to>
                                        <p:strVal val="hidden"/>
                                      </p:to>
                                    </p:set>
                                  </p:childTnLst>
                                </p:cTn>
                              </p:par>
                              <p:par>
                                <p:cTn id="2874" nodeType="withEffect" fill="hold" presetClass="exit" presetID="10">
                                  <p:stCondLst>
                                    <p:cond delay="0"/>
                                  </p:stCondLst>
                                  <p:childTnLst>
                                    <p:animEffect filter="fade" transition="out">
                                      <p:cBhvr additive="repl">
                                        <p:cTn id="2875" dur="500"/>
                                        <p:tgtEl>
                                          <p:spTgt spid="1111"/>
                                        </p:tgtEl>
                                      </p:cBhvr>
                                    </p:animEffect>
                                    <p:set>
                                      <p:cBhvr>
                                        <p:cTn id="2876" dur="1" fill="hold">
                                          <p:stCondLst>
                                            <p:cond delay="499"/>
                                          </p:stCondLst>
                                        </p:cTn>
                                        <p:tgtEl>
                                          <p:spTgt spid="1111"/>
                                        </p:tgtEl>
                                        <p:attrNameLst>
                                          <p:attrName>style.visibility</p:attrName>
                                        </p:attrNameLst>
                                      </p:cBhvr>
                                      <p:to>
                                        <p:strVal val="hidden"/>
                                      </p:to>
                                    </p:set>
                                  </p:childTnLst>
                                </p:cTn>
                              </p:par>
                              <p:par>
                                <p:cTn id="2877" nodeType="withEffect" fill="hold" presetClass="exit" presetID="10">
                                  <p:stCondLst>
                                    <p:cond delay="0"/>
                                  </p:stCondLst>
                                  <p:childTnLst>
                                    <p:animEffect filter="fade" transition="out">
                                      <p:cBhvr additive="repl">
                                        <p:cTn id="2878" dur="500"/>
                                        <p:tgtEl>
                                          <p:spTgt spid="1110"/>
                                        </p:tgtEl>
                                      </p:cBhvr>
                                    </p:animEffect>
                                    <p:set>
                                      <p:cBhvr>
                                        <p:cTn id="2879" dur="1" fill="hold">
                                          <p:stCondLst>
                                            <p:cond delay="499"/>
                                          </p:stCondLst>
                                        </p:cTn>
                                        <p:tgtEl>
                                          <p:spTgt spid="1110"/>
                                        </p:tgtEl>
                                        <p:attrNameLst>
                                          <p:attrName>style.visibility</p:attrName>
                                        </p:attrNameLst>
                                      </p:cBhvr>
                                      <p:to>
                                        <p:strVal val="hidden"/>
                                      </p:to>
                                    </p:set>
                                  </p:childTnLst>
                                </p:cTn>
                              </p:par>
                              <p:par>
                                <p:cTn id="2880" nodeType="withEffect" fill="hold" presetClass="exit" presetID="10">
                                  <p:stCondLst>
                                    <p:cond delay="0"/>
                                  </p:stCondLst>
                                  <p:childTnLst>
                                    <p:animEffect filter="fade" transition="out">
                                      <p:cBhvr additive="repl">
                                        <p:cTn id="2881" dur="500"/>
                                        <p:tgtEl>
                                          <p:spTgt spid="1119"/>
                                        </p:tgtEl>
                                      </p:cBhvr>
                                    </p:animEffect>
                                    <p:set>
                                      <p:cBhvr>
                                        <p:cTn id="2882" dur="1" fill="hold">
                                          <p:stCondLst>
                                            <p:cond delay="499"/>
                                          </p:stCondLst>
                                        </p:cTn>
                                        <p:tgtEl>
                                          <p:spTgt spid="1119"/>
                                        </p:tgtEl>
                                        <p:attrNameLst>
                                          <p:attrName>style.visibility</p:attrName>
                                        </p:attrNameLst>
                                      </p:cBhvr>
                                      <p:to>
                                        <p:strVal val="hidden"/>
                                      </p:to>
                                    </p:set>
                                  </p:childTnLst>
                                </p:cTn>
                              </p:par>
                              <p:par>
                                <p:cTn id="2883" nodeType="withEffect" fill="hold" presetClass="exit" presetID="10">
                                  <p:stCondLst>
                                    <p:cond delay="0"/>
                                  </p:stCondLst>
                                  <p:childTnLst>
                                    <p:animEffect filter="fade" transition="out">
                                      <p:cBhvr additive="repl">
                                        <p:cTn id="2884" dur="500"/>
                                        <p:tgtEl>
                                          <p:spTgt spid="1118"/>
                                        </p:tgtEl>
                                      </p:cBhvr>
                                    </p:animEffect>
                                    <p:set>
                                      <p:cBhvr>
                                        <p:cTn id="2885" dur="1" fill="hold">
                                          <p:stCondLst>
                                            <p:cond delay="499"/>
                                          </p:stCondLst>
                                        </p:cTn>
                                        <p:tgtEl>
                                          <p:spTgt spid="11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886" restart="whenNotActive" nodeType="interactiveSeq" fill="hold">
                <p:stCondLst>
                  <p:cond delay="0" evt="onClick">
                    <p:tgtEl>
                      <p:spTgt spid="1115"/>
                    </p:tgtEl>
                  </p:cond>
                </p:stCondLst>
                <p:childTnLst>
                  <p:par>
                    <p:cTn id="2887" fill="hold">
                      <p:stCondLst>
                        <p:cond delay="0" evt="onClick">
                          <p:tgtEl>
                            <p:spTgt spid="1115"/>
                          </p:tgtEl>
                        </p:cond>
                      </p:stCondLst>
                      <p:childTnLst>
                        <p:par>
                          <p:cTn id="2888" fill="hold">
                            <p:stCondLst>
                              <p:cond delay="0"/>
                            </p:stCondLst>
                            <p:childTnLst>
                              <p:par>
                                <p:cTn id="2889" nodeType="clickEffect" fill="hold" presetClass="exit" presetID="9">
                                  <p:stCondLst>
                                    <p:cond delay="0"/>
                                  </p:stCondLst>
                                  <p:childTnLst>
                                    <p:animEffect filter="dissolve" transition="out">
                                      <p:cBhvr additive="repl">
                                        <p:cTn id="2890" dur="500"/>
                                        <p:tgtEl>
                                          <p:spTgt spid="1115"/>
                                        </p:tgtEl>
                                      </p:cBhvr>
                                    </p:animEffect>
                                    <p:set>
                                      <p:cBhvr>
                                        <p:cTn id="2891" dur="1" fill="hold">
                                          <p:stCondLst>
                                            <p:cond delay="499"/>
                                          </p:stCondLst>
                                        </p:cTn>
                                        <p:tgtEl>
                                          <p:spTgt spid="1115"/>
                                        </p:tgtEl>
                                        <p:attrNameLst>
                                          <p:attrName>style.visibility</p:attrName>
                                        </p:attrNameLst>
                                      </p:cBhvr>
                                      <p:to>
                                        <p:strVal val="hidden"/>
                                      </p:to>
                                    </p:set>
                                  </p:childTnLst>
                                </p:cTn>
                              </p:par>
                              <p:par>
                                <p:cTn id="2892" nodeType="withEffect" fill="hold" presetClass="exit" presetID="9">
                                  <p:stCondLst>
                                    <p:cond delay="0"/>
                                  </p:stCondLst>
                                  <p:childTnLst>
                                    <p:animEffect filter="dissolve" transition="out">
                                      <p:cBhvr additive="repl">
                                        <p:cTn id="2893" dur="500"/>
                                        <p:tgtEl>
                                          <p:spTgt spid="1114"/>
                                        </p:tgtEl>
                                      </p:cBhvr>
                                    </p:animEffect>
                                    <p:set>
                                      <p:cBhvr>
                                        <p:cTn id="2894" dur="1" fill="hold">
                                          <p:stCondLst>
                                            <p:cond delay="499"/>
                                          </p:stCondLst>
                                        </p:cTn>
                                        <p:tgtEl>
                                          <p:spTgt spid="1114"/>
                                        </p:tgtEl>
                                        <p:attrNameLst>
                                          <p:attrName>style.visibility</p:attrName>
                                        </p:attrNameLst>
                                      </p:cBhvr>
                                      <p:to>
                                        <p:strVal val="hidden"/>
                                      </p:to>
                                    </p:set>
                                  </p:childTnLst>
                                </p:cTn>
                              </p:par>
                              <p:par>
                                <p:cTn id="2895" nodeType="withEffect" fill="hold" presetClass="emph" presetID="1" presetSubtype="2">
                                  <p:stCondLst>
                                    <p:cond delay="0"/>
                                  </p:stCondLst>
                                  <p:childTnLst>
                                    <p:animClr clrSpc="rgb">
                                      <p:cBhvr>
                                        <p:cTn id="2896" dur="500" fill="hold"/>
                                        <p:tgtEl>
                                          <p:spTgt spid="1113"/>
                                        </p:tgtEl>
                                        <p:attrNameLst>
                                          <p:attrName>fillcolor</p:attrName>
                                        </p:attrNameLst>
                                      </p:cBhvr>
                                      <p:to>
                                        <a:srgbClr val="95b3d7"/>
                                      </p:to>
                                    </p:animClr>
                                    <p:set>
                                      <p:cBhvr>
                                        <p:cTn id="2897" dur="500" fill="hold"/>
                                        <p:tgtEl>
                                          <p:spTgt spid="1113"/>
                                        </p:tgtEl>
                                        <p:attrNameLst>
                                          <p:attrName>fill.type</p:attrName>
                                        </p:attrNameLst>
                                      </p:cBhvr>
                                      <p:to>
                                        <p:strVal val="solid"/>
                                      </p:to>
                                    </p:set>
                                    <p:set>
                                      <p:cBhvr>
                                        <p:cTn id="2898" dur="500" fill="hold"/>
                                        <p:tgtEl>
                                          <p:spTgt spid="111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2899" restart="whenNotActive" nodeType="interactiveSeq" fill="hold">
                <p:stCondLst>
                  <p:cond delay="0" evt="onClick">
                    <p:tgtEl>
                      <p:spTgt spid="1116"/>
                    </p:tgtEl>
                  </p:cond>
                </p:stCondLst>
                <p:childTnLst>
                  <p:par>
                    <p:cTn id="2900" fill="hold">
                      <p:stCondLst>
                        <p:cond delay="0" evt="onClick">
                          <p:tgtEl>
                            <p:spTgt spid="1116"/>
                          </p:tgtEl>
                        </p:cond>
                      </p:stCondLst>
                      <p:childTnLst>
                        <p:par>
                          <p:cTn id="2901" fill="hold">
                            <p:stCondLst>
                              <p:cond delay="0"/>
                            </p:stCondLst>
                            <p:childTnLst>
                              <p:par>
                                <p:cTn id="2902" nodeType="clickEffect" fill="hold" presetClass="entr" presetID="16" presetSubtype="21">
                                  <p:stCondLst>
                                    <p:cond delay="0"/>
                                  </p:stCondLst>
                                  <p:childTnLst>
                                    <p:set>
                                      <p:cBhvr>
                                        <p:cTn id="2903" dur="1" fill="hold">
                                          <p:stCondLst>
                                            <p:cond delay="0"/>
                                          </p:stCondLst>
                                        </p:cTn>
                                        <p:tgtEl>
                                          <p:spTgt spid="1119"/>
                                        </p:tgtEl>
                                        <p:attrNameLst>
                                          <p:attrName>style.visibility</p:attrName>
                                        </p:attrNameLst>
                                      </p:cBhvr>
                                      <p:to>
                                        <p:strVal val="visible"/>
                                      </p:to>
                                    </p:set>
                                    <p:animEffect filter="barn(inVertical)" transition="in">
                                      <p:cBhvr additive="repl">
                                        <p:cTn id="2904" dur="500"/>
                                        <p:tgtEl>
                                          <p:spTgt spid="1119"/>
                                        </p:tgtEl>
                                      </p:cBhvr>
                                    </p:animEffect>
                                  </p:childTnLst>
                                </p:cTn>
                              </p:par>
                              <p:par>
                                <p:cTn id="2905" nodeType="withEffect" fill="hold" presetClass="entr" presetID="16" presetSubtype="21">
                                  <p:stCondLst>
                                    <p:cond delay="0"/>
                                  </p:stCondLst>
                                  <p:childTnLst>
                                    <p:set>
                                      <p:cBhvr>
                                        <p:cTn id="2906" dur="1" fill="hold">
                                          <p:stCondLst>
                                            <p:cond delay="0"/>
                                          </p:stCondLst>
                                        </p:cTn>
                                        <p:tgtEl>
                                          <p:spTgt spid="1118"/>
                                        </p:tgtEl>
                                        <p:attrNameLst>
                                          <p:attrName>style.visibility</p:attrName>
                                        </p:attrNameLst>
                                      </p:cBhvr>
                                      <p:to>
                                        <p:strVal val="visible"/>
                                      </p:to>
                                    </p:set>
                                    <p:animEffect filter="barn(inVertical)" transition="in">
                                      <p:cBhvr additive="repl">
                                        <p:cTn id="2907" dur="500"/>
                                        <p:tgtEl>
                                          <p:spTgt spid="1118"/>
                                        </p:tgtEl>
                                      </p:cBhvr>
                                    </p:animEffect>
                                  </p:childTnLst>
                                </p:cTn>
                              </p:par>
                              <p:par>
                                <p:cTn id="2908" nodeType="withEffect" fill="hold" presetClass="emph" presetID="1" presetSubtype="2">
                                  <p:stCondLst>
                                    <p:cond delay="0"/>
                                  </p:stCondLst>
                                  <p:childTnLst>
                                    <p:animClr clrSpc="rgb">
                                      <p:cBhvr>
                                        <p:cTn id="2909" dur="500" fill="hold"/>
                                        <p:tgtEl>
                                          <p:spTgt spid="1117"/>
                                        </p:tgtEl>
                                        <p:attrNameLst>
                                          <p:attrName>fillcolor</p:attrName>
                                        </p:attrNameLst>
                                      </p:cBhvr>
                                      <p:to>
                                        <a:srgbClr val="8a80e4"/>
                                      </p:to>
                                    </p:animClr>
                                    <p:set>
                                      <p:cBhvr>
                                        <p:cTn id="2910" dur="500" fill="hold"/>
                                        <p:tgtEl>
                                          <p:spTgt spid="1117"/>
                                        </p:tgtEl>
                                        <p:attrNameLst>
                                          <p:attrName>fill.type</p:attrName>
                                        </p:attrNameLst>
                                      </p:cBhvr>
                                      <p:to>
                                        <p:strVal val="solid"/>
                                      </p:to>
                                    </p:set>
                                    <p:set>
                                      <p:cBhvr>
                                        <p:cTn id="2911" dur="500" fill="hold"/>
                                        <p:tgtEl>
                                          <p:spTgt spid="1117"/>
                                        </p:tgtEl>
                                        <p:attrNameLst>
                                          <p:attrName>fill.on</p:attrName>
                                        </p:attrNameLst>
                                      </p:cBhvr>
                                      <p:to>
                                        <p:strVal val="true"/>
                                      </p:to>
                                    </p:set>
                                  </p:childTnLst>
                                </p:cTn>
                              </p:par>
                              <p:par>
                                <p:cTn id="2912" nodeType="withEffect" fill="hold" presetClass="emph" presetID="1" presetSubtype="2">
                                  <p:stCondLst>
                                    <p:cond delay="0"/>
                                  </p:stCondLst>
                                  <p:childTnLst>
                                    <p:animClr clrSpc="rgb">
                                      <p:cBhvr>
                                        <p:cTn id="2913" dur="500" fill="hold"/>
                                        <p:tgtEl>
                                          <p:spTgt spid="1105"/>
                                        </p:tgtEl>
                                        <p:attrNameLst>
                                          <p:attrName>fillcolor</p:attrName>
                                        </p:attrNameLst>
                                      </p:cBhvr>
                                      <p:to>
                                        <a:srgbClr val="95b3d7"/>
                                      </p:to>
                                    </p:animClr>
                                    <p:set>
                                      <p:cBhvr>
                                        <p:cTn id="2914" dur="500" fill="hold"/>
                                        <p:tgtEl>
                                          <p:spTgt spid="1105"/>
                                        </p:tgtEl>
                                        <p:attrNameLst>
                                          <p:attrName>fill.type</p:attrName>
                                        </p:attrNameLst>
                                      </p:cBhvr>
                                      <p:to>
                                        <p:strVal val="solid"/>
                                      </p:to>
                                    </p:set>
                                    <p:set>
                                      <p:cBhvr>
                                        <p:cTn id="2915" dur="500" fill="hold"/>
                                        <p:tgtEl>
                                          <p:spTgt spid="1105"/>
                                        </p:tgtEl>
                                        <p:attrNameLst>
                                          <p:attrName>fill.on</p:attrName>
                                        </p:attrNameLst>
                                      </p:cBhvr>
                                      <p:to>
                                        <p:strVal val="true"/>
                                      </p:to>
                                    </p:set>
                                  </p:childTnLst>
                                </p:cTn>
                              </p:par>
                              <p:par>
                                <p:cTn id="2916" nodeType="withEffect" fill="hold" presetClass="emph" presetID="1" presetSubtype="2">
                                  <p:stCondLst>
                                    <p:cond delay="0"/>
                                  </p:stCondLst>
                                  <p:childTnLst>
                                    <p:animClr clrSpc="rgb">
                                      <p:cBhvr>
                                        <p:cTn id="2917" dur="500" fill="hold"/>
                                        <p:tgtEl>
                                          <p:spTgt spid="1109"/>
                                        </p:tgtEl>
                                        <p:attrNameLst>
                                          <p:attrName>fillcolor</p:attrName>
                                        </p:attrNameLst>
                                      </p:cBhvr>
                                      <p:to>
                                        <a:srgbClr val="95b3d7"/>
                                      </p:to>
                                    </p:animClr>
                                    <p:set>
                                      <p:cBhvr>
                                        <p:cTn id="2918" dur="500" fill="hold"/>
                                        <p:tgtEl>
                                          <p:spTgt spid="1109"/>
                                        </p:tgtEl>
                                        <p:attrNameLst>
                                          <p:attrName>fill.type</p:attrName>
                                        </p:attrNameLst>
                                      </p:cBhvr>
                                      <p:to>
                                        <p:strVal val="solid"/>
                                      </p:to>
                                    </p:set>
                                    <p:set>
                                      <p:cBhvr>
                                        <p:cTn id="2919" dur="500" fill="hold"/>
                                        <p:tgtEl>
                                          <p:spTgt spid="1109"/>
                                        </p:tgtEl>
                                        <p:attrNameLst>
                                          <p:attrName>fill.on</p:attrName>
                                        </p:attrNameLst>
                                      </p:cBhvr>
                                      <p:to>
                                        <p:strVal val="true"/>
                                      </p:to>
                                    </p:set>
                                  </p:childTnLst>
                                </p:cTn>
                              </p:par>
                              <p:par>
                                <p:cTn id="2920" nodeType="withEffect" fill="hold" presetClass="emph" presetID="1" presetSubtype="2">
                                  <p:stCondLst>
                                    <p:cond delay="0"/>
                                  </p:stCondLst>
                                  <p:childTnLst>
                                    <p:animClr clrSpc="rgb">
                                      <p:cBhvr>
                                        <p:cTn id="2921" dur="500" fill="hold"/>
                                        <p:tgtEl>
                                          <p:spTgt spid="1113"/>
                                        </p:tgtEl>
                                        <p:attrNameLst>
                                          <p:attrName>fillcolor</p:attrName>
                                        </p:attrNameLst>
                                      </p:cBhvr>
                                      <p:to>
                                        <a:srgbClr val="95b3d7"/>
                                      </p:to>
                                    </p:animClr>
                                    <p:set>
                                      <p:cBhvr>
                                        <p:cTn id="2922" dur="500" fill="hold"/>
                                        <p:tgtEl>
                                          <p:spTgt spid="1113"/>
                                        </p:tgtEl>
                                        <p:attrNameLst>
                                          <p:attrName>fill.type</p:attrName>
                                        </p:attrNameLst>
                                      </p:cBhvr>
                                      <p:to>
                                        <p:strVal val="solid"/>
                                      </p:to>
                                    </p:set>
                                    <p:set>
                                      <p:cBhvr>
                                        <p:cTn id="2923" dur="500" fill="hold"/>
                                        <p:tgtEl>
                                          <p:spTgt spid="1113"/>
                                        </p:tgtEl>
                                        <p:attrNameLst>
                                          <p:attrName>fill.on</p:attrName>
                                        </p:attrNameLst>
                                      </p:cBhvr>
                                      <p:to>
                                        <p:strVal val="true"/>
                                      </p:to>
                                    </p:set>
                                  </p:childTnLst>
                                </p:cTn>
                              </p:par>
                              <p:par>
                                <p:cTn id="2924" nodeType="withEffect" fill="hold" presetClass="exit" presetID="10">
                                  <p:stCondLst>
                                    <p:cond delay="0"/>
                                  </p:stCondLst>
                                  <p:childTnLst>
                                    <p:animEffect filter="fade" transition="out">
                                      <p:cBhvr additive="repl">
                                        <p:cTn id="2925" dur="500"/>
                                        <p:tgtEl>
                                          <p:spTgt spid="1107"/>
                                        </p:tgtEl>
                                      </p:cBhvr>
                                    </p:animEffect>
                                    <p:set>
                                      <p:cBhvr>
                                        <p:cTn id="2926" dur="1" fill="hold">
                                          <p:stCondLst>
                                            <p:cond delay="499"/>
                                          </p:stCondLst>
                                        </p:cTn>
                                        <p:tgtEl>
                                          <p:spTgt spid="1107"/>
                                        </p:tgtEl>
                                        <p:attrNameLst>
                                          <p:attrName>style.visibility</p:attrName>
                                        </p:attrNameLst>
                                      </p:cBhvr>
                                      <p:to>
                                        <p:strVal val="hidden"/>
                                      </p:to>
                                    </p:set>
                                  </p:childTnLst>
                                </p:cTn>
                              </p:par>
                              <p:par>
                                <p:cTn id="2927" nodeType="withEffect" fill="hold" presetClass="exit" presetID="10">
                                  <p:stCondLst>
                                    <p:cond delay="0"/>
                                  </p:stCondLst>
                                  <p:childTnLst>
                                    <p:animEffect filter="fade" transition="out">
                                      <p:cBhvr additive="repl">
                                        <p:cTn id="2928" dur="500"/>
                                        <p:tgtEl>
                                          <p:spTgt spid="1106"/>
                                        </p:tgtEl>
                                      </p:cBhvr>
                                    </p:animEffect>
                                    <p:set>
                                      <p:cBhvr>
                                        <p:cTn id="2929" dur="1" fill="hold">
                                          <p:stCondLst>
                                            <p:cond delay="499"/>
                                          </p:stCondLst>
                                        </p:cTn>
                                        <p:tgtEl>
                                          <p:spTgt spid="1106"/>
                                        </p:tgtEl>
                                        <p:attrNameLst>
                                          <p:attrName>style.visibility</p:attrName>
                                        </p:attrNameLst>
                                      </p:cBhvr>
                                      <p:to>
                                        <p:strVal val="hidden"/>
                                      </p:to>
                                    </p:set>
                                  </p:childTnLst>
                                </p:cTn>
                              </p:par>
                              <p:par>
                                <p:cTn id="2930" nodeType="withEffect" fill="hold" presetClass="exit" presetID="10">
                                  <p:stCondLst>
                                    <p:cond delay="0"/>
                                  </p:stCondLst>
                                  <p:childTnLst>
                                    <p:animEffect filter="fade" transition="out">
                                      <p:cBhvr additive="repl">
                                        <p:cTn id="2931" dur="500"/>
                                        <p:tgtEl>
                                          <p:spTgt spid="1111"/>
                                        </p:tgtEl>
                                      </p:cBhvr>
                                    </p:animEffect>
                                    <p:set>
                                      <p:cBhvr>
                                        <p:cTn id="2932" dur="1" fill="hold">
                                          <p:stCondLst>
                                            <p:cond delay="499"/>
                                          </p:stCondLst>
                                        </p:cTn>
                                        <p:tgtEl>
                                          <p:spTgt spid="1111"/>
                                        </p:tgtEl>
                                        <p:attrNameLst>
                                          <p:attrName>style.visibility</p:attrName>
                                        </p:attrNameLst>
                                      </p:cBhvr>
                                      <p:to>
                                        <p:strVal val="hidden"/>
                                      </p:to>
                                    </p:set>
                                  </p:childTnLst>
                                </p:cTn>
                              </p:par>
                              <p:par>
                                <p:cTn id="2933" nodeType="withEffect" fill="hold" presetClass="exit" presetID="10">
                                  <p:stCondLst>
                                    <p:cond delay="0"/>
                                  </p:stCondLst>
                                  <p:childTnLst>
                                    <p:animEffect filter="fade" transition="out">
                                      <p:cBhvr additive="repl">
                                        <p:cTn id="2934" dur="500"/>
                                        <p:tgtEl>
                                          <p:spTgt spid="1110"/>
                                        </p:tgtEl>
                                      </p:cBhvr>
                                    </p:animEffect>
                                    <p:set>
                                      <p:cBhvr>
                                        <p:cTn id="2935" dur="1" fill="hold">
                                          <p:stCondLst>
                                            <p:cond delay="499"/>
                                          </p:stCondLst>
                                        </p:cTn>
                                        <p:tgtEl>
                                          <p:spTgt spid="1110"/>
                                        </p:tgtEl>
                                        <p:attrNameLst>
                                          <p:attrName>style.visibility</p:attrName>
                                        </p:attrNameLst>
                                      </p:cBhvr>
                                      <p:to>
                                        <p:strVal val="hidden"/>
                                      </p:to>
                                    </p:set>
                                  </p:childTnLst>
                                </p:cTn>
                              </p:par>
                              <p:par>
                                <p:cTn id="2936" nodeType="withEffect" fill="hold" presetClass="exit" presetID="10">
                                  <p:stCondLst>
                                    <p:cond delay="0"/>
                                  </p:stCondLst>
                                  <p:childTnLst>
                                    <p:animEffect filter="fade" transition="out">
                                      <p:cBhvr additive="repl">
                                        <p:cTn id="2937" dur="500"/>
                                        <p:tgtEl>
                                          <p:spTgt spid="1115"/>
                                        </p:tgtEl>
                                      </p:cBhvr>
                                    </p:animEffect>
                                    <p:set>
                                      <p:cBhvr>
                                        <p:cTn id="2938" dur="1" fill="hold">
                                          <p:stCondLst>
                                            <p:cond delay="499"/>
                                          </p:stCondLst>
                                        </p:cTn>
                                        <p:tgtEl>
                                          <p:spTgt spid="1115"/>
                                        </p:tgtEl>
                                        <p:attrNameLst>
                                          <p:attrName>style.visibility</p:attrName>
                                        </p:attrNameLst>
                                      </p:cBhvr>
                                      <p:to>
                                        <p:strVal val="hidden"/>
                                      </p:to>
                                    </p:set>
                                  </p:childTnLst>
                                </p:cTn>
                              </p:par>
                              <p:par>
                                <p:cTn id="2939" nodeType="withEffect" fill="hold" presetClass="exit" presetID="10">
                                  <p:stCondLst>
                                    <p:cond delay="0"/>
                                  </p:stCondLst>
                                  <p:childTnLst>
                                    <p:animEffect filter="fade" transition="out">
                                      <p:cBhvr additive="repl">
                                        <p:cTn id="2940" dur="500"/>
                                        <p:tgtEl>
                                          <p:spTgt spid="1114"/>
                                        </p:tgtEl>
                                      </p:cBhvr>
                                    </p:animEffect>
                                    <p:set>
                                      <p:cBhvr>
                                        <p:cTn id="2941" dur="1" fill="hold">
                                          <p:stCondLst>
                                            <p:cond delay="499"/>
                                          </p:stCondLst>
                                        </p:cTn>
                                        <p:tgtEl>
                                          <p:spTgt spid="11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942" restart="whenNotActive" nodeType="interactiveSeq" fill="hold">
                <p:stCondLst>
                  <p:cond delay="0" evt="onClick">
                    <p:tgtEl>
                      <p:spTgt spid="1119"/>
                    </p:tgtEl>
                  </p:cond>
                </p:stCondLst>
                <p:childTnLst>
                  <p:par>
                    <p:cTn id="2943" fill="hold">
                      <p:stCondLst>
                        <p:cond delay="0" evt="onClick">
                          <p:tgtEl>
                            <p:spTgt spid="1119"/>
                          </p:tgtEl>
                        </p:cond>
                      </p:stCondLst>
                      <p:childTnLst>
                        <p:par>
                          <p:cTn id="2944" fill="hold">
                            <p:stCondLst>
                              <p:cond delay="0"/>
                            </p:stCondLst>
                            <p:childTnLst>
                              <p:par>
                                <p:cTn id="2945" nodeType="clickEffect" fill="hold" presetClass="exit" presetID="9">
                                  <p:stCondLst>
                                    <p:cond delay="0"/>
                                  </p:stCondLst>
                                  <p:childTnLst>
                                    <p:animEffect filter="dissolve" transition="out">
                                      <p:cBhvr additive="repl">
                                        <p:cTn id="2946" dur="500"/>
                                        <p:tgtEl>
                                          <p:spTgt spid="1119"/>
                                        </p:tgtEl>
                                      </p:cBhvr>
                                    </p:animEffect>
                                    <p:set>
                                      <p:cBhvr>
                                        <p:cTn id="2947" dur="1" fill="hold">
                                          <p:stCondLst>
                                            <p:cond delay="499"/>
                                          </p:stCondLst>
                                        </p:cTn>
                                        <p:tgtEl>
                                          <p:spTgt spid="1119"/>
                                        </p:tgtEl>
                                        <p:attrNameLst>
                                          <p:attrName>style.visibility</p:attrName>
                                        </p:attrNameLst>
                                      </p:cBhvr>
                                      <p:to>
                                        <p:strVal val="hidden"/>
                                      </p:to>
                                    </p:set>
                                  </p:childTnLst>
                                </p:cTn>
                              </p:par>
                              <p:par>
                                <p:cTn id="2948" nodeType="withEffect" fill="hold" presetClass="exit" presetID="9">
                                  <p:stCondLst>
                                    <p:cond delay="0"/>
                                  </p:stCondLst>
                                  <p:childTnLst>
                                    <p:animEffect filter="dissolve" transition="out">
                                      <p:cBhvr additive="repl">
                                        <p:cTn id="2949" dur="500"/>
                                        <p:tgtEl>
                                          <p:spTgt spid="1118"/>
                                        </p:tgtEl>
                                      </p:cBhvr>
                                    </p:animEffect>
                                    <p:set>
                                      <p:cBhvr>
                                        <p:cTn id="2950" dur="1" fill="hold">
                                          <p:stCondLst>
                                            <p:cond delay="499"/>
                                          </p:stCondLst>
                                        </p:cTn>
                                        <p:tgtEl>
                                          <p:spTgt spid="1118"/>
                                        </p:tgtEl>
                                        <p:attrNameLst>
                                          <p:attrName>style.visibility</p:attrName>
                                        </p:attrNameLst>
                                      </p:cBhvr>
                                      <p:to>
                                        <p:strVal val="hidden"/>
                                      </p:to>
                                    </p:set>
                                  </p:childTnLst>
                                </p:cTn>
                              </p:par>
                              <p:par>
                                <p:cTn id="2951" nodeType="withEffect" fill="hold" presetClass="emph" presetID="1" presetSubtype="2">
                                  <p:stCondLst>
                                    <p:cond delay="0"/>
                                  </p:stCondLst>
                                  <p:childTnLst>
                                    <p:animClr clrSpc="rgb">
                                      <p:cBhvr>
                                        <p:cTn id="2952" dur="500" fill="hold"/>
                                        <p:tgtEl>
                                          <p:spTgt spid="1117"/>
                                        </p:tgtEl>
                                        <p:attrNameLst>
                                          <p:attrName>fillcolor</p:attrName>
                                        </p:attrNameLst>
                                      </p:cBhvr>
                                      <p:to>
                                        <a:srgbClr val="95b3d7"/>
                                      </p:to>
                                    </p:animClr>
                                    <p:set>
                                      <p:cBhvr>
                                        <p:cTn id="2953" dur="500" fill="hold"/>
                                        <p:tgtEl>
                                          <p:spTgt spid="1117"/>
                                        </p:tgtEl>
                                        <p:attrNameLst>
                                          <p:attrName>fill.type</p:attrName>
                                        </p:attrNameLst>
                                      </p:cBhvr>
                                      <p:to>
                                        <p:strVal val="solid"/>
                                      </p:to>
                                    </p:set>
                                    <p:set>
                                      <p:cBhvr>
                                        <p:cTn id="2954" dur="500" fill="hold"/>
                                        <p:tgtEl>
                                          <p:spTgt spid="111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121"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122"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05</a:t>
            </a:r>
            <a:br>
              <a:rPr sz="4400"/>
            </a:br>
            <a:endParaRPr b="0" lang="pt-BR" sz="2800" spc="-1" strike="noStrike">
              <a:solidFill>
                <a:schemeClr val="dk1"/>
              </a:solidFill>
              <a:latin typeface="Arial"/>
            </a:endParaRPr>
          </a:p>
        </p:txBody>
      </p:sp>
      <p:sp>
        <p:nvSpPr>
          <p:cNvPr id="1124"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sistema de anemômetro tipo”B”, a unidade síncrona que aciona os discos de fricção do integrador mecânico é o:</a:t>
            </a:r>
            <a:endParaRPr b="0" lang="pt-BR" sz="1600" spc="-1" strike="noStrike">
              <a:solidFill>
                <a:srgbClr val="000000"/>
              </a:solidFill>
              <a:latin typeface="Arial"/>
            </a:endParaRPr>
          </a:p>
        </p:txBody>
      </p:sp>
      <p:sp>
        <p:nvSpPr>
          <p:cNvPr id="1125"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126"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Receptor síncro</a:t>
            </a:r>
            <a:endParaRPr b="0" lang="pt-BR" sz="1800" spc="-1" strike="noStrike">
              <a:solidFill>
                <a:srgbClr val="000000"/>
              </a:solidFill>
              <a:latin typeface="Arial"/>
            </a:endParaRPr>
          </a:p>
        </p:txBody>
      </p:sp>
      <p:sp>
        <p:nvSpPr>
          <p:cNvPr id="1127"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28"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29"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130"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Transformador de controle </a:t>
            </a:r>
            <a:endParaRPr b="0" lang="pt-BR" sz="1800" spc="-1" strike="noStrike">
              <a:solidFill>
                <a:srgbClr val="000000"/>
              </a:solidFill>
              <a:latin typeface="Arial"/>
            </a:endParaRPr>
          </a:p>
        </p:txBody>
      </p:sp>
      <p:sp>
        <p:nvSpPr>
          <p:cNvPr id="1131"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32"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33"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134"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Diferencial síncro </a:t>
            </a:r>
            <a:endParaRPr b="0" lang="pt-BR" sz="1800" spc="-1" strike="noStrike">
              <a:solidFill>
                <a:srgbClr val="000000"/>
              </a:solidFill>
              <a:latin typeface="Arial"/>
            </a:endParaRPr>
          </a:p>
        </p:txBody>
      </p:sp>
      <p:sp>
        <p:nvSpPr>
          <p:cNvPr id="1135"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36"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37"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138"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800" spc="-1" strike="noStrike">
              <a:solidFill>
                <a:srgbClr val="000000"/>
              </a:solidFill>
              <a:latin typeface="Arial"/>
            </a:endParaRPr>
          </a:p>
          <a:p>
            <a:pPr algn="ctr">
              <a:lnSpc>
                <a:spcPct val="100000"/>
              </a:lnSpc>
            </a:pPr>
            <a:r>
              <a:rPr b="0" lang="pt-BR" sz="1800" spc="-1" strike="noStrike">
                <a:solidFill>
                  <a:schemeClr val="dk2">
                    <a:lumMod val="75000"/>
                  </a:schemeClr>
                </a:solidFill>
                <a:latin typeface="Calibri"/>
              </a:rPr>
              <a:t>Motor de frequência constante</a:t>
            </a:r>
            <a:endParaRPr b="0" lang="pt-BR" sz="1800" spc="-1" strike="noStrike">
              <a:solidFill>
                <a:srgbClr val="000000"/>
              </a:solidFill>
              <a:latin typeface="Arial"/>
            </a:endParaRPr>
          </a:p>
          <a:p>
            <a:pPr algn="ctr">
              <a:lnSpc>
                <a:spcPct val="100000"/>
              </a:lnSpc>
            </a:pPr>
            <a:endParaRPr b="0" lang="pt-BR" sz="1800" spc="-1" strike="noStrike">
              <a:solidFill>
                <a:srgbClr val="000000"/>
              </a:solidFill>
              <a:latin typeface="Arial"/>
            </a:endParaRPr>
          </a:p>
        </p:txBody>
      </p:sp>
      <p:sp>
        <p:nvSpPr>
          <p:cNvPr id="1139" name="Botão de ação: Personalizar 18">
            <a:hlinkClick r:id="" action="ppaction://hlinkshowjump?jump=nex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40"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955" dur="indefinite" restart="never" nodeType="tmRoot">
          <p:childTnLst>
            <p:seq>
              <p:cTn id="2956" dur="indefinite" nodeType="mainSeq">
                <p:childTnLst>
                  <p:par>
                    <p:cTn id="2957" fill="hold">
                      <p:stCondLst>
                        <p:cond delay="0"/>
                      </p:stCondLst>
                      <p:childTnLst>
                        <p:par>
                          <p:cTn id="2958" fill="hold">
                            <p:stCondLst>
                              <p:cond delay="0"/>
                            </p:stCondLst>
                            <p:childTnLst>
                              <p:par>
                                <p:cTn id="2959" nodeType="withEffect" fill="hold" presetClass="entr" presetID="10">
                                  <p:stCondLst>
                                    <p:cond delay="0"/>
                                  </p:stCondLst>
                                  <p:childTnLst>
                                    <p:set>
                                      <p:cBhvr>
                                        <p:cTn id="2960" dur="1" fill="hold">
                                          <p:stCondLst>
                                            <p:cond delay="0"/>
                                          </p:stCondLst>
                                        </p:cTn>
                                        <p:tgtEl>
                                          <p:spTgt spid="1126"/>
                                        </p:tgtEl>
                                        <p:attrNameLst>
                                          <p:attrName>style.visibility</p:attrName>
                                        </p:attrNameLst>
                                      </p:cBhvr>
                                      <p:to>
                                        <p:strVal val="visible"/>
                                      </p:to>
                                    </p:set>
                                    <p:animEffect filter="fade" transition="in">
                                      <p:cBhvr additive="repl">
                                        <p:cTn id="2961" dur="500"/>
                                        <p:tgtEl>
                                          <p:spTgt spid="1126"/>
                                        </p:tgtEl>
                                      </p:cBhvr>
                                    </p:animEffect>
                                  </p:childTnLst>
                                </p:cTn>
                              </p:par>
                              <p:par>
                                <p:cTn id="2962" nodeType="withEffect" fill="hold" presetClass="entr" presetID="10">
                                  <p:stCondLst>
                                    <p:cond delay="0"/>
                                  </p:stCondLst>
                                  <p:childTnLst>
                                    <p:set>
                                      <p:cBhvr>
                                        <p:cTn id="2963" dur="1" fill="hold">
                                          <p:stCondLst>
                                            <p:cond delay="0"/>
                                          </p:stCondLst>
                                        </p:cTn>
                                        <p:tgtEl>
                                          <p:spTgt spid="1125"/>
                                        </p:tgtEl>
                                        <p:attrNameLst>
                                          <p:attrName>style.visibility</p:attrName>
                                        </p:attrNameLst>
                                      </p:cBhvr>
                                      <p:to>
                                        <p:strVal val="visible"/>
                                      </p:to>
                                    </p:set>
                                    <p:animEffect filter="fade" transition="in">
                                      <p:cBhvr additive="repl">
                                        <p:cTn id="2964" dur="500"/>
                                        <p:tgtEl>
                                          <p:spTgt spid="1125"/>
                                        </p:tgtEl>
                                      </p:cBhvr>
                                    </p:animEffect>
                                  </p:childTnLst>
                                </p:cTn>
                              </p:par>
                              <p:par>
                                <p:cTn id="2965" nodeType="withEffect" fill="hold" presetClass="entr" presetID="10">
                                  <p:stCondLst>
                                    <p:cond delay="0"/>
                                  </p:stCondLst>
                                  <p:childTnLst>
                                    <p:set>
                                      <p:cBhvr>
                                        <p:cTn id="2966" dur="1" fill="hold">
                                          <p:stCondLst>
                                            <p:cond delay="0"/>
                                          </p:stCondLst>
                                        </p:cTn>
                                        <p:tgtEl>
                                          <p:spTgt spid="1129"/>
                                        </p:tgtEl>
                                        <p:attrNameLst>
                                          <p:attrName>style.visibility</p:attrName>
                                        </p:attrNameLst>
                                      </p:cBhvr>
                                      <p:to>
                                        <p:strVal val="visible"/>
                                      </p:to>
                                    </p:set>
                                    <p:animEffect filter="fade" transition="in">
                                      <p:cBhvr additive="repl">
                                        <p:cTn id="2967" dur="500"/>
                                        <p:tgtEl>
                                          <p:spTgt spid="1129"/>
                                        </p:tgtEl>
                                      </p:cBhvr>
                                    </p:animEffect>
                                  </p:childTnLst>
                                </p:cTn>
                              </p:par>
                              <p:par>
                                <p:cTn id="2968" nodeType="withEffect" fill="hold" presetClass="entr" presetID="10">
                                  <p:stCondLst>
                                    <p:cond delay="0"/>
                                  </p:stCondLst>
                                  <p:childTnLst>
                                    <p:set>
                                      <p:cBhvr>
                                        <p:cTn id="2969" dur="1" fill="hold">
                                          <p:stCondLst>
                                            <p:cond delay="0"/>
                                          </p:stCondLst>
                                        </p:cTn>
                                        <p:tgtEl>
                                          <p:spTgt spid="1130"/>
                                        </p:tgtEl>
                                        <p:attrNameLst>
                                          <p:attrName>style.visibility</p:attrName>
                                        </p:attrNameLst>
                                      </p:cBhvr>
                                      <p:to>
                                        <p:strVal val="visible"/>
                                      </p:to>
                                    </p:set>
                                    <p:animEffect filter="fade" transition="in">
                                      <p:cBhvr additive="repl">
                                        <p:cTn id="2970" dur="500"/>
                                        <p:tgtEl>
                                          <p:spTgt spid="1130"/>
                                        </p:tgtEl>
                                      </p:cBhvr>
                                    </p:animEffect>
                                  </p:childTnLst>
                                </p:cTn>
                              </p:par>
                              <p:par>
                                <p:cTn id="2971" nodeType="withEffect" fill="hold" presetClass="entr" presetID="10">
                                  <p:stCondLst>
                                    <p:cond delay="0"/>
                                  </p:stCondLst>
                                  <p:childTnLst>
                                    <p:set>
                                      <p:cBhvr>
                                        <p:cTn id="2972" dur="1" fill="hold">
                                          <p:stCondLst>
                                            <p:cond delay="0"/>
                                          </p:stCondLst>
                                        </p:cTn>
                                        <p:tgtEl>
                                          <p:spTgt spid="1133"/>
                                        </p:tgtEl>
                                        <p:attrNameLst>
                                          <p:attrName>style.visibility</p:attrName>
                                        </p:attrNameLst>
                                      </p:cBhvr>
                                      <p:to>
                                        <p:strVal val="visible"/>
                                      </p:to>
                                    </p:set>
                                    <p:animEffect filter="fade" transition="in">
                                      <p:cBhvr additive="repl">
                                        <p:cTn id="2973" dur="500"/>
                                        <p:tgtEl>
                                          <p:spTgt spid="1133"/>
                                        </p:tgtEl>
                                      </p:cBhvr>
                                    </p:animEffect>
                                  </p:childTnLst>
                                </p:cTn>
                              </p:par>
                              <p:par>
                                <p:cTn id="2974" nodeType="withEffect" fill="hold" presetClass="entr" presetID="10">
                                  <p:stCondLst>
                                    <p:cond delay="0"/>
                                  </p:stCondLst>
                                  <p:childTnLst>
                                    <p:set>
                                      <p:cBhvr>
                                        <p:cTn id="2975" dur="1" fill="hold">
                                          <p:stCondLst>
                                            <p:cond delay="0"/>
                                          </p:stCondLst>
                                        </p:cTn>
                                        <p:tgtEl>
                                          <p:spTgt spid="1134"/>
                                        </p:tgtEl>
                                        <p:attrNameLst>
                                          <p:attrName>style.visibility</p:attrName>
                                        </p:attrNameLst>
                                      </p:cBhvr>
                                      <p:to>
                                        <p:strVal val="visible"/>
                                      </p:to>
                                    </p:set>
                                    <p:animEffect filter="fade" transition="in">
                                      <p:cBhvr additive="repl">
                                        <p:cTn id="2976" dur="500"/>
                                        <p:tgtEl>
                                          <p:spTgt spid="1134"/>
                                        </p:tgtEl>
                                      </p:cBhvr>
                                    </p:animEffect>
                                  </p:childTnLst>
                                </p:cTn>
                              </p:par>
                              <p:par>
                                <p:cTn id="2977" nodeType="withEffect" fill="hold" presetClass="entr" presetID="10">
                                  <p:stCondLst>
                                    <p:cond delay="0"/>
                                  </p:stCondLst>
                                  <p:childTnLst>
                                    <p:set>
                                      <p:cBhvr>
                                        <p:cTn id="2978" dur="1" fill="hold">
                                          <p:stCondLst>
                                            <p:cond delay="0"/>
                                          </p:stCondLst>
                                        </p:cTn>
                                        <p:tgtEl>
                                          <p:spTgt spid="1137"/>
                                        </p:tgtEl>
                                        <p:attrNameLst>
                                          <p:attrName>style.visibility</p:attrName>
                                        </p:attrNameLst>
                                      </p:cBhvr>
                                      <p:to>
                                        <p:strVal val="visible"/>
                                      </p:to>
                                    </p:set>
                                    <p:animEffect filter="fade" transition="in">
                                      <p:cBhvr additive="repl">
                                        <p:cTn id="2979" dur="500"/>
                                        <p:tgtEl>
                                          <p:spTgt spid="1137"/>
                                        </p:tgtEl>
                                      </p:cBhvr>
                                    </p:animEffect>
                                  </p:childTnLst>
                                </p:cTn>
                              </p:par>
                              <p:par>
                                <p:cTn id="2980" nodeType="withEffect" fill="hold" presetClass="entr" presetID="10">
                                  <p:stCondLst>
                                    <p:cond delay="0"/>
                                  </p:stCondLst>
                                  <p:childTnLst>
                                    <p:set>
                                      <p:cBhvr>
                                        <p:cTn id="2981" dur="1" fill="hold">
                                          <p:stCondLst>
                                            <p:cond delay="0"/>
                                          </p:stCondLst>
                                        </p:cTn>
                                        <p:tgtEl>
                                          <p:spTgt spid="1138"/>
                                        </p:tgtEl>
                                        <p:attrNameLst>
                                          <p:attrName>style.visibility</p:attrName>
                                        </p:attrNameLst>
                                      </p:cBhvr>
                                      <p:to>
                                        <p:strVal val="visible"/>
                                      </p:to>
                                    </p:set>
                                    <p:animEffect filter="fade" transition="in">
                                      <p:cBhvr additive="repl">
                                        <p:cTn id="2982" dur="500"/>
                                        <p:tgtEl>
                                          <p:spTgt spid="1138"/>
                                        </p:tgtEl>
                                      </p:cBhvr>
                                    </p:animEffect>
                                  </p:childTnLst>
                                </p:cTn>
                              </p:par>
                              <p:par>
                                <p:cTn id="2983" nodeType="withEffect" fill="hold" presetClass="exit" presetID="1">
                                  <p:stCondLst>
                                    <p:cond delay="0"/>
                                  </p:stCondLst>
                                  <p:childTnLst>
                                    <p:set>
                                      <p:cBhvr>
                                        <p:cTn id="2984" dur="1" fill="hold">
                                          <p:stCondLst>
                                            <p:cond delay="0"/>
                                          </p:stCondLst>
                                        </p:cTn>
                                        <p:tgtEl>
                                          <p:spTgt spid="1128"/>
                                        </p:tgtEl>
                                        <p:attrNameLst>
                                          <p:attrName>style.visibility</p:attrName>
                                        </p:attrNameLst>
                                      </p:cBhvr>
                                      <p:to>
                                        <p:strVal val="hidden"/>
                                      </p:to>
                                    </p:set>
                                  </p:childTnLst>
                                </p:cTn>
                              </p:par>
                              <p:par>
                                <p:cTn id="2985" nodeType="withEffect" fill="hold" presetClass="exit" presetID="1">
                                  <p:stCondLst>
                                    <p:cond delay="0"/>
                                  </p:stCondLst>
                                  <p:childTnLst>
                                    <p:set>
                                      <p:cBhvr>
                                        <p:cTn id="2986" dur="1" fill="hold">
                                          <p:stCondLst>
                                            <p:cond delay="0"/>
                                          </p:stCondLst>
                                        </p:cTn>
                                        <p:tgtEl>
                                          <p:spTgt spid="1127"/>
                                        </p:tgtEl>
                                        <p:attrNameLst>
                                          <p:attrName>style.visibility</p:attrName>
                                        </p:attrNameLst>
                                      </p:cBhvr>
                                      <p:to>
                                        <p:strVal val="hidden"/>
                                      </p:to>
                                    </p:set>
                                  </p:childTnLst>
                                </p:cTn>
                              </p:par>
                              <p:par>
                                <p:cTn id="2987" nodeType="withEffect" fill="hold" presetClass="exit" presetID="1">
                                  <p:stCondLst>
                                    <p:cond delay="0"/>
                                  </p:stCondLst>
                                  <p:childTnLst>
                                    <p:set>
                                      <p:cBhvr>
                                        <p:cTn id="2988" dur="1" fill="hold">
                                          <p:stCondLst>
                                            <p:cond delay="0"/>
                                          </p:stCondLst>
                                        </p:cTn>
                                        <p:tgtEl>
                                          <p:spTgt spid="1132"/>
                                        </p:tgtEl>
                                        <p:attrNameLst>
                                          <p:attrName>style.visibility</p:attrName>
                                        </p:attrNameLst>
                                      </p:cBhvr>
                                      <p:to>
                                        <p:strVal val="hidden"/>
                                      </p:to>
                                    </p:set>
                                  </p:childTnLst>
                                </p:cTn>
                              </p:par>
                              <p:par>
                                <p:cTn id="2989" nodeType="withEffect" fill="hold" presetClass="exit" presetID="1">
                                  <p:stCondLst>
                                    <p:cond delay="0"/>
                                  </p:stCondLst>
                                  <p:childTnLst>
                                    <p:set>
                                      <p:cBhvr>
                                        <p:cTn id="2990" dur="1" fill="hold">
                                          <p:stCondLst>
                                            <p:cond delay="0"/>
                                          </p:stCondLst>
                                        </p:cTn>
                                        <p:tgtEl>
                                          <p:spTgt spid="1131"/>
                                        </p:tgtEl>
                                        <p:attrNameLst>
                                          <p:attrName>style.visibility</p:attrName>
                                        </p:attrNameLst>
                                      </p:cBhvr>
                                      <p:to>
                                        <p:strVal val="hidden"/>
                                      </p:to>
                                    </p:set>
                                  </p:childTnLst>
                                </p:cTn>
                              </p:par>
                              <p:par>
                                <p:cTn id="2991" nodeType="withEffect" fill="hold" presetClass="exit" presetID="1">
                                  <p:stCondLst>
                                    <p:cond delay="0"/>
                                  </p:stCondLst>
                                  <p:childTnLst>
                                    <p:set>
                                      <p:cBhvr>
                                        <p:cTn id="2992" dur="1" fill="hold">
                                          <p:stCondLst>
                                            <p:cond delay="0"/>
                                          </p:stCondLst>
                                        </p:cTn>
                                        <p:tgtEl>
                                          <p:spTgt spid="1136"/>
                                        </p:tgtEl>
                                        <p:attrNameLst>
                                          <p:attrName>style.visibility</p:attrName>
                                        </p:attrNameLst>
                                      </p:cBhvr>
                                      <p:to>
                                        <p:strVal val="hidden"/>
                                      </p:to>
                                    </p:set>
                                  </p:childTnLst>
                                </p:cTn>
                              </p:par>
                              <p:par>
                                <p:cTn id="2993" nodeType="withEffect" fill="hold" presetClass="exit" presetID="1">
                                  <p:stCondLst>
                                    <p:cond delay="0"/>
                                  </p:stCondLst>
                                  <p:childTnLst>
                                    <p:set>
                                      <p:cBhvr>
                                        <p:cTn id="2994" dur="1" fill="hold">
                                          <p:stCondLst>
                                            <p:cond delay="0"/>
                                          </p:stCondLst>
                                        </p:cTn>
                                        <p:tgtEl>
                                          <p:spTgt spid="1135"/>
                                        </p:tgtEl>
                                        <p:attrNameLst>
                                          <p:attrName>style.visibility</p:attrName>
                                        </p:attrNameLst>
                                      </p:cBhvr>
                                      <p:to>
                                        <p:strVal val="hidden"/>
                                      </p:to>
                                    </p:set>
                                  </p:childTnLst>
                                </p:cTn>
                              </p:par>
                              <p:par>
                                <p:cTn id="2995" nodeType="withEffect" fill="hold" presetClass="exit" presetID="1">
                                  <p:stCondLst>
                                    <p:cond delay="0"/>
                                  </p:stCondLst>
                                  <p:childTnLst>
                                    <p:set>
                                      <p:cBhvr>
                                        <p:cTn id="2996" dur="1" fill="hold">
                                          <p:stCondLst>
                                            <p:cond delay="0"/>
                                          </p:stCondLst>
                                        </p:cTn>
                                        <p:tgtEl>
                                          <p:spTgt spid="1140"/>
                                        </p:tgtEl>
                                        <p:attrNameLst>
                                          <p:attrName>style.visibility</p:attrName>
                                        </p:attrNameLst>
                                      </p:cBhvr>
                                      <p:to>
                                        <p:strVal val="hidden"/>
                                      </p:to>
                                    </p:set>
                                  </p:childTnLst>
                                </p:cTn>
                              </p:par>
                              <p:par>
                                <p:cTn id="2997" nodeType="withEffect" fill="hold" presetClass="exit" presetID="1">
                                  <p:stCondLst>
                                    <p:cond delay="0"/>
                                  </p:stCondLst>
                                  <p:childTnLst>
                                    <p:set>
                                      <p:cBhvr>
                                        <p:cTn id="2998" dur="1" fill="hold">
                                          <p:stCondLst>
                                            <p:cond delay="0"/>
                                          </p:stCondLst>
                                        </p:cTn>
                                        <p:tgtEl>
                                          <p:spTgt spid="11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2999" restart="whenNotActive" nodeType="interactiveSeq" fill="hold">
                <p:stCondLst>
                  <p:cond delay="0" evt="onClick">
                    <p:tgtEl>
                      <p:spTgt spid="1125"/>
                    </p:tgtEl>
                  </p:cond>
                </p:stCondLst>
                <p:childTnLst>
                  <p:par>
                    <p:cTn id="3000" fill="hold">
                      <p:stCondLst>
                        <p:cond delay="0" evt="onClick">
                          <p:tgtEl>
                            <p:spTgt spid="1125"/>
                          </p:tgtEl>
                        </p:cond>
                      </p:stCondLst>
                      <p:childTnLst>
                        <p:par>
                          <p:cTn id="3001" fill="hold">
                            <p:stCondLst>
                              <p:cond delay="0"/>
                            </p:stCondLst>
                            <p:childTnLst>
                              <p:par>
                                <p:cTn id="3002" nodeType="clickEffect" fill="hold" presetClass="entr" presetID="16" presetSubtype="21">
                                  <p:stCondLst>
                                    <p:cond delay="0"/>
                                  </p:stCondLst>
                                  <p:childTnLst>
                                    <p:set>
                                      <p:cBhvr>
                                        <p:cTn id="3003" dur="1" fill="hold">
                                          <p:stCondLst>
                                            <p:cond delay="0"/>
                                          </p:stCondLst>
                                        </p:cTn>
                                        <p:tgtEl>
                                          <p:spTgt spid="1128"/>
                                        </p:tgtEl>
                                        <p:attrNameLst>
                                          <p:attrName>style.visibility</p:attrName>
                                        </p:attrNameLst>
                                      </p:cBhvr>
                                      <p:to>
                                        <p:strVal val="visible"/>
                                      </p:to>
                                    </p:set>
                                    <p:animEffect filter="barn(inVertical)" transition="in">
                                      <p:cBhvr additive="repl">
                                        <p:cTn id="3004" dur="500"/>
                                        <p:tgtEl>
                                          <p:spTgt spid="1128"/>
                                        </p:tgtEl>
                                      </p:cBhvr>
                                    </p:animEffect>
                                  </p:childTnLst>
                                </p:cTn>
                              </p:par>
                              <p:par>
                                <p:cTn id="3005" nodeType="withEffect" fill="hold" presetClass="entr" presetID="16" presetSubtype="21">
                                  <p:stCondLst>
                                    <p:cond delay="0"/>
                                  </p:stCondLst>
                                  <p:childTnLst>
                                    <p:set>
                                      <p:cBhvr>
                                        <p:cTn id="3006" dur="1" fill="hold">
                                          <p:stCondLst>
                                            <p:cond delay="0"/>
                                          </p:stCondLst>
                                        </p:cTn>
                                        <p:tgtEl>
                                          <p:spTgt spid="1127"/>
                                        </p:tgtEl>
                                        <p:attrNameLst>
                                          <p:attrName>style.visibility</p:attrName>
                                        </p:attrNameLst>
                                      </p:cBhvr>
                                      <p:to>
                                        <p:strVal val="visible"/>
                                      </p:to>
                                    </p:set>
                                    <p:animEffect filter="barn(inVertical)" transition="in">
                                      <p:cBhvr additive="repl">
                                        <p:cTn id="3007" dur="500"/>
                                        <p:tgtEl>
                                          <p:spTgt spid="1127"/>
                                        </p:tgtEl>
                                      </p:cBhvr>
                                    </p:animEffect>
                                  </p:childTnLst>
                                </p:cTn>
                              </p:par>
                              <p:par>
                                <p:cTn id="3008" nodeType="withEffect" fill="hold" presetClass="emph" presetID="1" presetSubtype="2">
                                  <p:stCondLst>
                                    <p:cond delay="0"/>
                                  </p:stCondLst>
                                  <p:childTnLst>
                                    <p:animClr clrSpc="rgb">
                                      <p:cBhvr>
                                        <p:cTn id="3009" dur="500" fill="hold"/>
                                        <p:tgtEl>
                                          <p:spTgt spid="1126"/>
                                        </p:tgtEl>
                                        <p:attrNameLst>
                                          <p:attrName>fillcolor</p:attrName>
                                        </p:attrNameLst>
                                      </p:cBhvr>
                                      <p:to>
                                        <a:srgbClr val="8a80e4"/>
                                      </p:to>
                                    </p:animClr>
                                    <p:set>
                                      <p:cBhvr>
                                        <p:cTn id="3010" dur="500" fill="hold"/>
                                        <p:tgtEl>
                                          <p:spTgt spid="1126"/>
                                        </p:tgtEl>
                                        <p:attrNameLst>
                                          <p:attrName>fill.type</p:attrName>
                                        </p:attrNameLst>
                                      </p:cBhvr>
                                      <p:to>
                                        <p:strVal val="solid"/>
                                      </p:to>
                                    </p:set>
                                    <p:set>
                                      <p:cBhvr>
                                        <p:cTn id="3011" dur="500" fill="hold"/>
                                        <p:tgtEl>
                                          <p:spTgt spid="1126"/>
                                        </p:tgtEl>
                                        <p:attrNameLst>
                                          <p:attrName>fill.on</p:attrName>
                                        </p:attrNameLst>
                                      </p:cBhvr>
                                      <p:to>
                                        <p:strVal val="true"/>
                                      </p:to>
                                    </p:set>
                                  </p:childTnLst>
                                </p:cTn>
                              </p:par>
                              <p:par>
                                <p:cTn id="3012" nodeType="withEffect" fill="hold" presetClass="emph" presetID="1" presetSubtype="2">
                                  <p:stCondLst>
                                    <p:cond delay="0"/>
                                  </p:stCondLst>
                                  <p:childTnLst>
                                    <p:animClr clrSpc="rgb">
                                      <p:cBhvr>
                                        <p:cTn id="3013" dur="500" fill="hold"/>
                                        <p:tgtEl>
                                          <p:spTgt spid="1130"/>
                                        </p:tgtEl>
                                        <p:attrNameLst>
                                          <p:attrName>fillcolor</p:attrName>
                                        </p:attrNameLst>
                                      </p:cBhvr>
                                      <p:to>
                                        <a:srgbClr val="95b3d7"/>
                                      </p:to>
                                    </p:animClr>
                                    <p:set>
                                      <p:cBhvr>
                                        <p:cTn id="3014" dur="500" fill="hold"/>
                                        <p:tgtEl>
                                          <p:spTgt spid="1130"/>
                                        </p:tgtEl>
                                        <p:attrNameLst>
                                          <p:attrName>fill.type</p:attrName>
                                        </p:attrNameLst>
                                      </p:cBhvr>
                                      <p:to>
                                        <p:strVal val="solid"/>
                                      </p:to>
                                    </p:set>
                                    <p:set>
                                      <p:cBhvr>
                                        <p:cTn id="3015" dur="500" fill="hold"/>
                                        <p:tgtEl>
                                          <p:spTgt spid="1130"/>
                                        </p:tgtEl>
                                        <p:attrNameLst>
                                          <p:attrName>fill.on</p:attrName>
                                        </p:attrNameLst>
                                      </p:cBhvr>
                                      <p:to>
                                        <p:strVal val="true"/>
                                      </p:to>
                                    </p:set>
                                  </p:childTnLst>
                                </p:cTn>
                              </p:par>
                              <p:par>
                                <p:cTn id="3016" nodeType="withEffect" fill="hold" presetClass="emph" presetID="1" presetSubtype="2">
                                  <p:stCondLst>
                                    <p:cond delay="0"/>
                                  </p:stCondLst>
                                  <p:childTnLst>
                                    <p:animClr clrSpc="rgb">
                                      <p:cBhvr>
                                        <p:cTn id="3017" dur="500" fill="hold"/>
                                        <p:tgtEl>
                                          <p:spTgt spid="1134"/>
                                        </p:tgtEl>
                                        <p:attrNameLst>
                                          <p:attrName>fillcolor</p:attrName>
                                        </p:attrNameLst>
                                      </p:cBhvr>
                                      <p:to>
                                        <a:srgbClr val="95b3d7"/>
                                      </p:to>
                                    </p:animClr>
                                    <p:set>
                                      <p:cBhvr>
                                        <p:cTn id="3018" dur="500" fill="hold"/>
                                        <p:tgtEl>
                                          <p:spTgt spid="1134"/>
                                        </p:tgtEl>
                                        <p:attrNameLst>
                                          <p:attrName>fill.type</p:attrName>
                                        </p:attrNameLst>
                                      </p:cBhvr>
                                      <p:to>
                                        <p:strVal val="solid"/>
                                      </p:to>
                                    </p:set>
                                    <p:set>
                                      <p:cBhvr>
                                        <p:cTn id="3019" dur="500" fill="hold"/>
                                        <p:tgtEl>
                                          <p:spTgt spid="1134"/>
                                        </p:tgtEl>
                                        <p:attrNameLst>
                                          <p:attrName>fill.on</p:attrName>
                                        </p:attrNameLst>
                                      </p:cBhvr>
                                      <p:to>
                                        <p:strVal val="true"/>
                                      </p:to>
                                    </p:set>
                                  </p:childTnLst>
                                </p:cTn>
                              </p:par>
                              <p:par>
                                <p:cTn id="3020" nodeType="withEffect" fill="hold" presetClass="emph" presetID="1" presetSubtype="2">
                                  <p:stCondLst>
                                    <p:cond delay="0"/>
                                  </p:stCondLst>
                                  <p:childTnLst>
                                    <p:animClr clrSpc="rgb">
                                      <p:cBhvr>
                                        <p:cTn id="3021" dur="500" fill="hold"/>
                                        <p:tgtEl>
                                          <p:spTgt spid="1138"/>
                                        </p:tgtEl>
                                        <p:attrNameLst>
                                          <p:attrName>fillcolor</p:attrName>
                                        </p:attrNameLst>
                                      </p:cBhvr>
                                      <p:to>
                                        <a:srgbClr val="95b3d7"/>
                                      </p:to>
                                    </p:animClr>
                                    <p:set>
                                      <p:cBhvr>
                                        <p:cTn id="3022" dur="500" fill="hold"/>
                                        <p:tgtEl>
                                          <p:spTgt spid="1138"/>
                                        </p:tgtEl>
                                        <p:attrNameLst>
                                          <p:attrName>fill.type</p:attrName>
                                        </p:attrNameLst>
                                      </p:cBhvr>
                                      <p:to>
                                        <p:strVal val="solid"/>
                                      </p:to>
                                    </p:set>
                                    <p:set>
                                      <p:cBhvr>
                                        <p:cTn id="3023" dur="500" fill="hold"/>
                                        <p:tgtEl>
                                          <p:spTgt spid="1138"/>
                                        </p:tgtEl>
                                        <p:attrNameLst>
                                          <p:attrName>fill.on</p:attrName>
                                        </p:attrNameLst>
                                      </p:cBhvr>
                                      <p:to>
                                        <p:strVal val="true"/>
                                      </p:to>
                                    </p:set>
                                  </p:childTnLst>
                                </p:cTn>
                              </p:par>
                              <p:par>
                                <p:cTn id="3024" nodeType="withEffect" fill="hold" presetClass="exit" presetID="10">
                                  <p:stCondLst>
                                    <p:cond delay="0"/>
                                  </p:stCondLst>
                                  <p:childTnLst>
                                    <p:animEffect filter="fade" transition="out">
                                      <p:cBhvr additive="repl">
                                        <p:cTn id="3025" dur="500"/>
                                        <p:tgtEl>
                                          <p:spTgt spid="1132"/>
                                        </p:tgtEl>
                                      </p:cBhvr>
                                    </p:animEffect>
                                    <p:set>
                                      <p:cBhvr>
                                        <p:cTn id="3026" dur="1" fill="hold">
                                          <p:stCondLst>
                                            <p:cond delay="499"/>
                                          </p:stCondLst>
                                        </p:cTn>
                                        <p:tgtEl>
                                          <p:spTgt spid="1132"/>
                                        </p:tgtEl>
                                        <p:attrNameLst>
                                          <p:attrName>style.visibility</p:attrName>
                                        </p:attrNameLst>
                                      </p:cBhvr>
                                      <p:to>
                                        <p:strVal val="hidden"/>
                                      </p:to>
                                    </p:set>
                                  </p:childTnLst>
                                </p:cTn>
                              </p:par>
                              <p:par>
                                <p:cTn id="3027" nodeType="withEffect" fill="hold" presetClass="exit" presetID="10">
                                  <p:stCondLst>
                                    <p:cond delay="0"/>
                                  </p:stCondLst>
                                  <p:childTnLst>
                                    <p:animEffect filter="fade" transition="out">
                                      <p:cBhvr additive="repl">
                                        <p:cTn id="3028" dur="500"/>
                                        <p:tgtEl>
                                          <p:spTgt spid="1131"/>
                                        </p:tgtEl>
                                      </p:cBhvr>
                                    </p:animEffect>
                                    <p:set>
                                      <p:cBhvr>
                                        <p:cTn id="3029" dur="1" fill="hold">
                                          <p:stCondLst>
                                            <p:cond delay="499"/>
                                          </p:stCondLst>
                                        </p:cTn>
                                        <p:tgtEl>
                                          <p:spTgt spid="1131"/>
                                        </p:tgtEl>
                                        <p:attrNameLst>
                                          <p:attrName>style.visibility</p:attrName>
                                        </p:attrNameLst>
                                      </p:cBhvr>
                                      <p:to>
                                        <p:strVal val="hidden"/>
                                      </p:to>
                                    </p:set>
                                  </p:childTnLst>
                                </p:cTn>
                              </p:par>
                              <p:par>
                                <p:cTn id="3030" nodeType="withEffect" fill="hold" presetClass="exit" presetID="10">
                                  <p:stCondLst>
                                    <p:cond delay="0"/>
                                  </p:stCondLst>
                                  <p:childTnLst>
                                    <p:animEffect filter="fade" transition="out">
                                      <p:cBhvr additive="repl">
                                        <p:cTn id="3031" dur="500"/>
                                        <p:tgtEl>
                                          <p:spTgt spid="1136"/>
                                        </p:tgtEl>
                                      </p:cBhvr>
                                    </p:animEffect>
                                    <p:set>
                                      <p:cBhvr>
                                        <p:cTn id="3032" dur="1" fill="hold">
                                          <p:stCondLst>
                                            <p:cond delay="499"/>
                                          </p:stCondLst>
                                        </p:cTn>
                                        <p:tgtEl>
                                          <p:spTgt spid="1136"/>
                                        </p:tgtEl>
                                        <p:attrNameLst>
                                          <p:attrName>style.visibility</p:attrName>
                                        </p:attrNameLst>
                                      </p:cBhvr>
                                      <p:to>
                                        <p:strVal val="hidden"/>
                                      </p:to>
                                    </p:set>
                                  </p:childTnLst>
                                </p:cTn>
                              </p:par>
                              <p:par>
                                <p:cTn id="3033" nodeType="withEffect" fill="hold" presetClass="exit" presetID="10">
                                  <p:stCondLst>
                                    <p:cond delay="0"/>
                                  </p:stCondLst>
                                  <p:childTnLst>
                                    <p:animEffect filter="fade" transition="out">
                                      <p:cBhvr additive="repl">
                                        <p:cTn id="3034" dur="500"/>
                                        <p:tgtEl>
                                          <p:spTgt spid="1135"/>
                                        </p:tgtEl>
                                      </p:cBhvr>
                                    </p:animEffect>
                                    <p:set>
                                      <p:cBhvr>
                                        <p:cTn id="3035" dur="1" fill="hold">
                                          <p:stCondLst>
                                            <p:cond delay="499"/>
                                          </p:stCondLst>
                                        </p:cTn>
                                        <p:tgtEl>
                                          <p:spTgt spid="1135"/>
                                        </p:tgtEl>
                                        <p:attrNameLst>
                                          <p:attrName>style.visibility</p:attrName>
                                        </p:attrNameLst>
                                      </p:cBhvr>
                                      <p:to>
                                        <p:strVal val="hidden"/>
                                      </p:to>
                                    </p:set>
                                  </p:childTnLst>
                                </p:cTn>
                              </p:par>
                              <p:par>
                                <p:cTn id="3036" nodeType="withEffect" fill="hold" presetClass="exit" presetID="10">
                                  <p:stCondLst>
                                    <p:cond delay="0"/>
                                  </p:stCondLst>
                                  <p:childTnLst>
                                    <p:animEffect filter="fade" transition="out">
                                      <p:cBhvr additive="repl">
                                        <p:cTn id="3037" dur="500"/>
                                        <p:tgtEl>
                                          <p:spTgt spid="1140"/>
                                        </p:tgtEl>
                                      </p:cBhvr>
                                    </p:animEffect>
                                    <p:set>
                                      <p:cBhvr>
                                        <p:cTn id="3038" dur="1" fill="hold">
                                          <p:stCondLst>
                                            <p:cond delay="499"/>
                                          </p:stCondLst>
                                        </p:cTn>
                                        <p:tgtEl>
                                          <p:spTgt spid="1140"/>
                                        </p:tgtEl>
                                        <p:attrNameLst>
                                          <p:attrName>style.visibility</p:attrName>
                                        </p:attrNameLst>
                                      </p:cBhvr>
                                      <p:to>
                                        <p:strVal val="hidden"/>
                                      </p:to>
                                    </p:set>
                                  </p:childTnLst>
                                </p:cTn>
                              </p:par>
                              <p:par>
                                <p:cTn id="3039" nodeType="withEffect" fill="hold" presetClass="exit" presetID="10">
                                  <p:stCondLst>
                                    <p:cond delay="0"/>
                                  </p:stCondLst>
                                  <p:childTnLst>
                                    <p:animEffect filter="fade" transition="out">
                                      <p:cBhvr additive="repl">
                                        <p:cTn id="3040" dur="500"/>
                                        <p:tgtEl>
                                          <p:spTgt spid="1139"/>
                                        </p:tgtEl>
                                      </p:cBhvr>
                                    </p:animEffect>
                                    <p:set>
                                      <p:cBhvr>
                                        <p:cTn id="3041" dur="1" fill="hold">
                                          <p:stCondLst>
                                            <p:cond delay="499"/>
                                          </p:stCondLst>
                                        </p:cTn>
                                        <p:tgtEl>
                                          <p:spTgt spid="11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042" restart="whenNotActive" nodeType="interactiveSeq" fill="hold">
                <p:stCondLst>
                  <p:cond delay="0" evt="onClick">
                    <p:tgtEl>
                      <p:spTgt spid="1128"/>
                    </p:tgtEl>
                  </p:cond>
                </p:stCondLst>
                <p:childTnLst>
                  <p:par>
                    <p:cTn id="3043" fill="hold">
                      <p:stCondLst>
                        <p:cond delay="0" evt="onClick">
                          <p:tgtEl>
                            <p:spTgt spid="1128"/>
                          </p:tgtEl>
                        </p:cond>
                      </p:stCondLst>
                      <p:childTnLst>
                        <p:par>
                          <p:cTn id="3044" fill="hold">
                            <p:stCondLst>
                              <p:cond delay="0"/>
                            </p:stCondLst>
                            <p:childTnLst>
                              <p:par>
                                <p:cTn id="3045" nodeType="clickEffect" fill="hold" presetClass="exit" presetID="9">
                                  <p:stCondLst>
                                    <p:cond delay="0"/>
                                  </p:stCondLst>
                                  <p:childTnLst>
                                    <p:animEffect filter="dissolve" transition="out">
                                      <p:cBhvr additive="repl">
                                        <p:cTn id="3046" dur="500"/>
                                        <p:tgtEl>
                                          <p:spTgt spid="1128"/>
                                        </p:tgtEl>
                                      </p:cBhvr>
                                    </p:animEffect>
                                    <p:set>
                                      <p:cBhvr>
                                        <p:cTn id="3047" dur="1" fill="hold">
                                          <p:stCondLst>
                                            <p:cond delay="499"/>
                                          </p:stCondLst>
                                        </p:cTn>
                                        <p:tgtEl>
                                          <p:spTgt spid="1128"/>
                                        </p:tgtEl>
                                        <p:attrNameLst>
                                          <p:attrName>style.visibility</p:attrName>
                                        </p:attrNameLst>
                                      </p:cBhvr>
                                      <p:to>
                                        <p:strVal val="hidden"/>
                                      </p:to>
                                    </p:set>
                                  </p:childTnLst>
                                </p:cTn>
                              </p:par>
                              <p:par>
                                <p:cTn id="3048" nodeType="withEffect" fill="hold" presetClass="exit" presetID="9">
                                  <p:stCondLst>
                                    <p:cond delay="0"/>
                                  </p:stCondLst>
                                  <p:childTnLst>
                                    <p:animEffect filter="dissolve" transition="out">
                                      <p:cBhvr additive="repl">
                                        <p:cTn id="3049" dur="500"/>
                                        <p:tgtEl>
                                          <p:spTgt spid="1127"/>
                                        </p:tgtEl>
                                      </p:cBhvr>
                                    </p:animEffect>
                                    <p:set>
                                      <p:cBhvr>
                                        <p:cTn id="3050" dur="1" fill="hold">
                                          <p:stCondLst>
                                            <p:cond delay="499"/>
                                          </p:stCondLst>
                                        </p:cTn>
                                        <p:tgtEl>
                                          <p:spTgt spid="1127"/>
                                        </p:tgtEl>
                                        <p:attrNameLst>
                                          <p:attrName>style.visibility</p:attrName>
                                        </p:attrNameLst>
                                      </p:cBhvr>
                                      <p:to>
                                        <p:strVal val="hidden"/>
                                      </p:to>
                                    </p:set>
                                  </p:childTnLst>
                                </p:cTn>
                              </p:par>
                              <p:par>
                                <p:cTn id="3051" nodeType="withEffect" fill="hold" presetClass="emph" presetID="1" presetSubtype="2">
                                  <p:stCondLst>
                                    <p:cond delay="0"/>
                                  </p:stCondLst>
                                  <p:childTnLst>
                                    <p:animClr clrSpc="rgb">
                                      <p:cBhvr>
                                        <p:cTn id="3052" dur="500" fill="hold"/>
                                        <p:tgtEl>
                                          <p:spTgt spid="1126"/>
                                        </p:tgtEl>
                                        <p:attrNameLst>
                                          <p:attrName>fillcolor</p:attrName>
                                        </p:attrNameLst>
                                      </p:cBhvr>
                                      <p:to>
                                        <a:srgbClr val="95b3d7"/>
                                      </p:to>
                                    </p:animClr>
                                    <p:set>
                                      <p:cBhvr>
                                        <p:cTn id="3053" dur="500" fill="hold"/>
                                        <p:tgtEl>
                                          <p:spTgt spid="1126"/>
                                        </p:tgtEl>
                                        <p:attrNameLst>
                                          <p:attrName>fill.type</p:attrName>
                                        </p:attrNameLst>
                                      </p:cBhvr>
                                      <p:to>
                                        <p:strVal val="solid"/>
                                      </p:to>
                                    </p:set>
                                    <p:set>
                                      <p:cBhvr>
                                        <p:cTn id="3054" dur="500" fill="hold"/>
                                        <p:tgtEl>
                                          <p:spTgt spid="112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055" restart="whenNotActive" nodeType="interactiveSeq" fill="hold">
                <p:stCondLst>
                  <p:cond delay="0" evt="onClick">
                    <p:tgtEl>
                      <p:spTgt spid="1129"/>
                    </p:tgtEl>
                  </p:cond>
                </p:stCondLst>
                <p:childTnLst>
                  <p:par>
                    <p:cTn id="3056" fill="hold">
                      <p:stCondLst>
                        <p:cond delay="0" evt="onClick">
                          <p:tgtEl>
                            <p:spTgt spid="1129"/>
                          </p:tgtEl>
                        </p:cond>
                      </p:stCondLst>
                      <p:childTnLst>
                        <p:par>
                          <p:cTn id="3057" fill="hold">
                            <p:stCondLst>
                              <p:cond delay="0"/>
                            </p:stCondLst>
                            <p:childTnLst>
                              <p:par>
                                <p:cTn id="3058" nodeType="clickEffect" fill="hold" presetClass="entr" presetID="16" presetSubtype="21">
                                  <p:stCondLst>
                                    <p:cond delay="0"/>
                                  </p:stCondLst>
                                  <p:childTnLst>
                                    <p:set>
                                      <p:cBhvr>
                                        <p:cTn id="3059" dur="1" fill="hold">
                                          <p:stCondLst>
                                            <p:cond delay="0"/>
                                          </p:stCondLst>
                                        </p:cTn>
                                        <p:tgtEl>
                                          <p:spTgt spid="1132"/>
                                        </p:tgtEl>
                                        <p:attrNameLst>
                                          <p:attrName>style.visibility</p:attrName>
                                        </p:attrNameLst>
                                      </p:cBhvr>
                                      <p:to>
                                        <p:strVal val="visible"/>
                                      </p:to>
                                    </p:set>
                                    <p:animEffect filter="barn(inVertical)" transition="in">
                                      <p:cBhvr additive="repl">
                                        <p:cTn id="3060" dur="500"/>
                                        <p:tgtEl>
                                          <p:spTgt spid="1132"/>
                                        </p:tgtEl>
                                      </p:cBhvr>
                                    </p:animEffect>
                                  </p:childTnLst>
                                </p:cTn>
                              </p:par>
                              <p:par>
                                <p:cTn id="3061" nodeType="withEffect" fill="hold" presetClass="entr" presetID="16" presetSubtype="21">
                                  <p:stCondLst>
                                    <p:cond delay="0"/>
                                  </p:stCondLst>
                                  <p:childTnLst>
                                    <p:set>
                                      <p:cBhvr>
                                        <p:cTn id="3062" dur="1" fill="hold">
                                          <p:stCondLst>
                                            <p:cond delay="0"/>
                                          </p:stCondLst>
                                        </p:cTn>
                                        <p:tgtEl>
                                          <p:spTgt spid="1131"/>
                                        </p:tgtEl>
                                        <p:attrNameLst>
                                          <p:attrName>style.visibility</p:attrName>
                                        </p:attrNameLst>
                                      </p:cBhvr>
                                      <p:to>
                                        <p:strVal val="visible"/>
                                      </p:to>
                                    </p:set>
                                    <p:animEffect filter="barn(inVertical)" transition="in">
                                      <p:cBhvr additive="repl">
                                        <p:cTn id="3063" dur="500"/>
                                        <p:tgtEl>
                                          <p:spTgt spid="1131"/>
                                        </p:tgtEl>
                                      </p:cBhvr>
                                    </p:animEffect>
                                  </p:childTnLst>
                                </p:cTn>
                              </p:par>
                              <p:par>
                                <p:cTn id="3064" nodeType="withEffect" fill="hold" presetClass="emph" presetID="1" presetSubtype="2">
                                  <p:stCondLst>
                                    <p:cond delay="0"/>
                                  </p:stCondLst>
                                  <p:childTnLst>
                                    <p:animClr clrSpc="rgb">
                                      <p:cBhvr>
                                        <p:cTn id="3065" dur="500" fill="hold"/>
                                        <p:tgtEl>
                                          <p:spTgt spid="1130"/>
                                        </p:tgtEl>
                                        <p:attrNameLst>
                                          <p:attrName>fillcolor</p:attrName>
                                        </p:attrNameLst>
                                      </p:cBhvr>
                                      <p:to>
                                        <a:srgbClr val="8a80e4"/>
                                      </p:to>
                                    </p:animClr>
                                    <p:set>
                                      <p:cBhvr>
                                        <p:cTn id="3066" dur="500" fill="hold"/>
                                        <p:tgtEl>
                                          <p:spTgt spid="1130"/>
                                        </p:tgtEl>
                                        <p:attrNameLst>
                                          <p:attrName>fill.type</p:attrName>
                                        </p:attrNameLst>
                                      </p:cBhvr>
                                      <p:to>
                                        <p:strVal val="solid"/>
                                      </p:to>
                                    </p:set>
                                    <p:set>
                                      <p:cBhvr>
                                        <p:cTn id="3067" dur="500" fill="hold"/>
                                        <p:tgtEl>
                                          <p:spTgt spid="1130"/>
                                        </p:tgtEl>
                                        <p:attrNameLst>
                                          <p:attrName>fill.on</p:attrName>
                                        </p:attrNameLst>
                                      </p:cBhvr>
                                      <p:to>
                                        <p:strVal val="true"/>
                                      </p:to>
                                    </p:set>
                                  </p:childTnLst>
                                </p:cTn>
                              </p:par>
                              <p:par>
                                <p:cTn id="3068" nodeType="withEffect" fill="hold" presetClass="emph" presetID="1" presetSubtype="2">
                                  <p:stCondLst>
                                    <p:cond delay="0"/>
                                  </p:stCondLst>
                                  <p:childTnLst>
                                    <p:animClr clrSpc="rgb">
                                      <p:cBhvr>
                                        <p:cTn id="3069" dur="500" fill="hold"/>
                                        <p:tgtEl>
                                          <p:spTgt spid="1126"/>
                                        </p:tgtEl>
                                        <p:attrNameLst>
                                          <p:attrName>fillcolor</p:attrName>
                                        </p:attrNameLst>
                                      </p:cBhvr>
                                      <p:to>
                                        <a:srgbClr val="95b3d7"/>
                                      </p:to>
                                    </p:animClr>
                                    <p:set>
                                      <p:cBhvr>
                                        <p:cTn id="3070" dur="500" fill="hold"/>
                                        <p:tgtEl>
                                          <p:spTgt spid="1126"/>
                                        </p:tgtEl>
                                        <p:attrNameLst>
                                          <p:attrName>fill.type</p:attrName>
                                        </p:attrNameLst>
                                      </p:cBhvr>
                                      <p:to>
                                        <p:strVal val="solid"/>
                                      </p:to>
                                    </p:set>
                                    <p:set>
                                      <p:cBhvr>
                                        <p:cTn id="3071" dur="500" fill="hold"/>
                                        <p:tgtEl>
                                          <p:spTgt spid="1126"/>
                                        </p:tgtEl>
                                        <p:attrNameLst>
                                          <p:attrName>fill.on</p:attrName>
                                        </p:attrNameLst>
                                      </p:cBhvr>
                                      <p:to>
                                        <p:strVal val="true"/>
                                      </p:to>
                                    </p:set>
                                  </p:childTnLst>
                                </p:cTn>
                              </p:par>
                              <p:par>
                                <p:cTn id="3072" nodeType="withEffect" fill="hold" presetClass="emph" presetID="1" presetSubtype="2">
                                  <p:stCondLst>
                                    <p:cond delay="0"/>
                                  </p:stCondLst>
                                  <p:childTnLst>
                                    <p:animClr clrSpc="rgb">
                                      <p:cBhvr>
                                        <p:cTn id="3073" dur="500" fill="hold"/>
                                        <p:tgtEl>
                                          <p:spTgt spid="1134"/>
                                        </p:tgtEl>
                                        <p:attrNameLst>
                                          <p:attrName>fillcolor</p:attrName>
                                        </p:attrNameLst>
                                      </p:cBhvr>
                                      <p:to>
                                        <a:srgbClr val="95b3d7"/>
                                      </p:to>
                                    </p:animClr>
                                    <p:set>
                                      <p:cBhvr>
                                        <p:cTn id="3074" dur="500" fill="hold"/>
                                        <p:tgtEl>
                                          <p:spTgt spid="1134"/>
                                        </p:tgtEl>
                                        <p:attrNameLst>
                                          <p:attrName>fill.type</p:attrName>
                                        </p:attrNameLst>
                                      </p:cBhvr>
                                      <p:to>
                                        <p:strVal val="solid"/>
                                      </p:to>
                                    </p:set>
                                    <p:set>
                                      <p:cBhvr>
                                        <p:cTn id="3075" dur="500" fill="hold"/>
                                        <p:tgtEl>
                                          <p:spTgt spid="1134"/>
                                        </p:tgtEl>
                                        <p:attrNameLst>
                                          <p:attrName>fill.on</p:attrName>
                                        </p:attrNameLst>
                                      </p:cBhvr>
                                      <p:to>
                                        <p:strVal val="true"/>
                                      </p:to>
                                    </p:set>
                                  </p:childTnLst>
                                </p:cTn>
                              </p:par>
                              <p:par>
                                <p:cTn id="3076" nodeType="withEffect" fill="hold" presetClass="emph" presetID="1" presetSubtype="2">
                                  <p:stCondLst>
                                    <p:cond delay="0"/>
                                  </p:stCondLst>
                                  <p:childTnLst>
                                    <p:animClr clrSpc="rgb">
                                      <p:cBhvr>
                                        <p:cTn id="3077" dur="500" fill="hold"/>
                                        <p:tgtEl>
                                          <p:spTgt spid="1138"/>
                                        </p:tgtEl>
                                        <p:attrNameLst>
                                          <p:attrName>fillcolor</p:attrName>
                                        </p:attrNameLst>
                                      </p:cBhvr>
                                      <p:to>
                                        <a:srgbClr val="95b3d7"/>
                                      </p:to>
                                    </p:animClr>
                                    <p:set>
                                      <p:cBhvr>
                                        <p:cTn id="3078" dur="500" fill="hold"/>
                                        <p:tgtEl>
                                          <p:spTgt spid="1138"/>
                                        </p:tgtEl>
                                        <p:attrNameLst>
                                          <p:attrName>fill.type</p:attrName>
                                        </p:attrNameLst>
                                      </p:cBhvr>
                                      <p:to>
                                        <p:strVal val="solid"/>
                                      </p:to>
                                    </p:set>
                                    <p:set>
                                      <p:cBhvr>
                                        <p:cTn id="3079" dur="500" fill="hold"/>
                                        <p:tgtEl>
                                          <p:spTgt spid="1138"/>
                                        </p:tgtEl>
                                        <p:attrNameLst>
                                          <p:attrName>fill.on</p:attrName>
                                        </p:attrNameLst>
                                      </p:cBhvr>
                                      <p:to>
                                        <p:strVal val="true"/>
                                      </p:to>
                                    </p:set>
                                  </p:childTnLst>
                                </p:cTn>
                              </p:par>
                              <p:par>
                                <p:cTn id="3080" nodeType="withEffect" fill="hold" presetClass="exit" presetID="10">
                                  <p:stCondLst>
                                    <p:cond delay="0"/>
                                  </p:stCondLst>
                                  <p:childTnLst>
                                    <p:animEffect filter="fade" transition="out">
                                      <p:cBhvr additive="repl">
                                        <p:cTn id="3081" dur="500"/>
                                        <p:tgtEl>
                                          <p:spTgt spid="1128"/>
                                        </p:tgtEl>
                                      </p:cBhvr>
                                    </p:animEffect>
                                    <p:set>
                                      <p:cBhvr>
                                        <p:cTn id="3082" dur="1" fill="hold">
                                          <p:stCondLst>
                                            <p:cond delay="499"/>
                                          </p:stCondLst>
                                        </p:cTn>
                                        <p:tgtEl>
                                          <p:spTgt spid="1128"/>
                                        </p:tgtEl>
                                        <p:attrNameLst>
                                          <p:attrName>style.visibility</p:attrName>
                                        </p:attrNameLst>
                                      </p:cBhvr>
                                      <p:to>
                                        <p:strVal val="hidden"/>
                                      </p:to>
                                    </p:set>
                                  </p:childTnLst>
                                </p:cTn>
                              </p:par>
                              <p:par>
                                <p:cTn id="3083" nodeType="withEffect" fill="hold" presetClass="exit" presetID="10">
                                  <p:stCondLst>
                                    <p:cond delay="0"/>
                                  </p:stCondLst>
                                  <p:childTnLst>
                                    <p:animEffect filter="fade" transition="out">
                                      <p:cBhvr additive="repl">
                                        <p:cTn id="3084" dur="500"/>
                                        <p:tgtEl>
                                          <p:spTgt spid="1127"/>
                                        </p:tgtEl>
                                      </p:cBhvr>
                                    </p:animEffect>
                                    <p:set>
                                      <p:cBhvr>
                                        <p:cTn id="3085" dur="1" fill="hold">
                                          <p:stCondLst>
                                            <p:cond delay="499"/>
                                          </p:stCondLst>
                                        </p:cTn>
                                        <p:tgtEl>
                                          <p:spTgt spid="1127"/>
                                        </p:tgtEl>
                                        <p:attrNameLst>
                                          <p:attrName>style.visibility</p:attrName>
                                        </p:attrNameLst>
                                      </p:cBhvr>
                                      <p:to>
                                        <p:strVal val="hidden"/>
                                      </p:to>
                                    </p:set>
                                  </p:childTnLst>
                                </p:cTn>
                              </p:par>
                              <p:par>
                                <p:cTn id="3086" nodeType="withEffect" fill="hold" presetClass="exit" presetID="10">
                                  <p:stCondLst>
                                    <p:cond delay="0"/>
                                  </p:stCondLst>
                                  <p:childTnLst>
                                    <p:animEffect filter="fade" transition="out">
                                      <p:cBhvr additive="repl">
                                        <p:cTn id="3087" dur="500"/>
                                        <p:tgtEl>
                                          <p:spTgt spid="1136"/>
                                        </p:tgtEl>
                                      </p:cBhvr>
                                    </p:animEffect>
                                    <p:set>
                                      <p:cBhvr>
                                        <p:cTn id="3088" dur="1" fill="hold">
                                          <p:stCondLst>
                                            <p:cond delay="499"/>
                                          </p:stCondLst>
                                        </p:cTn>
                                        <p:tgtEl>
                                          <p:spTgt spid="1136"/>
                                        </p:tgtEl>
                                        <p:attrNameLst>
                                          <p:attrName>style.visibility</p:attrName>
                                        </p:attrNameLst>
                                      </p:cBhvr>
                                      <p:to>
                                        <p:strVal val="hidden"/>
                                      </p:to>
                                    </p:set>
                                  </p:childTnLst>
                                </p:cTn>
                              </p:par>
                              <p:par>
                                <p:cTn id="3089" nodeType="withEffect" fill="hold" presetClass="exit" presetID="10">
                                  <p:stCondLst>
                                    <p:cond delay="0"/>
                                  </p:stCondLst>
                                  <p:childTnLst>
                                    <p:animEffect filter="fade" transition="out">
                                      <p:cBhvr additive="repl">
                                        <p:cTn id="3090" dur="500"/>
                                        <p:tgtEl>
                                          <p:spTgt spid="1135"/>
                                        </p:tgtEl>
                                      </p:cBhvr>
                                    </p:animEffect>
                                    <p:set>
                                      <p:cBhvr>
                                        <p:cTn id="3091" dur="1" fill="hold">
                                          <p:stCondLst>
                                            <p:cond delay="499"/>
                                          </p:stCondLst>
                                        </p:cTn>
                                        <p:tgtEl>
                                          <p:spTgt spid="1135"/>
                                        </p:tgtEl>
                                        <p:attrNameLst>
                                          <p:attrName>style.visibility</p:attrName>
                                        </p:attrNameLst>
                                      </p:cBhvr>
                                      <p:to>
                                        <p:strVal val="hidden"/>
                                      </p:to>
                                    </p:set>
                                  </p:childTnLst>
                                </p:cTn>
                              </p:par>
                              <p:par>
                                <p:cTn id="3092" nodeType="withEffect" fill="hold" presetClass="exit" presetID="10">
                                  <p:stCondLst>
                                    <p:cond delay="0"/>
                                  </p:stCondLst>
                                  <p:childTnLst>
                                    <p:animEffect filter="fade" transition="out">
                                      <p:cBhvr additive="repl">
                                        <p:cTn id="3093" dur="500"/>
                                        <p:tgtEl>
                                          <p:spTgt spid="1140"/>
                                        </p:tgtEl>
                                      </p:cBhvr>
                                    </p:animEffect>
                                    <p:set>
                                      <p:cBhvr>
                                        <p:cTn id="3094" dur="1" fill="hold">
                                          <p:stCondLst>
                                            <p:cond delay="499"/>
                                          </p:stCondLst>
                                        </p:cTn>
                                        <p:tgtEl>
                                          <p:spTgt spid="1140"/>
                                        </p:tgtEl>
                                        <p:attrNameLst>
                                          <p:attrName>style.visibility</p:attrName>
                                        </p:attrNameLst>
                                      </p:cBhvr>
                                      <p:to>
                                        <p:strVal val="hidden"/>
                                      </p:to>
                                    </p:set>
                                  </p:childTnLst>
                                </p:cTn>
                              </p:par>
                              <p:par>
                                <p:cTn id="3095" nodeType="withEffect" fill="hold" presetClass="exit" presetID="10">
                                  <p:stCondLst>
                                    <p:cond delay="0"/>
                                  </p:stCondLst>
                                  <p:childTnLst>
                                    <p:animEffect filter="fade" transition="out">
                                      <p:cBhvr additive="repl">
                                        <p:cTn id="3096" dur="500"/>
                                        <p:tgtEl>
                                          <p:spTgt spid="1139"/>
                                        </p:tgtEl>
                                      </p:cBhvr>
                                    </p:animEffect>
                                    <p:set>
                                      <p:cBhvr>
                                        <p:cTn id="3097" dur="1" fill="hold">
                                          <p:stCondLst>
                                            <p:cond delay="499"/>
                                          </p:stCondLst>
                                        </p:cTn>
                                        <p:tgtEl>
                                          <p:spTgt spid="11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098" restart="whenNotActive" nodeType="interactiveSeq" fill="hold">
                <p:stCondLst>
                  <p:cond delay="0" evt="onClick">
                    <p:tgtEl>
                      <p:spTgt spid="1132"/>
                    </p:tgtEl>
                  </p:cond>
                </p:stCondLst>
                <p:childTnLst>
                  <p:par>
                    <p:cTn id="3099" fill="hold">
                      <p:stCondLst>
                        <p:cond delay="0" evt="onClick">
                          <p:tgtEl>
                            <p:spTgt spid="1132"/>
                          </p:tgtEl>
                        </p:cond>
                      </p:stCondLst>
                      <p:childTnLst>
                        <p:par>
                          <p:cTn id="3100" fill="hold">
                            <p:stCondLst>
                              <p:cond delay="0"/>
                            </p:stCondLst>
                            <p:childTnLst>
                              <p:par>
                                <p:cTn id="3101" nodeType="clickEffect" fill="hold" presetClass="exit" presetID="9">
                                  <p:stCondLst>
                                    <p:cond delay="0"/>
                                  </p:stCondLst>
                                  <p:childTnLst>
                                    <p:animEffect filter="dissolve" transition="out">
                                      <p:cBhvr additive="repl">
                                        <p:cTn id="3102" dur="500"/>
                                        <p:tgtEl>
                                          <p:spTgt spid="1132"/>
                                        </p:tgtEl>
                                      </p:cBhvr>
                                    </p:animEffect>
                                    <p:set>
                                      <p:cBhvr>
                                        <p:cTn id="3103" dur="1" fill="hold">
                                          <p:stCondLst>
                                            <p:cond delay="499"/>
                                          </p:stCondLst>
                                        </p:cTn>
                                        <p:tgtEl>
                                          <p:spTgt spid="1132"/>
                                        </p:tgtEl>
                                        <p:attrNameLst>
                                          <p:attrName>style.visibility</p:attrName>
                                        </p:attrNameLst>
                                      </p:cBhvr>
                                      <p:to>
                                        <p:strVal val="hidden"/>
                                      </p:to>
                                    </p:set>
                                  </p:childTnLst>
                                </p:cTn>
                              </p:par>
                              <p:par>
                                <p:cTn id="3104" nodeType="withEffect" fill="hold" presetClass="exit" presetID="9">
                                  <p:stCondLst>
                                    <p:cond delay="0"/>
                                  </p:stCondLst>
                                  <p:childTnLst>
                                    <p:animEffect filter="dissolve" transition="out">
                                      <p:cBhvr additive="repl">
                                        <p:cTn id="3105" dur="500"/>
                                        <p:tgtEl>
                                          <p:spTgt spid="1131"/>
                                        </p:tgtEl>
                                      </p:cBhvr>
                                    </p:animEffect>
                                    <p:set>
                                      <p:cBhvr>
                                        <p:cTn id="3106" dur="1" fill="hold">
                                          <p:stCondLst>
                                            <p:cond delay="499"/>
                                          </p:stCondLst>
                                        </p:cTn>
                                        <p:tgtEl>
                                          <p:spTgt spid="1131"/>
                                        </p:tgtEl>
                                        <p:attrNameLst>
                                          <p:attrName>style.visibility</p:attrName>
                                        </p:attrNameLst>
                                      </p:cBhvr>
                                      <p:to>
                                        <p:strVal val="hidden"/>
                                      </p:to>
                                    </p:set>
                                  </p:childTnLst>
                                </p:cTn>
                              </p:par>
                              <p:par>
                                <p:cTn id="3107" nodeType="withEffect" fill="hold" presetClass="emph" presetID="1" presetSubtype="2">
                                  <p:stCondLst>
                                    <p:cond delay="0"/>
                                  </p:stCondLst>
                                  <p:childTnLst>
                                    <p:animClr clrSpc="rgb">
                                      <p:cBhvr>
                                        <p:cTn id="3108" dur="500" fill="hold"/>
                                        <p:tgtEl>
                                          <p:spTgt spid="1130"/>
                                        </p:tgtEl>
                                        <p:attrNameLst>
                                          <p:attrName>fillcolor</p:attrName>
                                        </p:attrNameLst>
                                      </p:cBhvr>
                                      <p:to>
                                        <a:srgbClr val="95b3d7"/>
                                      </p:to>
                                    </p:animClr>
                                    <p:set>
                                      <p:cBhvr>
                                        <p:cTn id="3109" dur="500" fill="hold"/>
                                        <p:tgtEl>
                                          <p:spTgt spid="1130"/>
                                        </p:tgtEl>
                                        <p:attrNameLst>
                                          <p:attrName>fill.type</p:attrName>
                                        </p:attrNameLst>
                                      </p:cBhvr>
                                      <p:to>
                                        <p:strVal val="solid"/>
                                      </p:to>
                                    </p:set>
                                    <p:set>
                                      <p:cBhvr>
                                        <p:cTn id="3110" dur="500" fill="hold"/>
                                        <p:tgtEl>
                                          <p:spTgt spid="1130"/>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111" restart="whenNotActive" nodeType="interactiveSeq" fill="hold">
                <p:stCondLst>
                  <p:cond delay="0" evt="onClick">
                    <p:tgtEl>
                      <p:spTgt spid="1133"/>
                    </p:tgtEl>
                  </p:cond>
                </p:stCondLst>
                <p:childTnLst>
                  <p:par>
                    <p:cTn id="3112" fill="hold">
                      <p:stCondLst>
                        <p:cond delay="0" evt="onClick">
                          <p:tgtEl>
                            <p:spTgt spid="1133"/>
                          </p:tgtEl>
                        </p:cond>
                      </p:stCondLst>
                      <p:childTnLst>
                        <p:par>
                          <p:cTn id="3113" fill="hold">
                            <p:stCondLst>
                              <p:cond delay="0"/>
                            </p:stCondLst>
                            <p:childTnLst>
                              <p:par>
                                <p:cTn id="3114" nodeType="clickEffect" fill="hold" presetClass="entr" presetID="16" presetSubtype="21">
                                  <p:stCondLst>
                                    <p:cond delay="0"/>
                                  </p:stCondLst>
                                  <p:childTnLst>
                                    <p:set>
                                      <p:cBhvr>
                                        <p:cTn id="3115" dur="1" fill="hold">
                                          <p:stCondLst>
                                            <p:cond delay="0"/>
                                          </p:stCondLst>
                                        </p:cTn>
                                        <p:tgtEl>
                                          <p:spTgt spid="1136"/>
                                        </p:tgtEl>
                                        <p:attrNameLst>
                                          <p:attrName>style.visibility</p:attrName>
                                        </p:attrNameLst>
                                      </p:cBhvr>
                                      <p:to>
                                        <p:strVal val="visible"/>
                                      </p:to>
                                    </p:set>
                                    <p:animEffect filter="barn(inVertical)" transition="in">
                                      <p:cBhvr additive="repl">
                                        <p:cTn id="3116" dur="500"/>
                                        <p:tgtEl>
                                          <p:spTgt spid="1136"/>
                                        </p:tgtEl>
                                      </p:cBhvr>
                                    </p:animEffect>
                                  </p:childTnLst>
                                </p:cTn>
                              </p:par>
                              <p:par>
                                <p:cTn id="3117" nodeType="withEffect" fill="hold" presetClass="entr" presetID="16" presetSubtype="21">
                                  <p:stCondLst>
                                    <p:cond delay="0"/>
                                  </p:stCondLst>
                                  <p:childTnLst>
                                    <p:set>
                                      <p:cBhvr>
                                        <p:cTn id="3118" dur="1" fill="hold">
                                          <p:stCondLst>
                                            <p:cond delay="0"/>
                                          </p:stCondLst>
                                        </p:cTn>
                                        <p:tgtEl>
                                          <p:spTgt spid="1135"/>
                                        </p:tgtEl>
                                        <p:attrNameLst>
                                          <p:attrName>style.visibility</p:attrName>
                                        </p:attrNameLst>
                                      </p:cBhvr>
                                      <p:to>
                                        <p:strVal val="visible"/>
                                      </p:to>
                                    </p:set>
                                    <p:animEffect filter="barn(inVertical)" transition="in">
                                      <p:cBhvr additive="repl">
                                        <p:cTn id="3119" dur="500"/>
                                        <p:tgtEl>
                                          <p:spTgt spid="1135"/>
                                        </p:tgtEl>
                                      </p:cBhvr>
                                    </p:animEffect>
                                  </p:childTnLst>
                                </p:cTn>
                              </p:par>
                              <p:par>
                                <p:cTn id="3120" nodeType="withEffect" fill="hold" presetClass="emph" presetID="1" presetSubtype="2">
                                  <p:stCondLst>
                                    <p:cond delay="0"/>
                                  </p:stCondLst>
                                  <p:childTnLst>
                                    <p:animClr clrSpc="rgb">
                                      <p:cBhvr>
                                        <p:cTn id="3121" dur="500" fill="hold"/>
                                        <p:tgtEl>
                                          <p:spTgt spid="1134"/>
                                        </p:tgtEl>
                                        <p:attrNameLst>
                                          <p:attrName>fillcolor</p:attrName>
                                        </p:attrNameLst>
                                      </p:cBhvr>
                                      <p:to>
                                        <a:srgbClr val="8a80e4"/>
                                      </p:to>
                                    </p:animClr>
                                    <p:set>
                                      <p:cBhvr>
                                        <p:cTn id="3122" dur="500" fill="hold"/>
                                        <p:tgtEl>
                                          <p:spTgt spid="1134"/>
                                        </p:tgtEl>
                                        <p:attrNameLst>
                                          <p:attrName>fill.type</p:attrName>
                                        </p:attrNameLst>
                                      </p:cBhvr>
                                      <p:to>
                                        <p:strVal val="solid"/>
                                      </p:to>
                                    </p:set>
                                    <p:set>
                                      <p:cBhvr>
                                        <p:cTn id="3123" dur="500" fill="hold"/>
                                        <p:tgtEl>
                                          <p:spTgt spid="1134"/>
                                        </p:tgtEl>
                                        <p:attrNameLst>
                                          <p:attrName>fill.on</p:attrName>
                                        </p:attrNameLst>
                                      </p:cBhvr>
                                      <p:to>
                                        <p:strVal val="true"/>
                                      </p:to>
                                    </p:set>
                                  </p:childTnLst>
                                </p:cTn>
                              </p:par>
                              <p:par>
                                <p:cTn id="3124" nodeType="withEffect" fill="hold" presetClass="emph" presetID="1" presetSubtype="2">
                                  <p:stCondLst>
                                    <p:cond delay="0"/>
                                  </p:stCondLst>
                                  <p:childTnLst>
                                    <p:animClr clrSpc="rgb">
                                      <p:cBhvr>
                                        <p:cTn id="3125" dur="500" fill="hold"/>
                                        <p:tgtEl>
                                          <p:spTgt spid="1126"/>
                                        </p:tgtEl>
                                        <p:attrNameLst>
                                          <p:attrName>fillcolor</p:attrName>
                                        </p:attrNameLst>
                                      </p:cBhvr>
                                      <p:to>
                                        <a:srgbClr val="95b3d7"/>
                                      </p:to>
                                    </p:animClr>
                                    <p:set>
                                      <p:cBhvr>
                                        <p:cTn id="3126" dur="500" fill="hold"/>
                                        <p:tgtEl>
                                          <p:spTgt spid="1126"/>
                                        </p:tgtEl>
                                        <p:attrNameLst>
                                          <p:attrName>fill.type</p:attrName>
                                        </p:attrNameLst>
                                      </p:cBhvr>
                                      <p:to>
                                        <p:strVal val="solid"/>
                                      </p:to>
                                    </p:set>
                                    <p:set>
                                      <p:cBhvr>
                                        <p:cTn id="3127" dur="500" fill="hold"/>
                                        <p:tgtEl>
                                          <p:spTgt spid="1126"/>
                                        </p:tgtEl>
                                        <p:attrNameLst>
                                          <p:attrName>fill.on</p:attrName>
                                        </p:attrNameLst>
                                      </p:cBhvr>
                                      <p:to>
                                        <p:strVal val="true"/>
                                      </p:to>
                                    </p:set>
                                  </p:childTnLst>
                                </p:cTn>
                              </p:par>
                              <p:par>
                                <p:cTn id="3128" nodeType="withEffect" fill="hold" presetClass="emph" presetID="1" presetSubtype="2">
                                  <p:stCondLst>
                                    <p:cond delay="0"/>
                                  </p:stCondLst>
                                  <p:childTnLst>
                                    <p:animClr clrSpc="rgb">
                                      <p:cBhvr>
                                        <p:cTn id="3129" dur="500" fill="hold"/>
                                        <p:tgtEl>
                                          <p:spTgt spid="1130"/>
                                        </p:tgtEl>
                                        <p:attrNameLst>
                                          <p:attrName>fillcolor</p:attrName>
                                        </p:attrNameLst>
                                      </p:cBhvr>
                                      <p:to>
                                        <a:srgbClr val="95b3d7"/>
                                      </p:to>
                                    </p:animClr>
                                    <p:set>
                                      <p:cBhvr>
                                        <p:cTn id="3130" dur="500" fill="hold"/>
                                        <p:tgtEl>
                                          <p:spTgt spid="1130"/>
                                        </p:tgtEl>
                                        <p:attrNameLst>
                                          <p:attrName>fill.type</p:attrName>
                                        </p:attrNameLst>
                                      </p:cBhvr>
                                      <p:to>
                                        <p:strVal val="solid"/>
                                      </p:to>
                                    </p:set>
                                    <p:set>
                                      <p:cBhvr>
                                        <p:cTn id="3131" dur="500" fill="hold"/>
                                        <p:tgtEl>
                                          <p:spTgt spid="1130"/>
                                        </p:tgtEl>
                                        <p:attrNameLst>
                                          <p:attrName>fill.on</p:attrName>
                                        </p:attrNameLst>
                                      </p:cBhvr>
                                      <p:to>
                                        <p:strVal val="true"/>
                                      </p:to>
                                    </p:set>
                                  </p:childTnLst>
                                </p:cTn>
                              </p:par>
                              <p:par>
                                <p:cTn id="3132" nodeType="withEffect" fill="hold" presetClass="emph" presetID="1" presetSubtype="2">
                                  <p:stCondLst>
                                    <p:cond delay="0"/>
                                  </p:stCondLst>
                                  <p:childTnLst>
                                    <p:animClr clrSpc="rgb">
                                      <p:cBhvr>
                                        <p:cTn id="3133" dur="500" fill="hold"/>
                                        <p:tgtEl>
                                          <p:spTgt spid="1138"/>
                                        </p:tgtEl>
                                        <p:attrNameLst>
                                          <p:attrName>fillcolor</p:attrName>
                                        </p:attrNameLst>
                                      </p:cBhvr>
                                      <p:to>
                                        <a:srgbClr val="95b3d7"/>
                                      </p:to>
                                    </p:animClr>
                                    <p:set>
                                      <p:cBhvr>
                                        <p:cTn id="3134" dur="500" fill="hold"/>
                                        <p:tgtEl>
                                          <p:spTgt spid="1138"/>
                                        </p:tgtEl>
                                        <p:attrNameLst>
                                          <p:attrName>fill.type</p:attrName>
                                        </p:attrNameLst>
                                      </p:cBhvr>
                                      <p:to>
                                        <p:strVal val="solid"/>
                                      </p:to>
                                    </p:set>
                                    <p:set>
                                      <p:cBhvr>
                                        <p:cTn id="3135" dur="500" fill="hold"/>
                                        <p:tgtEl>
                                          <p:spTgt spid="1138"/>
                                        </p:tgtEl>
                                        <p:attrNameLst>
                                          <p:attrName>fill.on</p:attrName>
                                        </p:attrNameLst>
                                      </p:cBhvr>
                                      <p:to>
                                        <p:strVal val="true"/>
                                      </p:to>
                                    </p:set>
                                  </p:childTnLst>
                                </p:cTn>
                              </p:par>
                              <p:par>
                                <p:cTn id="3136" nodeType="withEffect" fill="hold" presetClass="exit" presetID="10">
                                  <p:stCondLst>
                                    <p:cond delay="0"/>
                                  </p:stCondLst>
                                  <p:childTnLst>
                                    <p:animEffect filter="fade" transition="out">
                                      <p:cBhvr additive="repl">
                                        <p:cTn id="3137" dur="500"/>
                                        <p:tgtEl>
                                          <p:spTgt spid="1128"/>
                                        </p:tgtEl>
                                      </p:cBhvr>
                                    </p:animEffect>
                                    <p:set>
                                      <p:cBhvr>
                                        <p:cTn id="3138" dur="1" fill="hold">
                                          <p:stCondLst>
                                            <p:cond delay="499"/>
                                          </p:stCondLst>
                                        </p:cTn>
                                        <p:tgtEl>
                                          <p:spTgt spid="1128"/>
                                        </p:tgtEl>
                                        <p:attrNameLst>
                                          <p:attrName>style.visibility</p:attrName>
                                        </p:attrNameLst>
                                      </p:cBhvr>
                                      <p:to>
                                        <p:strVal val="hidden"/>
                                      </p:to>
                                    </p:set>
                                  </p:childTnLst>
                                </p:cTn>
                              </p:par>
                              <p:par>
                                <p:cTn id="3139" nodeType="withEffect" fill="hold" presetClass="exit" presetID="10">
                                  <p:stCondLst>
                                    <p:cond delay="0"/>
                                  </p:stCondLst>
                                  <p:childTnLst>
                                    <p:animEffect filter="fade" transition="out">
                                      <p:cBhvr additive="repl">
                                        <p:cTn id="3140" dur="500"/>
                                        <p:tgtEl>
                                          <p:spTgt spid="1127"/>
                                        </p:tgtEl>
                                      </p:cBhvr>
                                    </p:animEffect>
                                    <p:set>
                                      <p:cBhvr>
                                        <p:cTn id="3141" dur="1" fill="hold">
                                          <p:stCondLst>
                                            <p:cond delay="499"/>
                                          </p:stCondLst>
                                        </p:cTn>
                                        <p:tgtEl>
                                          <p:spTgt spid="1127"/>
                                        </p:tgtEl>
                                        <p:attrNameLst>
                                          <p:attrName>style.visibility</p:attrName>
                                        </p:attrNameLst>
                                      </p:cBhvr>
                                      <p:to>
                                        <p:strVal val="hidden"/>
                                      </p:to>
                                    </p:set>
                                  </p:childTnLst>
                                </p:cTn>
                              </p:par>
                              <p:par>
                                <p:cTn id="3142" nodeType="withEffect" fill="hold" presetClass="exit" presetID="10">
                                  <p:stCondLst>
                                    <p:cond delay="0"/>
                                  </p:stCondLst>
                                  <p:childTnLst>
                                    <p:animEffect filter="fade" transition="out">
                                      <p:cBhvr additive="repl">
                                        <p:cTn id="3143" dur="500"/>
                                        <p:tgtEl>
                                          <p:spTgt spid="1132"/>
                                        </p:tgtEl>
                                      </p:cBhvr>
                                    </p:animEffect>
                                    <p:set>
                                      <p:cBhvr>
                                        <p:cTn id="3144" dur="1" fill="hold">
                                          <p:stCondLst>
                                            <p:cond delay="499"/>
                                          </p:stCondLst>
                                        </p:cTn>
                                        <p:tgtEl>
                                          <p:spTgt spid="1132"/>
                                        </p:tgtEl>
                                        <p:attrNameLst>
                                          <p:attrName>style.visibility</p:attrName>
                                        </p:attrNameLst>
                                      </p:cBhvr>
                                      <p:to>
                                        <p:strVal val="hidden"/>
                                      </p:to>
                                    </p:set>
                                  </p:childTnLst>
                                </p:cTn>
                              </p:par>
                              <p:par>
                                <p:cTn id="3145" nodeType="withEffect" fill="hold" presetClass="exit" presetID="10">
                                  <p:stCondLst>
                                    <p:cond delay="0"/>
                                  </p:stCondLst>
                                  <p:childTnLst>
                                    <p:animEffect filter="fade" transition="out">
                                      <p:cBhvr additive="repl">
                                        <p:cTn id="3146" dur="500"/>
                                        <p:tgtEl>
                                          <p:spTgt spid="1131"/>
                                        </p:tgtEl>
                                      </p:cBhvr>
                                    </p:animEffect>
                                    <p:set>
                                      <p:cBhvr>
                                        <p:cTn id="3147" dur="1" fill="hold">
                                          <p:stCondLst>
                                            <p:cond delay="499"/>
                                          </p:stCondLst>
                                        </p:cTn>
                                        <p:tgtEl>
                                          <p:spTgt spid="1131"/>
                                        </p:tgtEl>
                                        <p:attrNameLst>
                                          <p:attrName>style.visibility</p:attrName>
                                        </p:attrNameLst>
                                      </p:cBhvr>
                                      <p:to>
                                        <p:strVal val="hidden"/>
                                      </p:to>
                                    </p:set>
                                  </p:childTnLst>
                                </p:cTn>
                              </p:par>
                              <p:par>
                                <p:cTn id="3148" nodeType="withEffect" fill="hold" presetClass="exit" presetID="10">
                                  <p:stCondLst>
                                    <p:cond delay="0"/>
                                  </p:stCondLst>
                                  <p:childTnLst>
                                    <p:animEffect filter="fade" transition="out">
                                      <p:cBhvr additive="repl">
                                        <p:cTn id="3149" dur="500"/>
                                        <p:tgtEl>
                                          <p:spTgt spid="1140"/>
                                        </p:tgtEl>
                                      </p:cBhvr>
                                    </p:animEffect>
                                    <p:set>
                                      <p:cBhvr>
                                        <p:cTn id="3150" dur="1" fill="hold">
                                          <p:stCondLst>
                                            <p:cond delay="499"/>
                                          </p:stCondLst>
                                        </p:cTn>
                                        <p:tgtEl>
                                          <p:spTgt spid="1140"/>
                                        </p:tgtEl>
                                        <p:attrNameLst>
                                          <p:attrName>style.visibility</p:attrName>
                                        </p:attrNameLst>
                                      </p:cBhvr>
                                      <p:to>
                                        <p:strVal val="hidden"/>
                                      </p:to>
                                    </p:set>
                                  </p:childTnLst>
                                </p:cTn>
                              </p:par>
                              <p:par>
                                <p:cTn id="3151" nodeType="withEffect" fill="hold" presetClass="exit" presetID="10">
                                  <p:stCondLst>
                                    <p:cond delay="0"/>
                                  </p:stCondLst>
                                  <p:childTnLst>
                                    <p:animEffect filter="fade" transition="out">
                                      <p:cBhvr additive="repl">
                                        <p:cTn id="3152" dur="500"/>
                                        <p:tgtEl>
                                          <p:spTgt spid="1139"/>
                                        </p:tgtEl>
                                      </p:cBhvr>
                                    </p:animEffect>
                                    <p:set>
                                      <p:cBhvr>
                                        <p:cTn id="3153" dur="1" fill="hold">
                                          <p:stCondLst>
                                            <p:cond delay="499"/>
                                          </p:stCondLst>
                                        </p:cTn>
                                        <p:tgtEl>
                                          <p:spTgt spid="11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154" restart="whenNotActive" nodeType="interactiveSeq" fill="hold">
                <p:stCondLst>
                  <p:cond delay="0" evt="onClick">
                    <p:tgtEl>
                      <p:spTgt spid="1136"/>
                    </p:tgtEl>
                  </p:cond>
                </p:stCondLst>
                <p:childTnLst>
                  <p:par>
                    <p:cTn id="3155" fill="hold">
                      <p:stCondLst>
                        <p:cond delay="0" evt="onClick">
                          <p:tgtEl>
                            <p:spTgt spid="1136"/>
                          </p:tgtEl>
                        </p:cond>
                      </p:stCondLst>
                      <p:childTnLst>
                        <p:par>
                          <p:cTn id="3156" fill="hold">
                            <p:stCondLst>
                              <p:cond delay="0"/>
                            </p:stCondLst>
                            <p:childTnLst>
                              <p:par>
                                <p:cTn id="3157" nodeType="clickEffect" fill="hold" presetClass="exit" presetID="9">
                                  <p:stCondLst>
                                    <p:cond delay="0"/>
                                  </p:stCondLst>
                                  <p:childTnLst>
                                    <p:animEffect filter="dissolve" transition="out">
                                      <p:cBhvr additive="repl">
                                        <p:cTn id="3158" dur="500"/>
                                        <p:tgtEl>
                                          <p:spTgt spid="1136"/>
                                        </p:tgtEl>
                                      </p:cBhvr>
                                    </p:animEffect>
                                    <p:set>
                                      <p:cBhvr>
                                        <p:cTn id="3159" dur="1" fill="hold">
                                          <p:stCondLst>
                                            <p:cond delay="499"/>
                                          </p:stCondLst>
                                        </p:cTn>
                                        <p:tgtEl>
                                          <p:spTgt spid="1136"/>
                                        </p:tgtEl>
                                        <p:attrNameLst>
                                          <p:attrName>style.visibility</p:attrName>
                                        </p:attrNameLst>
                                      </p:cBhvr>
                                      <p:to>
                                        <p:strVal val="hidden"/>
                                      </p:to>
                                    </p:set>
                                  </p:childTnLst>
                                </p:cTn>
                              </p:par>
                              <p:par>
                                <p:cTn id="3160" nodeType="withEffect" fill="hold" presetClass="exit" presetID="9">
                                  <p:stCondLst>
                                    <p:cond delay="0"/>
                                  </p:stCondLst>
                                  <p:childTnLst>
                                    <p:animEffect filter="dissolve" transition="out">
                                      <p:cBhvr additive="repl">
                                        <p:cTn id="3161" dur="500"/>
                                        <p:tgtEl>
                                          <p:spTgt spid="1135"/>
                                        </p:tgtEl>
                                      </p:cBhvr>
                                    </p:animEffect>
                                    <p:set>
                                      <p:cBhvr>
                                        <p:cTn id="3162" dur="1" fill="hold">
                                          <p:stCondLst>
                                            <p:cond delay="499"/>
                                          </p:stCondLst>
                                        </p:cTn>
                                        <p:tgtEl>
                                          <p:spTgt spid="1135"/>
                                        </p:tgtEl>
                                        <p:attrNameLst>
                                          <p:attrName>style.visibility</p:attrName>
                                        </p:attrNameLst>
                                      </p:cBhvr>
                                      <p:to>
                                        <p:strVal val="hidden"/>
                                      </p:to>
                                    </p:set>
                                  </p:childTnLst>
                                </p:cTn>
                              </p:par>
                              <p:par>
                                <p:cTn id="3163" nodeType="withEffect" fill="hold" presetClass="emph" presetID="1" presetSubtype="2">
                                  <p:stCondLst>
                                    <p:cond delay="0"/>
                                  </p:stCondLst>
                                  <p:childTnLst>
                                    <p:animClr clrSpc="rgb">
                                      <p:cBhvr>
                                        <p:cTn id="3164" dur="500" fill="hold"/>
                                        <p:tgtEl>
                                          <p:spTgt spid="1134"/>
                                        </p:tgtEl>
                                        <p:attrNameLst>
                                          <p:attrName>fillcolor</p:attrName>
                                        </p:attrNameLst>
                                      </p:cBhvr>
                                      <p:to>
                                        <a:srgbClr val="95b3d7"/>
                                      </p:to>
                                    </p:animClr>
                                    <p:set>
                                      <p:cBhvr>
                                        <p:cTn id="3165" dur="500" fill="hold"/>
                                        <p:tgtEl>
                                          <p:spTgt spid="1134"/>
                                        </p:tgtEl>
                                        <p:attrNameLst>
                                          <p:attrName>fill.type</p:attrName>
                                        </p:attrNameLst>
                                      </p:cBhvr>
                                      <p:to>
                                        <p:strVal val="solid"/>
                                      </p:to>
                                    </p:set>
                                    <p:set>
                                      <p:cBhvr>
                                        <p:cTn id="3166" dur="500" fill="hold"/>
                                        <p:tgtEl>
                                          <p:spTgt spid="113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167" restart="whenNotActive" nodeType="interactiveSeq" fill="hold">
                <p:stCondLst>
                  <p:cond delay="0" evt="onClick">
                    <p:tgtEl>
                      <p:spTgt spid="1137"/>
                    </p:tgtEl>
                  </p:cond>
                </p:stCondLst>
                <p:childTnLst>
                  <p:par>
                    <p:cTn id="3168" fill="hold">
                      <p:stCondLst>
                        <p:cond delay="0" evt="onClick">
                          <p:tgtEl>
                            <p:spTgt spid="1137"/>
                          </p:tgtEl>
                        </p:cond>
                      </p:stCondLst>
                      <p:childTnLst>
                        <p:par>
                          <p:cTn id="3169" fill="hold">
                            <p:stCondLst>
                              <p:cond delay="0"/>
                            </p:stCondLst>
                            <p:childTnLst>
                              <p:par>
                                <p:cTn id="3170" nodeType="clickEffect" fill="hold" presetClass="entr" presetID="16" presetSubtype="21">
                                  <p:stCondLst>
                                    <p:cond delay="0"/>
                                  </p:stCondLst>
                                  <p:childTnLst>
                                    <p:set>
                                      <p:cBhvr>
                                        <p:cTn id="3171" dur="1" fill="hold">
                                          <p:stCondLst>
                                            <p:cond delay="0"/>
                                          </p:stCondLst>
                                        </p:cTn>
                                        <p:tgtEl>
                                          <p:spTgt spid="1140"/>
                                        </p:tgtEl>
                                        <p:attrNameLst>
                                          <p:attrName>style.visibility</p:attrName>
                                        </p:attrNameLst>
                                      </p:cBhvr>
                                      <p:to>
                                        <p:strVal val="visible"/>
                                      </p:to>
                                    </p:set>
                                    <p:animEffect filter="barn(inVertical)" transition="in">
                                      <p:cBhvr additive="repl">
                                        <p:cTn id="3172" dur="500"/>
                                        <p:tgtEl>
                                          <p:spTgt spid="1140"/>
                                        </p:tgtEl>
                                      </p:cBhvr>
                                    </p:animEffect>
                                  </p:childTnLst>
                                </p:cTn>
                              </p:par>
                              <p:par>
                                <p:cTn id="3173" nodeType="withEffect" fill="hold" presetClass="entr" presetID="16" presetSubtype="21">
                                  <p:stCondLst>
                                    <p:cond delay="0"/>
                                  </p:stCondLst>
                                  <p:childTnLst>
                                    <p:set>
                                      <p:cBhvr>
                                        <p:cTn id="3174" dur="1" fill="hold">
                                          <p:stCondLst>
                                            <p:cond delay="0"/>
                                          </p:stCondLst>
                                        </p:cTn>
                                        <p:tgtEl>
                                          <p:spTgt spid="1139"/>
                                        </p:tgtEl>
                                        <p:attrNameLst>
                                          <p:attrName>style.visibility</p:attrName>
                                        </p:attrNameLst>
                                      </p:cBhvr>
                                      <p:to>
                                        <p:strVal val="visible"/>
                                      </p:to>
                                    </p:set>
                                    <p:animEffect filter="barn(inVertical)" transition="in">
                                      <p:cBhvr additive="repl">
                                        <p:cTn id="3175" dur="500"/>
                                        <p:tgtEl>
                                          <p:spTgt spid="1139"/>
                                        </p:tgtEl>
                                      </p:cBhvr>
                                    </p:animEffect>
                                  </p:childTnLst>
                                </p:cTn>
                              </p:par>
                              <p:par>
                                <p:cTn id="3176" nodeType="withEffect" fill="hold" presetClass="emph" presetID="1" presetSubtype="2">
                                  <p:stCondLst>
                                    <p:cond delay="0"/>
                                  </p:stCondLst>
                                  <p:childTnLst>
                                    <p:animClr clrSpc="rgb">
                                      <p:cBhvr>
                                        <p:cTn id="3177" dur="500" fill="hold"/>
                                        <p:tgtEl>
                                          <p:spTgt spid="1138"/>
                                        </p:tgtEl>
                                        <p:attrNameLst>
                                          <p:attrName>fillcolor</p:attrName>
                                        </p:attrNameLst>
                                      </p:cBhvr>
                                      <p:to>
                                        <a:srgbClr val="8a80e4"/>
                                      </p:to>
                                    </p:animClr>
                                    <p:set>
                                      <p:cBhvr>
                                        <p:cTn id="3178" dur="500" fill="hold"/>
                                        <p:tgtEl>
                                          <p:spTgt spid="1138"/>
                                        </p:tgtEl>
                                        <p:attrNameLst>
                                          <p:attrName>fill.type</p:attrName>
                                        </p:attrNameLst>
                                      </p:cBhvr>
                                      <p:to>
                                        <p:strVal val="solid"/>
                                      </p:to>
                                    </p:set>
                                    <p:set>
                                      <p:cBhvr>
                                        <p:cTn id="3179" dur="500" fill="hold"/>
                                        <p:tgtEl>
                                          <p:spTgt spid="1138"/>
                                        </p:tgtEl>
                                        <p:attrNameLst>
                                          <p:attrName>fill.on</p:attrName>
                                        </p:attrNameLst>
                                      </p:cBhvr>
                                      <p:to>
                                        <p:strVal val="true"/>
                                      </p:to>
                                    </p:set>
                                  </p:childTnLst>
                                </p:cTn>
                              </p:par>
                              <p:par>
                                <p:cTn id="3180" nodeType="withEffect" fill="hold" presetClass="emph" presetID="1" presetSubtype="2">
                                  <p:stCondLst>
                                    <p:cond delay="0"/>
                                  </p:stCondLst>
                                  <p:childTnLst>
                                    <p:animClr clrSpc="rgb">
                                      <p:cBhvr>
                                        <p:cTn id="3181" dur="500" fill="hold"/>
                                        <p:tgtEl>
                                          <p:spTgt spid="1126"/>
                                        </p:tgtEl>
                                        <p:attrNameLst>
                                          <p:attrName>fillcolor</p:attrName>
                                        </p:attrNameLst>
                                      </p:cBhvr>
                                      <p:to>
                                        <a:srgbClr val="95b3d7"/>
                                      </p:to>
                                    </p:animClr>
                                    <p:set>
                                      <p:cBhvr>
                                        <p:cTn id="3182" dur="500" fill="hold"/>
                                        <p:tgtEl>
                                          <p:spTgt spid="1126"/>
                                        </p:tgtEl>
                                        <p:attrNameLst>
                                          <p:attrName>fill.type</p:attrName>
                                        </p:attrNameLst>
                                      </p:cBhvr>
                                      <p:to>
                                        <p:strVal val="solid"/>
                                      </p:to>
                                    </p:set>
                                    <p:set>
                                      <p:cBhvr>
                                        <p:cTn id="3183" dur="500" fill="hold"/>
                                        <p:tgtEl>
                                          <p:spTgt spid="1126"/>
                                        </p:tgtEl>
                                        <p:attrNameLst>
                                          <p:attrName>fill.on</p:attrName>
                                        </p:attrNameLst>
                                      </p:cBhvr>
                                      <p:to>
                                        <p:strVal val="true"/>
                                      </p:to>
                                    </p:set>
                                  </p:childTnLst>
                                </p:cTn>
                              </p:par>
                              <p:par>
                                <p:cTn id="3184" nodeType="withEffect" fill="hold" presetClass="emph" presetID="1" presetSubtype="2">
                                  <p:stCondLst>
                                    <p:cond delay="0"/>
                                  </p:stCondLst>
                                  <p:childTnLst>
                                    <p:animClr clrSpc="rgb">
                                      <p:cBhvr>
                                        <p:cTn id="3185" dur="500" fill="hold"/>
                                        <p:tgtEl>
                                          <p:spTgt spid="1130"/>
                                        </p:tgtEl>
                                        <p:attrNameLst>
                                          <p:attrName>fillcolor</p:attrName>
                                        </p:attrNameLst>
                                      </p:cBhvr>
                                      <p:to>
                                        <a:srgbClr val="95b3d7"/>
                                      </p:to>
                                    </p:animClr>
                                    <p:set>
                                      <p:cBhvr>
                                        <p:cTn id="3186" dur="500" fill="hold"/>
                                        <p:tgtEl>
                                          <p:spTgt spid="1130"/>
                                        </p:tgtEl>
                                        <p:attrNameLst>
                                          <p:attrName>fill.type</p:attrName>
                                        </p:attrNameLst>
                                      </p:cBhvr>
                                      <p:to>
                                        <p:strVal val="solid"/>
                                      </p:to>
                                    </p:set>
                                    <p:set>
                                      <p:cBhvr>
                                        <p:cTn id="3187" dur="500" fill="hold"/>
                                        <p:tgtEl>
                                          <p:spTgt spid="1130"/>
                                        </p:tgtEl>
                                        <p:attrNameLst>
                                          <p:attrName>fill.on</p:attrName>
                                        </p:attrNameLst>
                                      </p:cBhvr>
                                      <p:to>
                                        <p:strVal val="true"/>
                                      </p:to>
                                    </p:set>
                                  </p:childTnLst>
                                </p:cTn>
                              </p:par>
                              <p:par>
                                <p:cTn id="3188" nodeType="withEffect" fill="hold" presetClass="emph" presetID="1" presetSubtype="2">
                                  <p:stCondLst>
                                    <p:cond delay="0"/>
                                  </p:stCondLst>
                                  <p:childTnLst>
                                    <p:animClr clrSpc="rgb">
                                      <p:cBhvr>
                                        <p:cTn id="3189" dur="500" fill="hold"/>
                                        <p:tgtEl>
                                          <p:spTgt spid="1134"/>
                                        </p:tgtEl>
                                        <p:attrNameLst>
                                          <p:attrName>fillcolor</p:attrName>
                                        </p:attrNameLst>
                                      </p:cBhvr>
                                      <p:to>
                                        <a:srgbClr val="95b3d7"/>
                                      </p:to>
                                    </p:animClr>
                                    <p:set>
                                      <p:cBhvr>
                                        <p:cTn id="3190" dur="500" fill="hold"/>
                                        <p:tgtEl>
                                          <p:spTgt spid="1134"/>
                                        </p:tgtEl>
                                        <p:attrNameLst>
                                          <p:attrName>fill.type</p:attrName>
                                        </p:attrNameLst>
                                      </p:cBhvr>
                                      <p:to>
                                        <p:strVal val="solid"/>
                                      </p:to>
                                    </p:set>
                                    <p:set>
                                      <p:cBhvr>
                                        <p:cTn id="3191" dur="500" fill="hold"/>
                                        <p:tgtEl>
                                          <p:spTgt spid="1134"/>
                                        </p:tgtEl>
                                        <p:attrNameLst>
                                          <p:attrName>fill.on</p:attrName>
                                        </p:attrNameLst>
                                      </p:cBhvr>
                                      <p:to>
                                        <p:strVal val="true"/>
                                      </p:to>
                                    </p:set>
                                  </p:childTnLst>
                                </p:cTn>
                              </p:par>
                              <p:par>
                                <p:cTn id="3192" nodeType="withEffect" fill="hold" presetClass="exit" presetID="10">
                                  <p:stCondLst>
                                    <p:cond delay="0"/>
                                  </p:stCondLst>
                                  <p:childTnLst>
                                    <p:animEffect filter="fade" transition="out">
                                      <p:cBhvr additive="repl">
                                        <p:cTn id="3193" dur="500"/>
                                        <p:tgtEl>
                                          <p:spTgt spid="1128"/>
                                        </p:tgtEl>
                                      </p:cBhvr>
                                    </p:animEffect>
                                    <p:set>
                                      <p:cBhvr>
                                        <p:cTn id="3194" dur="1" fill="hold">
                                          <p:stCondLst>
                                            <p:cond delay="499"/>
                                          </p:stCondLst>
                                        </p:cTn>
                                        <p:tgtEl>
                                          <p:spTgt spid="1128"/>
                                        </p:tgtEl>
                                        <p:attrNameLst>
                                          <p:attrName>style.visibility</p:attrName>
                                        </p:attrNameLst>
                                      </p:cBhvr>
                                      <p:to>
                                        <p:strVal val="hidden"/>
                                      </p:to>
                                    </p:set>
                                  </p:childTnLst>
                                </p:cTn>
                              </p:par>
                              <p:par>
                                <p:cTn id="3195" nodeType="withEffect" fill="hold" presetClass="exit" presetID="10">
                                  <p:stCondLst>
                                    <p:cond delay="0"/>
                                  </p:stCondLst>
                                  <p:childTnLst>
                                    <p:animEffect filter="fade" transition="out">
                                      <p:cBhvr additive="repl">
                                        <p:cTn id="3196" dur="500"/>
                                        <p:tgtEl>
                                          <p:spTgt spid="1127"/>
                                        </p:tgtEl>
                                      </p:cBhvr>
                                    </p:animEffect>
                                    <p:set>
                                      <p:cBhvr>
                                        <p:cTn id="3197" dur="1" fill="hold">
                                          <p:stCondLst>
                                            <p:cond delay="499"/>
                                          </p:stCondLst>
                                        </p:cTn>
                                        <p:tgtEl>
                                          <p:spTgt spid="1127"/>
                                        </p:tgtEl>
                                        <p:attrNameLst>
                                          <p:attrName>style.visibility</p:attrName>
                                        </p:attrNameLst>
                                      </p:cBhvr>
                                      <p:to>
                                        <p:strVal val="hidden"/>
                                      </p:to>
                                    </p:set>
                                  </p:childTnLst>
                                </p:cTn>
                              </p:par>
                              <p:par>
                                <p:cTn id="3198" nodeType="withEffect" fill="hold" presetClass="exit" presetID="10">
                                  <p:stCondLst>
                                    <p:cond delay="0"/>
                                  </p:stCondLst>
                                  <p:childTnLst>
                                    <p:animEffect filter="fade" transition="out">
                                      <p:cBhvr additive="repl">
                                        <p:cTn id="3199" dur="500"/>
                                        <p:tgtEl>
                                          <p:spTgt spid="1132"/>
                                        </p:tgtEl>
                                      </p:cBhvr>
                                    </p:animEffect>
                                    <p:set>
                                      <p:cBhvr>
                                        <p:cTn id="3200" dur="1" fill="hold">
                                          <p:stCondLst>
                                            <p:cond delay="499"/>
                                          </p:stCondLst>
                                        </p:cTn>
                                        <p:tgtEl>
                                          <p:spTgt spid="1132"/>
                                        </p:tgtEl>
                                        <p:attrNameLst>
                                          <p:attrName>style.visibility</p:attrName>
                                        </p:attrNameLst>
                                      </p:cBhvr>
                                      <p:to>
                                        <p:strVal val="hidden"/>
                                      </p:to>
                                    </p:set>
                                  </p:childTnLst>
                                </p:cTn>
                              </p:par>
                              <p:par>
                                <p:cTn id="3201" nodeType="withEffect" fill="hold" presetClass="exit" presetID="10">
                                  <p:stCondLst>
                                    <p:cond delay="0"/>
                                  </p:stCondLst>
                                  <p:childTnLst>
                                    <p:animEffect filter="fade" transition="out">
                                      <p:cBhvr additive="repl">
                                        <p:cTn id="3202" dur="500"/>
                                        <p:tgtEl>
                                          <p:spTgt spid="1131"/>
                                        </p:tgtEl>
                                      </p:cBhvr>
                                    </p:animEffect>
                                    <p:set>
                                      <p:cBhvr>
                                        <p:cTn id="3203" dur="1" fill="hold">
                                          <p:stCondLst>
                                            <p:cond delay="499"/>
                                          </p:stCondLst>
                                        </p:cTn>
                                        <p:tgtEl>
                                          <p:spTgt spid="1131"/>
                                        </p:tgtEl>
                                        <p:attrNameLst>
                                          <p:attrName>style.visibility</p:attrName>
                                        </p:attrNameLst>
                                      </p:cBhvr>
                                      <p:to>
                                        <p:strVal val="hidden"/>
                                      </p:to>
                                    </p:set>
                                  </p:childTnLst>
                                </p:cTn>
                              </p:par>
                              <p:par>
                                <p:cTn id="3204" nodeType="withEffect" fill="hold" presetClass="exit" presetID="10">
                                  <p:stCondLst>
                                    <p:cond delay="0"/>
                                  </p:stCondLst>
                                  <p:childTnLst>
                                    <p:animEffect filter="fade" transition="out">
                                      <p:cBhvr additive="repl">
                                        <p:cTn id="3205" dur="500"/>
                                        <p:tgtEl>
                                          <p:spTgt spid="1136"/>
                                        </p:tgtEl>
                                      </p:cBhvr>
                                    </p:animEffect>
                                    <p:set>
                                      <p:cBhvr>
                                        <p:cTn id="3206" dur="1" fill="hold">
                                          <p:stCondLst>
                                            <p:cond delay="499"/>
                                          </p:stCondLst>
                                        </p:cTn>
                                        <p:tgtEl>
                                          <p:spTgt spid="1136"/>
                                        </p:tgtEl>
                                        <p:attrNameLst>
                                          <p:attrName>style.visibility</p:attrName>
                                        </p:attrNameLst>
                                      </p:cBhvr>
                                      <p:to>
                                        <p:strVal val="hidden"/>
                                      </p:to>
                                    </p:set>
                                  </p:childTnLst>
                                </p:cTn>
                              </p:par>
                              <p:par>
                                <p:cTn id="3207" nodeType="withEffect" fill="hold" presetClass="exit" presetID="10">
                                  <p:stCondLst>
                                    <p:cond delay="0"/>
                                  </p:stCondLst>
                                  <p:childTnLst>
                                    <p:animEffect filter="fade" transition="out">
                                      <p:cBhvr additive="repl">
                                        <p:cTn id="3208" dur="500"/>
                                        <p:tgtEl>
                                          <p:spTgt spid="1135"/>
                                        </p:tgtEl>
                                      </p:cBhvr>
                                    </p:animEffect>
                                    <p:set>
                                      <p:cBhvr>
                                        <p:cTn id="3209" dur="1" fill="hold">
                                          <p:stCondLst>
                                            <p:cond delay="499"/>
                                          </p:stCondLst>
                                        </p:cTn>
                                        <p:tgtEl>
                                          <p:spTgt spid="113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210" restart="whenNotActive" nodeType="interactiveSeq" fill="hold">
                <p:stCondLst>
                  <p:cond delay="0" evt="onClick">
                    <p:tgtEl>
                      <p:spTgt spid="1140"/>
                    </p:tgtEl>
                  </p:cond>
                </p:stCondLst>
                <p:childTnLst>
                  <p:par>
                    <p:cTn id="3211" fill="hold">
                      <p:stCondLst>
                        <p:cond delay="0" evt="onClick">
                          <p:tgtEl>
                            <p:spTgt spid="1140"/>
                          </p:tgtEl>
                        </p:cond>
                      </p:stCondLst>
                      <p:childTnLst>
                        <p:par>
                          <p:cTn id="3212" fill="hold">
                            <p:stCondLst>
                              <p:cond delay="0"/>
                            </p:stCondLst>
                            <p:childTnLst>
                              <p:par>
                                <p:cTn id="3213" nodeType="clickEffect" fill="hold" presetClass="exit" presetID="9">
                                  <p:stCondLst>
                                    <p:cond delay="0"/>
                                  </p:stCondLst>
                                  <p:childTnLst>
                                    <p:animEffect filter="dissolve" transition="out">
                                      <p:cBhvr additive="repl">
                                        <p:cTn id="3214" dur="500"/>
                                        <p:tgtEl>
                                          <p:spTgt spid="1140"/>
                                        </p:tgtEl>
                                      </p:cBhvr>
                                    </p:animEffect>
                                    <p:set>
                                      <p:cBhvr>
                                        <p:cTn id="3215" dur="1" fill="hold">
                                          <p:stCondLst>
                                            <p:cond delay="499"/>
                                          </p:stCondLst>
                                        </p:cTn>
                                        <p:tgtEl>
                                          <p:spTgt spid="1140"/>
                                        </p:tgtEl>
                                        <p:attrNameLst>
                                          <p:attrName>style.visibility</p:attrName>
                                        </p:attrNameLst>
                                      </p:cBhvr>
                                      <p:to>
                                        <p:strVal val="hidden"/>
                                      </p:to>
                                    </p:set>
                                  </p:childTnLst>
                                </p:cTn>
                              </p:par>
                              <p:par>
                                <p:cTn id="3216" nodeType="withEffect" fill="hold" presetClass="exit" presetID="9">
                                  <p:stCondLst>
                                    <p:cond delay="0"/>
                                  </p:stCondLst>
                                  <p:childTnLst>
                                    <p:animEffect filter="dissolve" transition="out">
                                      <p:cBhvr additive="repl">
                                        <p:cTn id="3217" dur="500"/>
                                        <p:tgtEl>
                                          <p:spTgt spid="1139"/>
                                        </p:tgtEl>
                                      </p:cBhvr>
                                    </p:animEffect>
                                    <p:set>
                                      <p:cBhvr>
                                        <p:cTn id="3218" dur="1" fill="hold">
                                          <p:stCondLst>
                                            <p:cond delay="499"/>
                                          </p:stCondLst>
                                        </p:cTn>
                                        <p:tgtEl>
                                          <p:spTgt spid="1139"/>
                                        </p:tgtEl>
                                        <p:attrNameLst>
                                          <p:attrName>style.visibility</p:attrName>
                                        </p:attrNameLst>
                                      </p:cBhvr>
                                      <p:to>
                                        <p:strVal val="hidden"/>
                                      </p:to>
                                    </p:set>
                                  </p:childTnLst>
                                </p:cTn>
                              </p:par>
                              <p:par>
                                <p:cTn id="3219" nodeType="withEffect" fill="hold" presetClass="emph" presetID="1" presetSubtype="2">
                                  <p:stCondLst>
                                    <p:cond delay="0"/>
                                  </p:stCondLst>
                                  <p:childTnLst>
                                    <p:animClr clrSpc="rgb">
                                      <p:cBhvr>
                                        <p:cTn id="3220" dur="500" fill="hold"/>
                                        <p:tgtEl>
                                          <p:spTgt spid="1138"/>
                                        </p:tgtEl>
                                        <p:attrNameLst>
                                          <p:attrName>fillcolor</p:attrName>
                                        </p:attrNameLst>
                                      </p:cBhvr>
                                      <p:to>
                                        <a:srgbClr val="95b3d7"/>
                                      </p:to>
                                    </p:animClr>
                                    <p:set>
                                      <p:cBhvr>
                                        <p:cTn id="3221" dur="500" fill="hold"/>
                                        <p:tgtEl>
                                          <p:spTgt spid="1138"/>
                                        </p:tgtEl>
                                        <p:attrNameLst>
                                          <p:attrName>fill.type</p:attrName>
                                        </p:attrNameLst>
                                      </p:cBhvr>
                                      <p:to>
                                        <p:strVal val="solid"/>
                                      </p:to>
                                    </p:set>
                                    <p:set>
                                      <p:cBhvr>
                                        <p:cTn id="3222" dur="500" fill="hold"/>
                                        <p:tgtEl>
                                          <p:spTgt spid="1138"/>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142"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143"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4"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ÚLTIMA QUESTÃO </a:t>
            </a:r>
            <a:br>
              <a:rPr sz="4400"/>
            </a:br>
            <a:endParaRPr b="0" lang="pt-BR" sz="2800" spc="-1" strike="noStrike">
              <a:solidFill>
                <a:schemeClr val="dk1"/>
              </a:solidFill>
              <a:latin typeface="Arial"/>
            </a:endParaRPr>
          </a:p>
        </p:txBody>
      </p:sp>
      <p:sp>
        <p:nvSpPr>
          <p:cNvPr id="1145" name="PlaceHolder 2"/>
          <p:cNvSpPr>
            <a:spLocks noGrp="1"/>
          </p:cNvSpPr>
          <p:nvPr>
            <p:ph type="subTitle"/>
          </p:nvPr>
        </p:nvSpPr>
        <p:spPr>
          <a:xfrm>
            <a:off x="1398600" y="1335240"/>
            <a:ext cx="7058160" cy="24588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anemômetro tipo “B”,qual é a função do integrador mecânico?</a:t>
            </a:r>
            <a:endParaRPr b="0" lang="pt-BR" sz="1600" spc="-1" strike="noStrike">
              <a:solidFill>
                <a:srgbClr val="000000"/>
              </a:solidFill>
              <a:latin typeface="Arial"/>
            </a:endParaRPr>
          </a:p>
        </p:txBody>
      </p:sp>
      <p:sp>
        <p:nvSpPr>
          <p:cNvPr id="1146"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147"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Receber o sinal do gerador de indução</a:t>
            </a:r>
            <a:endParaRPr b="0" lang="pt-BR" sz="1800" spc="-1" strike="noStrike">
              <a:solidFill>
                <a:srgbClr val="000000"/>
              </a:solidFill>
              <a:latin typeface="Arial"/>
            </a:endParaRPr>
          </a:p>
        </p:txBody>
      </p:sp>
      <p:sp>
        <p:nvSpPr>
          <p:cNvPr id="1148"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49"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50"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151"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Amortecer as oscilações </a:t>
            </a:r>
            <a:endParaRPr b="0" lang="pt-BR" sz="1800" spc="-1" strike="noStrike">
              <a:solidFill>
                <a:srgbClr val="000000"/>
              </a:solidFill>
              <a:latin typeface="Arial"/>
            </a:endParaRPr>
          </a:p>
        </p:txBody>
      </p:sp>
      <p:sp>
        <p:nvSpPr>
          <p:cNvPr id="1152"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53"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54"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155"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Converter o movimento rotativo em angular </a:t>
            </a:r>
            <a:endParaRPr b="0" lang="pt-BR" sz="1800" spc="-1" strike="noStrike">
              <a:solidFill>
                <a:srgbClr val="000000"/>
              </a:solidFill>
              <a:latin typeface="Arial"/>
            </a:endParaRPr>
          </a:p>
        </p:txBody>
      </p:sp>
      <p:sp>
        <p:nvSpPr>
          <p:cNvPr id="1156" name="Botão de ação: Personalizar 14">
            <a:hlinkClick r:id="" action="ppaction://hlinkshowjump?jump=nex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57"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158"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159"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Feedback </a:t>
            </a:r>
            <a:endParaRPr b="0" lang="pt-BR" sz="1800" spc="-1" strike="noStrike">
              <a:solidFill>
                <a:srgbClr val="000000"/>
              </a:solidFill>
              <a:latin typeface="Arial"/>
            </a:endParaRPr>
          </a:p>
        </p:txBody>
      </p:sp>
      <p:sp>
        <p:nvSpPr>
          <p:cNvPr id="1160"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161"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223" dur="indefinite" restart="never" nodeType="tmRoot">
          <p:childTnLst>
            <p:seq>
              <p:cTn id="3224" dur="indefinite" nodeType="mainSeq">
                <p:childTnLst>
                  <p:par>
                    <p:cTn id="3225" fill="hold">
                      <p:stCondLst>
                        <p:cond delay="0"/>
                      </p:stCondLst>
                      <p:childTnLst>
                        <p:par>
                          <p:cTn id="3226" fill="hold">
                            <p:stCondLst>
                              <p:cond delay="0"/>
                            </p:stCondLst>
                            <p:childTnLst>
                              <p:par>
                                <p:cTn id="3227" nodeType="withEffect" fill="hold" presetClass="entr" presetID="10">
                                  <p:stCondLst>
                                    <p:cond delay="0"/>
                                  </p:stCondLst>
                                  <p:childTnLst>
                                    <p:set>
                                      <p:cBhvr>
                                        <p:cTn id="3228" dur="1" fill="hold">
                                          <p:stCondLst>
                                            <p:cond delay="0"/>
                                          </p:stCondLst>
                                        </p:cTn>
                                        <p:tgtEl>
                                          <p:spTgt spid="1147"/>
                                        </p:tgtEl>
                                        <p:attrNameLst>
                                          <p:attrName>style.visibility</p:attrName>
                                        </p:attrNameLst>
                                      </p:cBhvr>
                                      <p:to>
                                        <p:strVal val="visible"/>
                                      </p:to>
                                    </p:set>
                                    <p:animEffect filter="fade" transition="in">
                                      <p:cBhvr additive="repl">
                                        <p:cTn id="3229" dur="500"/>
                                        <p:tgtEl>
                                          <p:spTgt spid="1147"/>
                                        </p:tgtEl>
                                      </p:cBhvr>
                                    </p:animEffect>
                                  </p:childTnLst>
                                </p:cTn>
                              </p:par>
                              <p:par>
                                <p:cTn id="3230" nodeType="withEffect" fill="hold" presetClass="entr" presetID="10">
                                  <p:stCondLst>
                                    <p:cond delay="0"/>
                                  </p:stCondLst>
                                  <p:childTnLst>
                                    <p:set>
                                      <p:cBhvr>
                                        <p:cTn id="3231" dur="1" fill="hold">
                                          <p:stCondLst>
                                            <p:cond delay="0"/>
                                          </p:stCondLst>
                                        </p:cTn>
                                        <p:tgtEl>
                                          <p:spTgt spid="1146"/>
                                        </p:tgtEl>
                                        <p:attrNameLst>
                                          <p:attrName>style.visibility</p:attrName>
                                        </p:attrNameLst>
                                      </p:cBhvr>
                                      <p:to>
                                        <p:strVal val="visible"/>
                                      </p:to>
                                    </p:set>
                                    <p:animEffect filter="fade" transition="in">
                                      <p:cBhvr additive="repl">
                                        <p:cTn id="3232" dur="500"/>
                                        <p:tgtEl>
                                          <p:spTgt spid="1146"/>
                                        </p:tgtEl>
                                      </p:cBhvr>
                                    </p:animEffect>
                                  </p:childTnLst>
                                </p:cTn>
                              </p:par>
                              <p:par>
                                <p:cTn id="3233" nodeType="withEffect" fill="hold" presetClass="entr" presetID="10">
                                  <p:stCondLst>
                                    <p:cond delay="0"/>
                                  </p:stCondLst>
                                  <p:childTnLst>
                                    <p:set>
                                      <p:cBhvr>
                                        <p:cTn id="3234" dur="1" fill="hold">
                                          <p:stCondLst>
                                            <p:cond delay="0"/>
                                          </p:stCondLst>
                                        </p:cTn>
                                        <p:tgtEl>
                                          <p:spTgt spid="1150"/>
                                        </p:tgtEl>
                                        <p:attrNameLst>
                                          <p:attrName>style.visibility</p:attrName>
                                        </p:attrNameLst>
                                      </p:cBhvr>
                                      <p:to>
                                        <p:strVal val="visible"/>
                                      </p:to>
                                    </p:set>
                                    <p:animEffect filter="fade" transition="in">
                                      <p:cBhvr additive="repl">
                                        <p:cTn id="3235" dur="500"/>
                                        <p:tgtEl>
                                          <p:spTgt spid="1150"/>
                                        </p:tgtEl>
                                      </p:cBhvr>
                                    </p:animEffect>
                                  </p:childTnLst>
                                </p:cTn>
                              </p:par>
                              <p:par>
                                <p:cTn id="3236" nodeType="withEffect" fill="hold" presetClass="entr" presetID="10">
                                  <p:stCondLst>
                                    <p:cond delay="0"/>
                                  </p:stCondLst>
                                  <p:childTnLst>
                                    <p:set>
                                      <p:cBhvr>
                                        <p:cTn id="3237" dur="1" fill="hold">
                                          <p:stCondLst>
                                            <p:cond delay="0"/>
                                          </p:stCondLst>
                                        </p:cTn>
                                        <p:tgtEl>
                                          <p:spTgt spid="1151"/>
                                        </p:tgtEl>
                                        <p:attrNameLst>
                                          <p:attrName>style.visibility</p:attrName>
                                        </p:attrNameLst>
                                      </p:cBhvr>
                                      <p:to>
                                        <p:strVal val="visible"/>
                                      </p:to>
                                    </p:set>
                                    <p:animEffect filter="fade" transition="in">
                                      <p:cBhvr additive="repl">
                                        <p:cTn id="3238" dur="500"/>
                                        <p:tgtEl>
                                          <p:spTgt spid="1151"/>
                                        </p:tgtEl>
                                      </p:cBhvr>
                                    </p:animEffect>
                                  </p:childTnLst>
                                </p:cTn>
                              </p:par>
                              <p:par>
                                <p:cTn id="3239" nodeType="withEffect" fill="hold" presetClass="entr" presetID="10">
                                  <p:stCondLst>
                                    <p:cond delay="0"/>
                                  </p:stCondLst>
                                  <p:childTnLst>
                                    <p:set>
                                      <p:cBhvr>
                                        <p:cTn id="3240" dur="1" fill="hold">
                                          <p:stCondLst>
                                            <p:cond delay="0"/>
                                          </p:stCondLst>
                                        </p:cTn>
                                        <p:tgtEl>
                                          <p:spTgt spid="1154"/>
                                        </p:tgtEl>
                                        <p:attrNameLst>
                                          <p:attrName>style.visibility</p:attrName>
                                        </p:attrNameLst>
                                      </p:cBhvr>
                                      <p:to>
                                        <p:strVal val="visible"/>
                                      </p:to>
                                    </p:set>
                                    <p:animEffect filter="fade" transition="in">
                                      <p:cBhvr additive="repl">
                                        <p:cTn id="3241" dur="500"/>
                                        <p:tgtEl>
                                          <p:spTgt spid="1154"/>
                                        </p:tgtEl>
                                      </p:cBhvr>
                                    </p:animEffect>
                                  </p:childTnLst>
                                </p:cTn>
                              </p:par>
                              <p:par>
                                <p:cTn id="3242" nodeType="withEffect" fill="hold" presetClass="entr" presetID="10">
                                  <p:stCondLst>
                                    <p:cond delay="0"/>
                                  </p:stCondLst>
                                  <p:childTnLst>
                                    <p:set>
                                      <p:cBhvr>
                                        <p:cTn id="3243" dur="1" fill="hold">
                                          <p:stCondLst>
                                            <p:cond delay="0"/>
                                          </p:stCondLst>
                                        </p:cTn>
                                        <p:tgtEl>
                                          <p:spTgt spid="1155"/>
                                        </p:tgtEl>
                                        <p:attrNameLst>
                                          <p:attrName>style.visibility</p:attrName>
                                        </p:attrNameLst>
                                      </p:cBhvr>
                                      <p:to>
                                        <p:strVal val="visible"/>
                                      </p:to>
                                    </p:set>
                                    <p:animEffect filter="fade" transition="in">
                                      <p:cBhvr additive="repl">
                                        <p:cTn id="3244" dur="500"/>
                                        <p:tgtEl>
                                          <p:spTgt spid="1155"/>
                                        </p:tgtEl>
                                      </p:cBhvr>
                                    </p:animEffect>
                                  </p:childTnLst>
                                </p:cTn>
                              </p:par>
                              <p:par>
                                <p:cTn id="3245" nodeType="withEffect" fill="hold" presetClass="entr" presetID="10">
                                  <p:stCondLst>
                                    <p:cond delay="0"/>
                                  </p:stCondLst>
                                  <p:childTnLst>
                                    <p:set>
                                      <p:cBhvr>
                                        <p:cTn id="3246" dur="1" fill="hold">
                                          <p:stCondLst>
                                            <p:cond delay="0"/>
                                          </p:stCondLst>
                                        </p:cTn>
                                        <p:tgtEl>
                                          <p:spTgt spid="1158"/>
                                        </p:tgtEl>
                                        <p:attrNameLst>
                                          <p:attrName>style.visibility</p:attrName>
                                        </p:attrNameLst>
                                      </p:cBhvr>
                                      <p:to>
                                        <p:strVal val="visible"/>
                                      </p:to>
                                    </p:set>
                                    <p:animEffect filter="fade" transition="in">
                                      <p:cBhvr additive="repl">
                                        <p:cTn id="3247" dur="500"/>
                                        <p:tgtEl>
                                          <p:spTgt spid="1158"/>
                                        </p:tgtEl>
                                      </p:cBhvr>
                                    </p:animEffect>
                                  </p:childTnLst>
                                </p:cTn>
                              </p:par>
                              <p:par>
                                <p:cTn id="3248" nodeType="withEffect" fill="hold" presetClass="entr" presetID="10">
                                  <p:stCondLst>
                                    <p:cond delay="0"/>
                                  </p:stCondLst>
                                  <p:childTnLst>
                                    <p:set>
                                      <p:cBhvr>
                                        <p:cTn id="3249" dur="1" fill="hold">
                                          <p:stCondLst>
                                            <p:cond delay="0"/>
                                          </p:stCondLst>
                                        </p:cTn>
                                        <p:tgtEl>
                                          <p:spTgt spid="1159"/>
                                        </p:tgtEl>
                                        <p:attrNameLst>
                                          <p:attrName>style.visibility</p:attrName>
                                        </p:attrNameLst>
                                      </p:cBhvr>
                                      <p:to>
                                        <p:strVal val="visible"/>
                                      </p:to>
                                    </p:set>
                                    <p:animEffect filter="fade" transition="in">
                                      <p:cBhvr additive="repl">
                                        <p:cTn id="3250" dur="500"/>
                                        <p:tgtEl>
                                          <p:spTgt spid="1159"/>
                                        </p:tgtEl>
                                      </p:cBhvr>
                                    </p:animEffect>
                                  </p:childTnLst>
                                </p:cTn>
                              </p:par>
                              <p:par>
                                <p:cTn id="3251" nodeType="withEffect" fill="hold" presetClass="exit" presetID="1">
                                  <p:stCondLst>
                                    <p:cond delay="0"/>
                                  </p:stCondLst>
                                  <p:childTnLst>
                                    <p:set>
                                      <p:cBhvr>
                                        <p:cTn id="3252" dur="1" fill="hold">
                                          <p:stCondLst>
                                            <p:cond delay="0"/>
                                          </p:stCondLst>
                                        </p:cTn>
                                        <p:tgtEl>
                                          <p:spTgt spid="1149"/>
                                        </p:tgtEl>
                                        <p:attrNameLst>
                                          <p:attrName>style.visibility</p:attrName>
                                        </p:attrNameLst>
                                      </p:cBhvr>
                                      <p:to>
                                        <p:strVal val="hidden"/>
                                      </p:to>
                                    </p:set>
                                  </p:childTnLst>
                                </p:cTn>
                              </p:par>
                              <p:par>
                                <p:cTn id="3253" nodeType="withEffect" fill="hold" presetClass="exit" presetID="1">
                                  <p:stCondLst>
                                    <p:cond delay="0"/>
                                  </p:stCondLst>
                                  <p:childTnLst>
                                    <p:set>
                                      <p:cBhvr>
                                        <p:cTn id="3254" dur="1" fill="hold">
                                          <p:stCondLst>
                                            <p:cond delay="0"/>
                                          </p:stCondLst>
                                        </p:cTn>
                                        <p:tgtEl>
                                          <p:spTgt spid="1148"/>
                                        </p:tgtEl>
                                        <p:attrNameLst>
                                          <p:attrName>style.visibility</p:attrName>
                                        </p:attrNameLst>
                                      </p:cBhvr>
                                      <p:to>
                                        <p:strVal val="hidden"/>
                                      </p:to>
                                    </p:set>
                                  </p:childTnLst>
                                </p:cTn>
                              </p:par>
                              <p:par>
                                <p:cTn id="3255" nodeType="withEffect" fill="hold" presetClass="exit" presetID="1">
                                  <p:stCondLst>
                                    <p:cond delay="0"/>
                                  </p:stCondLst>
                                  <p:childTnLst>
                                    <p:set>
                                      <p:cBhvr>
                                        <p:cTn id="3256" dur="1" fill="hold">
                                          <p:stCondLst>
                                            <p:cond delay="0"/>
                                          </p:stCondLst>
                                        </p:cTn>
                                        <p:tgtEl>
                                          <p:spTgt spid="1153"/>
                                        </p:tgtEl>
                                        <p:attrNameLst>
                                          <p:attrName>style.visibility</p:attrName>
                                        </p:attrNameLst>
                                      </p:cBhvr>
                                      <p:to>
                                        <p:strVal val="hidden"/>
                                      </p:to>
                                    </p:set>
                                  </p:childTnLst>
                                </p:cTn>
                              </p:par>
                              <p:par>
                                <p:cTn id="3257" nodeType="withEffect" fill="hold" presetClass="exit" presetID="1">
                                  <p:stCondLst>
                                    <p:cond delay="0"/>
                                  </p:stCondLst>
                                  <p:childTnLst>
                                    <p:set>
                                      <p:cBhvr>
                                        <p:cTn id="3258" dur="1" fill="hold">
                                          <p:stCondLst>
                                            <p:cond delay="0"/>
                                          </p:stCondLst>
                                        </p:cTn>
                                        <p:tgtEl>
                                          <p:spTgt spid="1152"/>
                                        </p:tgtEl>
                                        <p:attrNameLst>
                                          <p:attrName>style.visibility</p:attrName>
                                        </p:attrNameLst>
                                      </p:cBhvr>
                                      <p:to>
                                        <p:strVal val="hidden"/>
                                      </p:to>
                                    </p:set>
                                  </p:childTnLst>
                                </p:cTn>
                              </p:par>
                              <p:par>
                                <p:cTn id="3259" nodeType="withEffect" fill="hold" presetClass="exit" presetID="1">
                                  <p:stCondLst>
                                    <p:cond delay="0"/>
                                  </p:stCondLst>
                                  <p:childTnLst>
                                    <p:set>
                                      <p:cBhvr>
                                        <p:cTn id="3260" dur="1" fill="hold">
                                          <p:stCondLst>
                                            <p:cond delay="0"/>
                                          </p:stCondLst>
                                        </p:cTn>
                                        <p:tgtEl>
                                          <p:spTgt spid="1157"/>
                                        </p:tgtEl>
                                        <p:attrNameLst>
                                          <p:attrName>style.visibility</p:attrName>
                                        </p:attrNameLst>
                                      </p:cBhvr>
                                      <p:to>
                                        <p:strVal val="hidden"/>
                                      </p:to>
                                    </p:set>
                                  </p:childTnLst>
                                </p:cTn>
                              </p:par>
                              <p:par>
                                <p:cTn id="3261" nodeType="withEffect" fill="hold" presetClass="exit" presetID="1">
                                  <p:stCondLst>
                                    <p:cond delay="0"/>
                                  </p:stCondLst>
                                  <p:childTnLst>
                                    <p:set>
                                      <p:cBhvr>
                                        <p:cTn id="3262" dur="1" fill="hold">
                                          <p:stCondLst>
                                            <p:cond delay="0"/>
                                          </p:stCondLst>
                                        </p:cTn>
                                        <p:tgtEl>
                                          <p:spTgt spid="1156"/>
                                        </p:tgtEl>
                                        <p:attrNameLst>
                                          <p:attrName>style.visibility</p:attrName>
                                        </p:attrNameLst>
                                      </p:cBhvr>
                                      <p:to>
                                        <p:strVal val="hidden"/>
                                      </p:to>
                                    </p:set>
                                  </p:childTnLst>
                                </p:cTn>
                              </p:par>
                              <p:par>
                                <p:cTn id="3263" nodeType="withEffect" fill="hold" presetClass="exit" presetID="1">
                                  <p:stCondLst>
                                    <p:cond delay="0"/>
                                  </p:stCondLst>
                                  <p:childTnLst>
                                    <p:set>
                                      <p:cBhvr>
                                        <p:cTn id="3264" dur="1" fill="hold">
                                          <p:stCondLst>
                                            <p:cond delay="0"/>
                                          </p:stCondLst>
                                        </p:cTn>
                                        <p:tgtEl>
                                          <p:spTgt spid="1161"/>
                                        </p:tgtEl>
                                        <p:attrNameLst>
                                          <p:attrName>style.visibility</p:attrName>
                                        </p:attrNameLst>
                                      </p:cBhvr>
                                      <p:to>
                                        <p:strVal val="hidden"/>
                                      </p:to>
                                    </p:set>
                                  </p:childTnLst>
                                </p:cTn>
                              </p:par>
                              <p:par>
                                <p:cTn id="3265" nodeType="withEffect" fill="hold" presetClass="exit" presetID="1">
                                  <p:stCondLst>
                                    <p:cond delay="0"/>
                                  </p:stCondLst>
                                  <p:childTnLst>
                                    <p:set>
                                      <p:cBhvr>
                                        <p:cTn id="3266" dur="1" fill="hold">
                                          <p:stCondLst>
                                            <p:cond delay="0"/>
                                          </p:stCondLst>
                                        </p:cTn>
                                        <p:tgtEl>
                                          <p:spTgt spid="11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267" restart="whenNotActive" nodeType="interactiveSeq" fill="hold">
                <p:stCondLst>
                  <p:cond delay="0" evt="onClick">
                    <p:tgtEl>
                      <p:spTgt spid="1146"/>
                    </p:tgtEl>
                  </p:cond>
                </p:stCondLst>
                <p:childTnLst>
                  <p:par>
                    <p:cTn id="3268" fill="hold">
                      <p:stCondLst>
                        <p:cond delay="0" evt="onClick">
                          <p:tgtEl>
                            <p:spTgt spid="1146"/>
                          </p:tgtEl>
                        </p:cond>
                      </p:stCondLst>
                      <p:childTnLst>
                        <p:par>
                          <p:cTn id="3269" fill="hold">
                            <p:stCondLst>
                              <p:cond delay="0"/>
                            </p:stCondLst>
                            <p:childTnLst>
                              <p:par>
                                <p:cTn id="3270" nodeType="clickEffect" fill="hold" presetClass="entr" presetID="16" presetSubtype="21">
                                  <p:stCondLst>
                                    <p:cond delay="0"/>
                                  </p:stCondLst>
                                  <p:childTnLst>
                                    <p:set>
                                      <p:cBhvr>
                                        <p:cTn id="3271" dur="1" fill="hold">
                                          <p:stCondLst>
                                            <p:cond delay="0"/>
                                          </p:stCondLst>
                                        </p:cTn>
                                        <p:tgtEl>
                                          <p:spTgt spid="1149"/>
                                        </p:tgtEl>
                                        <p:attrNameLst>
                                          <p:attrName>style.visibility</p:attrName>
                                        </p:attrNameLst>
                                      </p:cBhvr>
                                      <p:to>
                                        <p:strVal val="visible"/>
                                      </p:to>
                                    </p:set>
                                    <p:animEffect filter="barn(inVertical)" transition="in">
                                      <p:cBhvr additive="repl">
                                        <p:cTn id="3272" dur="500"/>
                                        <p:tgtEl>
                                          <p:spTgt spid="1149"/>
                                        </p:tgtEl>
                                      </p:cBhvr>
                                    </p:animEffect>
                                  </p:childTnLst>
                                </p:cTn>
                              </p:par>
                              <p:par>
                                <p:cTn id="3273" nodeType="withEffect" fill="hold" presetClass="entr" presetID="16" presetSubtype="21">
                                  <p:stCondLst>
                                    <p:cond delay="0"/>
                                  </p:stCondLst>
                                  <p:childTnLst>
                                    <p:set>
                                      <p:cBhvr>
                                        <p:cTn id="3274" dur="1" fill="hold">
                                          <p:stCondLst>
                                            <p:cond delay="0"/>
                                          </p:stCondLst>
                                        </p:cTn>
                                        <p:tgtEl>
                                          <p:spTgt spid="1148"/>
                                        </p:tgtEl>
                                        <p:attrNameLst>
                                          <p:attrName>style.visibility</p:attrName>
                                        </p:attrNameLst>
                                      </p:cBhvr>
                                      <p:to>
                                        <p:strVal val="visible"/>
                                      </p:to>
                                    </p:set>
                                    <p:animEffect filter="barn(inVertical)" transition="in">
                                      <p:cBhvr additive="repl">
                                        <p:cTn id="3275" dur="500"/>
                                        <p:tgtEl>
                                          <p:spTgt spid="1148"/>
                                        </p:tgtEl>
                                      </p:cBhvr>
                                    </p:animEffect>
                                  </p:childTnLst>
                                </p:cTn>
                              </p:par>
                              <p:par>
                                <p:cTn id="3276" nodeType="withEffect" fill="hold" presetClass="emph" presetID="1" presetSubtype="2">
                                  <p:stCondLst>
                                    <p:cond delay="0"/>
                                  </p:stCondLst>
                                  <p:childTnLst>
                                    <p:animClr clrSpc="rgb">
                                      <p:cBhvr>
                                        <p:cTn id="3277" dur="500" fill="hold"/>
                                        <p:tgtEl>
                                          <p:spTgt spid="1147"/>
                                        </p:tgtEl>
                                        <p:attrNameLst>
                                          <p:attrName>fillcolor</p:attrName>
                                        </p:attrNameLst>
                                      </p:cBhvr>
                                      <p:to>
                                        <a:srgbClr val="8a80e4"/>
                                      </p:to>
                                    </p:animClr>
                                    <p:set>
                                      <p:cBhvr>
                                        <p:cTn id="3278" dur="500" fill="hold"/>
                                        <p:tgtEl>
                                          <p:spTgt spid="1147"/>
                                        </p:tgtEl>
                                        <p:attrNameLst>
                                          <p:attrName>fill.type</p:attrName>
                                        </p:attrNameLst>
                                      </p:cBhvr>
                                      <p:to>
                                        <p:strVal val="solid"/>
                                      </p:to>
                                    </p:set>
                                    <p:set>
                                      <p:cBhvr>
                                        <p:cTn id="3279" dur="500" fill="hold"/>
                                        <p:tgtEl>
                                          <p:spTgt spid="1147"/>
                                        </p:tgtEl>
                                        <p:attrNameLst>
                                          <p:attrName>fill.on</p:attrName>
                                        </p:attrNameLst>
                                      </p:cBhvr>
                                      <p:to>
                                        <p:strVal val="true"/>
                                      </p:to>
                                    </p:set>
                                  </p:childTnLst>
                                </p:cTn>
                              </p:par>
                              <p:par>
                                <p:cTn id="3280" nodeType="withEffect" fill="hold" presetClass="emph" presetID="1" presetSubtype="2">
                                  <p:stCondLst>
                                    <p:cond delay="0"/>
                                  </p:stCondLst>
                                  <p:childTnLst>
                                    <p:animClr clrSpc="rgb">
                                      <p:cBhvr>
                                        <p:cTn id="3281" dur="500" fill="hold"/>
                                        <p:tgtEl>
                                          <p:spTgt spid="1151"/>
                                        </p:tgtEl>
                                        <p:attrNameLst>
                                          <p:attrName>fillcolor</p:attrName>
                                        </p:attrNameLst>
                                      </p:cBhvr>
                                      <p:to>
                                        <a:srgbClr val="95b3d7"/>
                                      </p:to>
                                    </p:animClr>
                                    <p:set>
                                      <p:cBhvr>
                                        <p:cTn id="3282" dur="500" fill="hold"/>
                                        <p:tgtEl>
                                          <p:spTgt spid="1151"/>
                                        </p:tgtEl>
                                        <p:attrNameLst>
                                          <p:attrName>fill.type</p:attrName>
                                        </p:attrNameLst>
                                      </p:cBhvr>
                                      <p:to>
                                        <p:strVal val="solid"/>
                                      </p:to>
                                    </p:set>
                                    <p:set>
                                      <p:cBhvr>
                                        <p:cTn id="3283" dur="500" fill="hold"/>
                                        <p:tgtEl>
                                          <p:spTgt spid="1151"/>
                                        </p:tgtEl>
                                        <p:attrNameLst>
                                          <p:attrName>fill.on</p:attrName>
                                        </p:attrNameLst>
                                      </p:cBhvr>
                                      <p:to>
                                        <p:strVal val="true"/>
                                      </p:to>
                                    </p:set>
                                  </p:childTnLst>
                                </p:cTn>
                              </p:par>
                              <p:par>
                                <p:cTn id="3284" nodeType="withEffect" fill="hold" presetClass="emph" presetID="1" presetSubtype="2">
                                  <p:stCondLst>
                                    <p:cond delay="0"/>
                                  </p:stCondLst>
                                  <p:childTnLst>
                                    <p:animClr clrSpc="rgb">
                                      <p:cBhvr>
                                        <p:cTn id="3285" dur="500" fill="hold"/>
                                        <p:tgtEl>
                                          <p:spTgt spid="1155"/>
                                        </p:tgtEl>
                                        <p:attrNameLst>
                                          <p:attrName>fillcolor</p:attrName>
                                        </p:attrNameLst>
                                      </p:cBhvr>
                                      <p:to>
                                        <a:srgbClr val="95b3d7"/>
                                      </p:to>
                                    </p:animClr>
                                    <p:set>
                                      <p:cBhvr>
                                        <p:cTn id="3286" dur="500" fill="hold"/>
                                        <p:tgtEl>
                                          <p:spTgt spid="1155"/>
                                        </p:tgtEl>
                                        <p:attrNameLst>
                                          <p:attrName>fill.type</p:attrName>
                                        </p:attrNameLst>
                                      </p:cBhvr>
                                      <p:to>
                                        <p:strVal val="solid"/>
                                      </p:to>
                                    </p:set>
                                    <p:set>
                                      <p:cBhvr>
                                        <p:cTn id="3287" dur="500" fill="hold"/>
                                        <p:tgtEl>
                                          <p:spTgt spid="1155"/>
                                        </p:tgtEl>
                                        <p:attrNameLst>
                                          <p:attrName>fill.on</p:attrName>
                                        </p:attrNameLst>
                                      </p:cBhvr>
                                      <p:to>
                                        <p:strVal val="true"/>
                                      </p:to>
                                    </p:set>
                                  </p:childTnLst>
                                </p:cTn>
                              </p:par>
                              <p:par>
                                <p:cTn id="3288" nodeType="withEffect" fill="hold" presetClass="emph" presetID="1" presetSubtype="2">
                                  <p:stCondLst>
                                    <p:cond delay="0"/>
                                  </p:stCondLst>
                                  <p:childTnLst>
                                    <p:animClr clrSpc="rgb">
                                      <p:cBhvr>
                                        <p:cTn id="3289" dur="500" fill="hold"/>
                                        <p:tgtEl>
                                          <p:spTgt spid="1159"/>
                                        </p:tgtEl>
                                        <p:attrNameLst>
                                          <p:attrName>fillcolor</p:attrName>
                                        </p:attrNameLst>
                                      </p:cBhvr>
                                      <p:to>
                                        <a:srgbClr val="95b3d7"/>
                                      </p:to>
                                    </p:animClr>
                                    <p:set>
                                      <p:cBhvr>
                                        <p:cTn id="3290" dur="500" fill="hold"/>
                                        <p:tgtEl>
                                          <p:spTgt spid="1159"/>
                                        </p:tgtEl>
                                        <p:attrNameLst>
                                          <p:attrName>fill.type</p:attrName>
                                        </p:attrNameLst>
                                      </p:cBhvr>
                                      <p:to>
                                        <p:strVal val="solid"/>
                                      </p:to>
                                    </p:set>
                                    <p:set>
                                      <p:cBhvr>
                                        <p:cTn id="3291" dur="500" fill="hold"/>
                                        <p:tgtEl>
                                          <p:spTgt spid="1159"/>
                                        </p:tgtEl>
                                        <p:attrNameLst>
                                          <p:attrName>fill.on</p:attrName>
                                        </p:attrNameLst>
                                      </p:cBhvr>
                                      <p:to>
                                        <p:strVal val="true"/>
                                      </p:to>
                                    </p:set>
                                  </p:childTnLst>
                                </p:cTn>
                              </p:par>
                              <p:par>
                                <p:cTn id="3292" nodeType="withEffect" fill="hold" presetClass="exit" presetID="10">
                                  <p:stCondLst>
                                    <p:cond delay="0"/>
                                  </p:stCondLst>
                                  <p:childTnLst>
                                    <p:animEffect filter="fade" transition="out">
                                      <p:cBhvr additive="repl">
                                        <p:cTn id="3293" dur="500"/>
                                        <p:tgtEl>
                                          <p:spTgt spid="1153"/>
                                        </p:tgtEl>
                                      </p:cBhvr>
                                    </p:animEffect>
                                    <p:set>
                                      <p:cBhvr>
                                        <p:cTn id="3294" dur="1" fill="hold">
                                          <p:stCondLst>
                                            <p:cond delay="499"/>
                                          </p:stCondLst>
                                        </p:cTn>
                                        <p:tgtEl>
                                          <p:spTgt spid="1153"/>
                                        </p:tgtEl>
                                        <p:attrNameLst>
                                          <p:attrName>style.visibility</p:attrName>
                                        </p:attrNameLst>
                                      </p:cBhvr>
                                      <p:to>
                                        <p:strVal val="hidden"/>
                                      </p:to>
                                    </p:set>
                                  </p:childTnLst>
                                </p:cTn>
                              </p:par>
                              <p:par>
                                <p:cTn id="3295" nodeType="withEffect" fill="hold" presetClass="exit" presetID="10">
                                  <p:stCondLst>
                                    <p:cond delay="0"/>
                                  </p:stCondLst>
                                  <p:childTnLst>
                                    <p:animEffect filter="fade" transition="out">
                                      <p:cBhvr additive="repl">
                                        <p:cTn id="3296" dur="500"/>
                                        <p:tgtEl>
                                          <p:spTgt spid="1152"/>
                                        </p:tgtEl>
                                      </p:cBhvr>
                                    </p:animEffect>
                                    <p:set>
                                      <p:cBhvr>
                                        <p:cTn id="3297" dur="1" fill="hold">
                                          <p:stCondLst>
                                            <p:cond delay="499"/>
                                          </p:stCondLst>
                                        </p:cTn>
                                        <p:tgtEl>
                                          <p:spTgt spid="1152"/>
                                        </p:tgtEl>
                                        <p:attrNameLst>
                                          <p:attrName>style.visibility</p:attrName>
                                        </p:attrNameLst>
                                      </p:cBhvr>
                                      <p:to>
                                        <p:strVal val="hidden"/>
                                      </p:to>
                                    </p:set>
                                  </p:childTnLst>
                                </p:cTn>
                              </p:par>
                              <p:par>
                                <p:cTn id="3298" nodeType="withEffect" fill="hold" presetClass="exit" presetID="10">
                                  <p:stCondLst>
                                    <p:cond delay="0"/>
                                  </p:stCondLst>
                                  <p:childTnLst>
                                    <p:animEffect filter="fade" transition="out">
                                      <p:cBhvr additive="repl">
                                        <p:cTn id="3299" dur="500"/>
                                        <p:tgtEl>
                                          <p:spTgt spid="1157"/>
                                        </p:tgtEl>
                                      </p:cBhvr>
                                    </p:animEffect>
                                    <p:set>
                                      <p:cBhvr>
                                        <p:cTn id="3300" dur="1" fill="hold">
                                          <p:stCondLst>
                                            <p:cond delay="499"/>
                                          </p:stCondLst>
                                        </p:cTn>
                                        <p:tgtEl>
                                          <p:spTgt spid="1157"/>
                                        </p:tgtEl>
                                        <p:attrNameLst>
                                          <p:attrName>style.visibility</p:attrName>
                                        </p:attrNameLst>
                                      </p:cBhvr>
                                      <p:to>
                                        <p:strVal val="hidden"/>
                                      </p:to>
                                    </p:set>
                                  </p:childTnLst>
                                </p:cTn>
                              </p:par>
                              <p:par>
                                <p:cTn id="3301" nodeType="withEffect" fill="hold" presetClass="exit" presetID="10">
                                  <p:stCondLst>
                                    <p:cond delay="0"/>
                                  </p:stCondLst>
                                  <p:childTnLst>
                                    <p:animEffect filter="fade" transition="out">
                                      <p:cBhvr additive="repl">
                                        <p:cTn id="3302" dur="500"/>
                                        <p:tgtEl>
                                          <p:spTgt spid="1156"/>
                                        </p:tgtEl>
                                      </p:cBhvr>
                                    </p:animEffect>
                                    <p:set>
                                      <p:cBhvr>
                                        <p:cTn id="3303" dur="1" fill="hold">
                                          <p:stCondLst>
                                            <p:cond delay="499"/>
                                          </p:stCondLst>
                                        </p:cTn>
                                        <p:tgtEl>
                                          <p:spTgt spid="1156"/>
                                        </p:tgtEl>
                                        <p:attrNameLst>
                                          <p:attrName>style.visibility</p:attrName>
                                        </p:attrNameLst>
                                      </p:cBhvr>
                                      <p:to>
                                        <p:strVal val="hidden"/>
                                      </p:to>
                                    </p:set>
                                  </p:childTnLst>
                                </p:cTn>
                              </p:par>
                              <p:par>
                                <p:cTn id="3304" nodeType="withEffect" fill="hold" presetClass="exit" presetID="10">
                                  <p:stCondLst>
                                    <p:cond delay="0"/>
                                  </p:stCondLst>
                                  <p:childTnLst>
                                    <p:animEffect filter="fade" transition="out">
                                      <p:cBhvr additive="repl">
                                        <p:cTn id="3305" dur="500"/>
                                        <p:tgtEl>
                                          <p:spTgt spid="1161"/>
                                        </p:tgtEl>
                                      </p:cBhvr>
                                    </p:animEffect>
                                    <p:set>
                                      <p:cBhvr>
                                        <p:cTn id="3306" dur="1" fill="hold">
                                          <p:stCondLst>
                                            <p:cond delay="499"/>
                                          </p:stCondLst>
                                        </p:cTn>
                                        <p:tgtEl>
                                          <p:spTgt spid="1161"/>
                                        </p:tgtEl>
                                        <p:attrNameLst>
                                          <p:attrName>style.visibility</p:attrName>
                                        </p:attrNameLst>
                                      </p:cBhvr>
                                      <p:to>
                                        <p:strVal val="hidden"/>
                                      </p:to>
                                    </p:set>
                                  </p:childTnLst>
                                </p:cTn>
                              </p:par>
                              <p:par>
                                <p:cTn id="3307" nodeType="withEffect" fill="hold" presetClass="exit" presetID="10">
                                  <p:stCondLst>
                                    <p:cond delay="0"/>
                                  </p:stCondLst>
                                  <p:childTnLst>
                                    <p:animEffect filter="fade" transition="out">
                                      <p:cBhvr additive="repl">
                                        <p:cTn id="3308" dur="500"/>
                                        <p:tgtEl>
                                          <p:spTgt spid="1160"/>
                                        </p:tgtEl>
                                      </p:cBhvr>
                                    </p:animEffect>
                                    <p:set>
                                      <p:cBhvr>
                                        <p:cTn id="3309" dur="1" fill="hold">
                                          <p:stCondLst>
                                            <p:cond delay="499"/>
                                          </p:stCondLst>
                                        </p:cTn>
                                        <p:tgtEl>
                                          <p:spTgt spid="11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310" restart="whenNotActive" nodeType="interactiveSeq" fill="hold">
                <p:stCondLst>
                  <p:cond delay="0" evt="onClick">
                    <p:tgtEl>
                      <p:spTgt spid="1149"/>
                    </p:tgtEl>
                  </p:cond>
                </p:stCondLst>
                <p:childTnLst>
                  <p:par>
                    <p:cTn id="3311" fill="hold">
                      <p:stCondLst>
                        <p:cond delay="0" evt="onClick">
                          <p:tgtEl>
                            <p:spTgt spid="1149"/>
                          </p:tgtEl>
                        </p:cond>
                      </p:stCondLst>
                      <p:childTnLst>
                        <p:par>
                          <p:cTn id="3312" fill="hold">
                            <p:stCondLst>
                              <p:cond delay="0"/>
                            </p:stCondLst>
                            <p:childTnLst>
                              <p:par>
                                <p:cTn id="3313" nodeType="clickEffect" fill="hold" presetClass="exit" presetID="9">
                                  <p:stCondLst>
                                    <p:cond delay="0"/>
                                  </p:stCondLst>
                                  <p:childTnLst>
                                    <p:animEffect filter="dissolve" transition="out">
                                      <p:cBhvr additive="repl">
                                        <p:cTn id="3314" dur="500"/>
                                        <p:tgtEl>
                                          <p:spTgt spid="1149"/>
                                        </p:tgtEl>
                                      </p:cBhvr>
                                    </p:animEffect>
                                    <p:set>
                                      <p:cBhvr>
                                        <p:cTn id="3315" dur="1" fill="hold">
                                          <p:stCondLst>
                                            <p:cond delay="499"/>
                                          </p:stCondLst>
                                        </p:cTn>
                                        <p:tgtEl>
                                          <p:spTgt spid="1149"/>
                                        </p:tgtEl>
                                        <p:attrNameLst>
                                          <p:attrName>style.visibility</p:attrName>
                                        </p:attrNameLst>
                                      </p:cBhvr>
                                      <p:to>
                                        <p:strVal val="hidden"/>
                                      </p:to>
                                    </p:set>
                                  </p:childTnLst>
                                </p:cTn>
                              </p:par>
                              <p:par>
                                <p:cTn id="3316" nodeType="withEffect" fill="hold" presetClass="exit" presetID="9">
                                  <p:stCondLst>
                                    <p:cond delay="0"/>
                                  </p:stCondLst>
                                  <p:childTnLst>
                                    <p:animEffect filter="dissolve" transition="out">
                                      <p:cBhvr additive="repl">
                                        <p:cTn id="3317" dur="500"/>
                                        <p:tgtEl>
                                          <p:spTgt spid="1148"/>
                                        </p:tgtEl>
                                      </p:cBhvr>
                                    </p:animEffect>
                                    <p:set>
                                      <p:cBhvr>
                                        <p:cTn id="3318" dur="1" fill="hold">
                                          <p:stCondLst>
                                            <p:cond delay="499"/>
                                          </p:stCondLst>
                                        </p:cTn>
                                        <p:tgtEl>
                                          <p:spTgt spid="1148"/>
                                        </p:tgtEl>
                                        <p:attrNameLst>
                                          <p:attrName>style.visibility</p:attrName>
                                        </p:attrNameLst>
                                      </p:cBhvr>
                                      <p:to>
                                        <p:strVal val="hidden"/>
                                      </p:to>
                                    </p:set>
                                  </p:childTnLst>
                                </p:cTn>
                              </p:par>
                              <p:par>
                                <p:cTn id="3319" nodeType="withEffect" fill="hold" presetClass="emph" presetID="1" presetSubtype="2">
                                  <p:stCondLst>
                                    <p:cond delay="0"/>
                                  </p:stCondLst>
                                  <p:childTnLst>
                                    <p:animClr clrSpc="rgb">
                                      <p:cBhvr>
                                        <p:cTn id="3320" dur="500" fill="hold"/>
                                        <p:tgtEl>
                                          <p:spTgt spid="1147"/>
                                        </p:tgtEl>
                                        <p:attrNameLst>
                                          <p:attrName>fillcolor</p:attrName>
                                        </p:attrNameLst>
                                      </p:cBhvr>
                                      <p:to>
                                        <a:srgbClr val="95b3d7"/>
                                      </p:to>
                                    </p:animClr>
                                    <p:set>
                                      <p:cBhvr>
                                        <p:cTn id="3321" dur="500" fill="hold"/>
                                        <p:tgtEl>
                                          <p:spTgt spid="1147"/>
                                        </p:tgtEl>
                                        <p:attrNameLst>
                                          <p:attrName>fill.type</p:attrName>
                                        </p:attrNameLst>
                                      </p:cBhvr>
                                      <p:to>
                                        <p:strVal val="solid"/>
                                      </p:to>
                                    </p:set>
                                    <p:set>
                                      <p:cBhvr>
                                        <p:cTn id="3322" dur="500" fill="hold"/>
                                        <p:tgtEl>
                                          <p:spTgt spid="114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323" restart="whenNotActive" nodeType="interactiveSeq" fill="hold">
                <p:stCondLst>
                  <p:cond delay="0" evt="onClick">
                    <p:tgtEl>
                      <p:spTgt spid="1150"/>
                    </p:tgtEl>
                  </p:cond>
                </p:stCondLst>
                <p:childTnLst>
                  <p:par>
                    <p:cTn id="3324" fill="hold">
                      <p:stCondLst>
                        <p:cond delay="0" evt="onClick">
                          <p:tgtEl>
                            <p:spTgt spid="1150"/>
                          </p:tgtEl>
                        </p:cond>
                      </p:stCondLst>
                      <p:childTnLst>
                        <p:par>
                          <p:cTn id="3325" fill="hold">
                            <p:stCondLst>
                              <p:cond delay="0"/>
                            </p:stCondLst>
                            <p:childTnLst>
                              <p:par>
                                <p:cTn id="3326" nodeType="clickEffect" fill="hold" presetClass="entr" presetID="16" presetSubtype="21">
                                  <p:stCondLst>
                                    <p:cond delay="0"/>
                                  </p:stCondLst>
                                  <p:childTnLst>
                                    <p:set>
                                      <p:cBhvr>
                                        <p:cTn id="3327" dur="1" fill="hold">
                                          <p:stCondLst>
                                            <p:cond delay="0"/>
                                          </p:stCondLst>
                                        </p:cTn>
                                        <p:tgtEl>
                                          <p:spTgt spid="1153"/>
                                        </p:tgtEl>
                                        <p:attrNameLst>
                                          <p:attrName>style.visibility</p:attrName>
                                        </p:attrNameLst>
                                      </p:cBhvr>
                                      <p:to>
                                        <p:strVal val="visible"/>
                                      </p:to>
                                    </p:set>
                                    <p:animEffect filter="barn(inVertical)" transition="in">
                                      <p:cBhvr additive="repl">
                                        <p:cTn id="3328" dur="500"/>
                                        <p:tgtEl>
                                          <p:spTgt spid="1153"/>
                                        </p:tgtEl>
                                      </p:cBhvr>
                                    </p:animEffect>
                                  </p:childTnLst>
                                </p:cTn>
                              </p:par>
                              <p:par>
                                <p:cTn id="3329" nodeType="withEffect" fill="hold" presetClass="entr" presetID="16" presetSubtype="21">
                                  <p:stCondLst>
                                    <p:cond delay="0"/>
                                  </p:stCondLst>
                                  <p:childTnLst>
                                    <p:set>
                                      <p:cBhvr>
                                        <p:cTn id="3330" dur="1" fill="hold">
                                          <p:stCondLst>
                                            <p:cond delay="0"/>
                                          </p:stCondLst>
                                        </p:cTn>
                                        <p:tgtEl>
                                          <p:spTgt spid="1152"/>
                                        </p:tgtEl>
                                        <p:attrNameLst>
                                          <p:attrName>style.visibility</p:attrName>
                                        </p:attrNameLst>
                                      </p:cBhvr>
                                      <p:to>
                                        <p:strVal val="visible"/>
                                      </p:to>
                                    </p:set>
                                    <p:animEffect filter="barn(inVertical)" transition="in">
                                      <p:cBhvr additive="repl">
                                        <p:cTn id="3331" dur="500"/>
                                        <p:tgtEl>
                                          <p:spTgt spid="1152"/>
                                        </p:tgtEl>
                                      </p:cBhvr>
                                    </p:animEffect>
                                  </p:childTnLst>
                                </p:cTn>
                              </p:par>
                              <p:par>
                                <p:cTn id="3332" nodeType="withEffect" fill="hold" presetClass="emph" presetID="1" presetSubtype="2">
                                  <p:stCondLst>
                                    <p:cond delay="0"/>
                                  </p:stCondLst>
                                  <p:childTnLst>
                                    <p:animClr clrSpc="rgb">
                                      <p:cBhvr>
                                        <p:cTn id="3333" dur="500" fill="hold"/>
                                        <p:tgtEl>
                                          <p:spTgt spid="1151"/>
                                        </p:tgtEl>
                                        <p:attrNameLst>
                                          <p:attrName>fillcolor</p:attrName>
                                        </p:attrNameLst>
                                      </p:cBhvr>
                                      <p:to>
                                        <a:srgbClr val="8a80e4"/>
                                      </p:to>
                                    </p:animClr>
                                    <p:set>
                                      <p:cBhvr>
                                        <p:cTn id="3334" dur="500" fill="hold"/>
                                        <p:tgtEl>
                                          <p:spTgt spid="1151"/>
                                        </p:tgtEl>
                                        <p:attrNameLst>
                                          <p:attrName>fill.type</p:attrName>
                                        </p:attrNameLst>
                                      </p:cBhvr>
                                      <p:to>
                                        <p:strVal val="solid"/>
                                      </p:to>
                                    </p:set>
                                    <p:set>
                                      <p:cBhvr>
                                        <p:cTn id="3335" dur="500" fill="hold"/>
                                        <p:tgtEl>
                                          <p:spTgt spid="1151"/>
                                        </p:tgtEl>
                                        <p:attrNameLst>
                                          <p:attrName>fill.on</p:attrName>
                                        </p:attrNameLst>
                                      </p:cBhvr>
                                      <p:to>
                                        <p:strVal val="true"/>
                                      </p:to>
                                    </p:set>
                                  </p:childTnLst>
                                </p:cTn>
                              </p:par>
                              <p:par>
                                <p:cTn id="3336" nodeType="withEffect" fill="hold" presetClass="emph" presetID="1" presetSubtype="2">
                                  <p:stCondLst>
                                    <p:cond delay="0"/>
                                  </p:stCondLst>
                                  <p:childTnLst>
                                    <p:animClr clrSpc="rgb">
                                      <p:cBhvr>
                                        <p:cTn id="3337" dur="500" fill="hold"/>
                                        <p:tgtEl>
                                          <p:spTgt spid="1147"/>
                                        </p:tgtEl>
                                        <p:attrNameLst>
                                          <p:attrName>fillcolor</p:attrName>
                                        </p:attrNameLst>
                                      </p:cBhvr>
                                      <p:to>
                                        <a:srgbClr val="95b3d7"/>
                                      </p:to>
                                    </p:animClr>
                                    <p:set>
                                      <p:cBhvr>
                                        <p:cTn id="3338" dur="500" fill="hold"/>
                                        <p:tgtEl>
                                          <p:spTgt spid="1147"/>
                                        </p:tgtEl>
                                        <p:attrNameLst>
                                          <p:attrName>fill.type</p:attrName>
                                        </p:attrNameLst>
                                      </p:cBhvr>
                                      <p:to>
                                        <p:strVal val="solid"/>
                                      </p:to>
                                    </p:set>
                                    <p:set>
                                      <p:cBhvr>
                                        <p:cTn id="3339" dur="500" fill="hold"/>
                                        <p:tgtEl>
                                          <p:spTgt spid="1147"/>
                                        </p:tgtEl>
                                        <p:attrNameLst>
                                          <p:attrName>fill.on</p:attrName>
                                        </p:attrNameLst>
                                      </p:cBhvr>
                                      <p:to>
                                        <p:strVal val="true"/>
                                      </p:to>
                                    </p:set>
                                  </p:childTnLst>
                                </p:cTn>
                              </p:par>
                              <p:par>
                                <p:cTn id="3340" nodeType="withEffect" fill="hold" presetClass="emph" presetID="1" presetSubtype="2">
                                  <p:stCondLst>
                                    <p:cond delay="0"/>
                                  </p:stCondLst>
                                  <p:childTnLst>
                                    <p:animClr clrSpc="rgb">
                                      <p:cBhvr>
                                        <p:cTn id="3341" dur="500" fill="hold"/>
                                        <p:tgtEl>
                                          <p:spTgt spid="1155"/>
                                        </p:tgtEl>
                                        <p:attrNameLst>
                                          <p:attrName>fillcolor</p:attrName>
                                        </p:attrNameLst>
                                      </p:cBhvr>
                                      <p:to>
                                        <a:srgbClr val="95b3d7"/>
                                      </p:to>
                                    </p:animClr>
                                    <p:set>
                                      <p:cBhvr>
                                        <p:cTn id="3342" dur="500" fill="hold"/>
                                        <p:tgtEl>
                                          <p:spTgt spid="1155"/>
                                        </p:tgtEl>
                                        <p:attrNameLst>
                                          <p:attrName>fill.type</p:attrName>
                                        </p:attrNameLst>
                                      </p:cBhvr>
                                      <p:to>
                                        <p:strVal val="solid"/>
                                      </p:to>
                                    </p:set>
                                    <p:set>
                                      <p:cBhvr>
                                        <p:cTn id="3343" dur="500" fill="hold"/>
                                        <p:tgtEl>
                                          <p:spTgt spid="1155"/>
                                        </p:tgtEl>
                                        <p:attrNameLst>
                                          <p:attrName>fill.on</p:attrName>
                                        </p:attrNameLst>
                                      </p:cBhvr>
                                      <p:to>
                                        <p:strVal val="true"/>
                                      </p:to>
                                    </p:set>
                                  </p:childTnLst>
                                </p:cTn>
                              </p:par>
                              <p:par>
                                <p:cTn id="3344" nodeType="withEffect" fill="hold" presetClass="emph" presetID="1" presetSubtype="2">
                                  <p:stCondLst>
                                    <p:cond delay="0"/>
                                  </p:stCondLst>
                                  <p:childTnLst>
                                    <p:animClr clrSpc="rgb">
                                      <p:cBhvr>
                                        <p:cTn id="3345" dur="500" fill="hold"/>
                                        <p:tgtEl>
                                          <p:spTgt spid="1159"/>
                                        </p:tgtEl>
                                        <p:attrNameLst>
                                          <p:attrName>fillcolor</p:attrName>
                                        </p:attrNameLst>
                                      </p:cBhvr>
                                      <p:to>
                                        <a:srgbClr val="95b3d7"/>
                                      </p:to>
                                    </p:animClr>
                                    <p:set>
                                      <p:cBhvr>
                                        <p:cTn id="3346" dur="500" fill="hold"/>
                                        <p:tgtEl>
                                          <p:spTgt spid="1159"/>
                                        </p:tgtEl>
                                        <p:attrNameLst>
                                          <p:attrName>fill.type</p:attrName>
                                        </p:attrNameLst>
                                      </p:cBhvr>
                                      <p:to>
                                        <p:strVal val="solid"/>
                                      </p:to>
                                    </p:set>
                                    <p:set>
                                      <p:cBhvr>
                                        <p:cTn id="3347" dur="500" fill="hold"/>
                                        <p:tgtEl>
                                          <p:spTgt spid="1159"/>
                                        </p:tgtEl>
                                        <p:attrNameLst>
                                          <p:attrName>fill.on</p:attrName>
                                        </p:attrNameLst>
                                      </p:cBhvr>
                                      <p:to>
                                        <p:strVal val="true"/>
                                      </p:to>
                                    </p:set>
                                  </p:childTnLst>
                                </p:cTn>
                              </p:par>
                              <p:par>
                                <p:cTn id="3348" nodeType="withEffect" fill="hold" presetClass="exit" presetID="10">
                                  <p:stCondLst>
                                    <p:cond delay="0"/>
                                  </p:stCondLst>
                                  <p:childTnLst>
                                    <p:animEffect filter="fade" transition="out">
                                      <p:cBhvr additive="repl">
                                        <p:cTn id="3349" dur="500"/>
                                        <p:tgtEl>
                                          <p:spTgt spid="1149"/>
                                        </p:tgtEl>
                                      </p:cBhvr>
                                    </p:animEffect>
                                    <p:set>
                                      <p:cBhvr>
                                        <p:cTn id="3350" dur="1" fill="hold">
                                          <p:stCondLst>
                                            <p:cond delay="499"/>
                                          </p:stCondLst>
                                        </p:cTn>
                                        <p:tgtEl>
                                          <p:spTgt spid="1149"/>
                                        </p:tgtEl>
                                        <p:attrNameLst>
                                          <p:attrName>style.visibility</p:attrName>
                                        </p:attrNameLst>
                                      </p:cBhvr>
                                      <p:to>
                                        <p:strVal val="hidden"/>
                                      </p:to>
                                    </p:set>
                                  </p:childTnLst>
                                </p:cTn>
                              </p:par>
                              <p:par>
                                <p:cTn id="3351" nodeType="withEffect" fill="hold" presetClass="exit" presetID="10">
                                  <p:stCondLst>
                                    <p:cond delay="0"/>
                                  </p:stCondLst>
                                  <p:childTnLst>
                                    <p:animEffect filter="fade" transition="out">
                                      <p:cBhvr additive="repl">
                                        <p:cTn id="3352" dur="500"/>
                                        <p:tgtEl>
                                          <p:spTgt spid="1148"/>
                                        </p:tgtEl>
                                      </p:cBhvr>
                                    </p:animEffect>
                                    <p:set>
                                      <p:cBhvr>
                                        <p:cTn id="3353" dur="1" fill="hold">
                                          <p:stCondLst>
                                            <p:cond delay="499"/>
                                          </p:stCondLst>
                                        </p:cTn>
                                        <p:tgtEl>
                                          <p:spTgt spid="1148"/>
                                        </p:tgtEl>
                                        <p:attrNameLst>
                                          <p:attrName>style.visibility</p:attrName>
                                        </p:attrNameLst>
                                      </p:cBhvr>
                                      <p:to>
                                        <p:strVal val="hidden"/>
                                      </p:to>
                                    </p:set>
                                  </p:childTnLst>
                                </p:cTn>
                              </p:par>
                              <p:par>
                                <p:cTn id="3354" nodeType="withEffect" fill="hold" presetClass="exit" presetID="10">
                                  <p:stCondLst>
                                    <p:cond delay="0"/>
                                  </p:stCondLst>
                                  <p:childTnLst>
                                    <p:animEffect filter="fade" transition="out">
                                      <p:cBhvr additive="repl">
                                        <p:cTn id="3355" dur="500"/>
                                        <p:tgtEl>
                                          <p:spTgt spid="1157"/>
                                        </p:tgtEl>
                                      </p:cBhvr>
                                    </p:animEffect>
                                    <p:set>
                                      <p:cBhvr>
                                        <p:cTn id="3356" dur="1" fill="hold">
                                          <p:stCondLst>
                                            <p:cond delay="499"/>
                                          </p:stCondLst>
                                        </p:cTn>
                                        <p:tgtEl>
                                          <p:spTgt spid="1157"/>
                                        </p:tgtEl>
                                        <p:attrNameLst>
                                          <p:attrName>style.visibility</p:attrName>
                                        </p:attrNameLst>
                                      </p:cBhvr>
                                      <p:to>
                                        <p:strVal val="hidden"/>
                                      </p:to>
                                    </p:set>
                                  </p:childTnLst>
                                </p:cTn>
                              </p:par>
                              <p:par>
                                <p:cTn id="3357" nodeType="withEffect" fill="hold" presetClass="exit" presetID="10">
                                  <p:stCondLst>
                                    <p:cond delay="0"/>
                                  </p:stCondLst>
                                  <p:childTnLst>
                                    <p:animEffect filter="fade" transition="out">
                                      <p:cBhvr additive="repl">
                                        <p:cTn id="3358" dur="500"/>
                                        <p:tgtEl>
                                          <p:spTgt spid="1156"/>
                                        </p:tgtEl>
                                      </p:cBhvr>
                                    </p:animEffect>
                                    <p:set>
                                      <p:cBhvr>
                                        <p:cTn id="3359" dur="1" fill="hold">
                                          <p:stCondLst>
                                            <p:cond delay="499"/>
                                          </p:stCondLst>
                                        </p:cTn>
                                        <p:tgtEl>
                                          <p:spTgt spid="1156"/>
                                        </p:tgtEl>
                                        <p:attrNameLst>
                                          <p:attrName>style.visibility</p:attrName>
                                        </p:attrNameLst>
                                      </p:cBhvr>
                                      <p:to>
                                        <p:strVal val="hidden"/>
                                      </p:to>
                                    </p:set>
                                  </p:childTnLst>
                                </p:cTn>
                              </p:par>
                              <p:par>
                                <p:cTn id="3360" nodeType="withEffect" fill="hold" presetClass="exit" presetID="10">
                                  <p:stCondLst>
                                    <p:cond delay="0"/>
                                  </p:stCondLst>
                                  <p:childTnLst>
                                    <p:animEffect filter="fade" transition="out">
                                      <p:cBhvr additive="repl">
                                        <p:cTn id="3361" dur="500"/>
                                        <p:tgtEl>
                                          <p:spTgt spid="1161"/>
                                        </p:tgtEl>
                                      </p:cBhvr>
                                    </p:animEffect>
                                    <p:set>
                                      <p:cBhvr>
                                        <p:cTn id="3362" dur="1" fill="hold">
                                          <p:stCondLst>
                                            <p:cond delay="499"/>
                                          </p:stCondLst>
                                        </p:cTn>
                                        <p:tgtEl>
                                          <p:spTgt spid="1161"/>
                                        </p:tgtEl>
                                        <p:attrNameLst>
                                          <p:attrName>style.visibility</p:attrName>
                                        </p:attrNameLst>
                                      </p:cBhvr>
                                      <p:to>
                                        <p:strVal val="hidden"/>
                                      </p:to>
                                    </p:set>
                                  </p:childTnLst>
                                </p:cTn>
                              </p:par>
                              <p:par>
                                <p:cTn id="3363" nodeType="withEffect" fill="hold" presetClass="exit" presetID="10">
                                  <p:stCondLst>
                                    <p:cond delay="0"/>
                                  </p:stCondLst>
                                  <p:childTnLst>
                                    <p:animEffect filter="fade" transition="out">
                                      <p:cBhvr additive="repl">
                                        <p:cTn id="3364" dur="500"/>
                                        <p:tgtEl>
                                          <p:spTgt spid="1160"/>
                                        </p:tgtEl>
                                      </p:cBhvr>
                                    </p:animEffect>
                                    <p:set>
                                      <p:cBhvr>
                                        <p:cTn id="3365" dur="1" fill="hold">
                                          <p:stCondLst>
                                            <p:cond delay="499"/>
                                          </p:stCondLst>
                                        </p:cTn>
                                        <p:tgtEl>
                                          <p:spTgt spid="11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366" restart="whenNotActive" nodeType="interactiveSeq" fill="hold">
                <p:stCondLst>
                  <p:cond delay="0" evt="onClick">
                    <p:tgtEl>
                      <p:spTgt spid="1153"/>
                    </p:tgtEl>
                  </p:cond>
                </p:stCondLst>
                <p:childTnLst>
                  <p:par>
                    <p:cTn id="3367" fill="hold">
                      <p:stCondLst>
                        <p:cond delay="0" evt="onClick">
                          <p:tgtEl>
                            <p:spTgt spid="1153"/>
                          </p:tgtEl>
                        </p:cond>
                      </p:stCondLst>
                      <p:childTnLst>
                        <p:par>
                          <p:cTn id="3368" fill="hold">
                            <p:stCondLst>
                              <p:cond delay="0"/>
                            </p:stCondLst>
                            <p:childTnLst>
                              <p:par>
                                <p:cTn id="3369" nodeType="clickEffect" fill="hold" presetClass="exit" presetID="9">
                                  <p:stCondLst>
                                    <p:cond delay="0"/>
                                  </p:stCondLst>
                                  <p:childTnLst>
                                    <p:animEffect filter="dissolve" transition="out">
                                      <p:cBhvr additive="repl">
                                        <p:cTn id="3370" dur="500"/>
                                        <p:tgtEl>
                                          <p:spTgt spid="1153"/>
                                        </p:tgtEl>
                                      </p:cBhvr>
                                    </p:animEffect>
                                    <p:set>
                                      <p:cBhvr>
                                        <p:cTn id="3371" dur="1" fill="hold">
                                          <p:stCondLst>
                                            <p:cond delay="499"/>
                                          </p:stCondLst>
                                        </p:cTn>
                                        <p:tgtEl>
                                          <p:spTgt spid="1153"/>
                                        </p:tgtEl>
                                        <p:attrNameLst>
                                          <p:attrName>style.visibility</p:attrName>
                                        </p:attrNameLst>
                                      </p:cBhvr>
                                      <p:to>
                                        <p:strVal val="hidden"/>
                                      </p:to>
                                    </p:set>
                                  </p:childTnLst>
                                </p:cTn>
                              </p:par>
                              <p:par>
                                <p:cTn id="3372" nodeType="withEffect" fill="hold" presetClass="exit" presetID="9">
                                  <p:stCondLst>
                                    <p:cond delay="0"/>
                                  </p:stCondLst>
                                  <p:childTnLst>
                                    <p:animEffect filter="dissolve" transition="out">
                                      <p:cBhvr additive="repl">
                                        <p:cTn id="3373" dur="500"/>
                                        <p:tgtEl>
                                          <p:spTgt spid="1152"/>
                                        </p:tgtEl>
                                      </p:cBhvr>
                                    </p:animEffect>
                                    <p:set>
                                      <p:cBhvr>
                                        <p:cTn id="3374" dur="1" fill="hold">
                                          <p:stCondLst>
                                            <p:cond delay="499"/>
                                          </p:stCondLst>
                                        </p:cTn>
                                        <p:tgtEl>
                                          <p:spTgt spid="1152"/>
                                        </p:tgtEl>
                                        <p:attrNameLst>
                                          <p:attrName>style.visibility</p:attrName>
                                        </p:attrNameLst>
                                      </p:cBhvr>
                                      <p:to>
                                        <p:strVal val="hidden"/>
                                      </p:to>
                                    </p:set>
                                  </p:childTnLst>
                                </p:cTn>
                              </p:par>
                              <p:par>
                                <p:cTn id="3375" nodeType="withEffect" fill="hold" presetClass="emph" presetID="1" presetSubtype="2">
                                  <p:stCondLst>
                                    <p:cond delay="0"/>
                                  </p:stCondLst>
                                  <p:childTnLst>
                                    <p:animClr clrSpc="rgb">
                                      <p:cBhvr>
                                        <p:cTn id="3376" dur="500" fill="hold"/>
                                        <p:tgtEl>
                                          <p:spTgt spid="1151"/>
                                        </p:tgtEl>
                                        <p:attrNameLst>
                                          <p:attrName>fillcolor</p:attrName>
                                        </p:attrNameLst>
                                      </p:cBhvr>
                                      <p:to>
                                        <a:srgbClr val="95b3d7"/>
                                      </p:to>
                                    </p:animClr>
                                    <p:set>
                                      <p:cBhvr>
                                        <p:cTn id="3377" dur="500" fill="hold"/>
                                        <p:tgtEl>
                                          <p:spTgt spid="1151"/>
                                        </p:tgtEl>
                                        <p:attrNameLst>
                                          <p:attrName>fill.type</p:attrName>
                                        </p:attrNameLst>
                                      </p:cBhvr>
                                      <p:to>
                                        <p:strVal val="solid"/>
                                      </p:to>
                                    </p:set>
                                    <p:set>
                                      <p:cBhvr>
                                        <p:cTn id="3378" dur="500" fill="hold"/>
                                        <p:tgtEl>
                                          <p:spTgt spid="115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379" restart="whenNotActive" nodeType="interactiveSeq" fill="hold">
                <p:stCondLst>
                  <p:cond delay="0" evt="onClick">
                    <p:tgtEl>
                      <p:spTgt spid="1154"/>
                    </p:tgtEl>
                  </p:cond>
                </p:stCondLst>
                <p:childTnLst>
                  <p:par>
                    <p:cTn id="3380" fill="hold">
                      <p:stCondLst>
                        <p:cond delay="0" evt="onClick">
                          <p:tgtEl>
                            <p:spTgt spid="1154"/>
                          </p:tgtEl>
                        </p:cond>
                      </p:stCondLst>
                      <p:childTnLst>
                        <p:par>
                          <p:cTn id="3381" fill="hold">
                            <p:stCondLst>
                              <p:cond delay="0"/>
                            </p:stCondLst>
                            <p:childTnLst>
                              <p:par>
                                <p:cTn id="3382" nodeType="clickEffect" fill="hold" presetClass="entr" presetID="16" presetSubtype="21">
                                  <p:stCondLst>
                                    <p:cond delay="0"/>
                                  </p:stCondLst>
                                  <p:childTnLst>
                                    <p:set>
                                      <p:cBhvr>
                                        <p:cTn id="3383" dur="1" fill="hold">
                                          <p:stCondLst>
                                            <p:cond delay="0"/>
                                          </p:stCondLst>
                                        </p:cTn>
                                        <p:tgtEl>
                                          <p:spTgt spid="1157"/>
                                        </p:tgtEl>
                                        <p:attrNameLst>
                                          <p:attrName>style.visibility</p:attrName>
                                        </p:attrNameLst>
                                      </p:cBhvr>
                                      <p:to>
                                        <p:strVal val="visible"/>
                                      </p:to>
                                    </p:set>
                                    <p:animEffect filter="barn(inVertical)" transition="in">
                                      <p:cBhvr additive="repl">
                                        <p:cTn id="3384" dur="500"/>
                                        <p:tgtEl>
                                          <p:spTgt spid="1157"/>
                                        </p:tgtEl>
                                      </p:cBhvr>
                                    </p:animEffect>
                                  </p:childTnLst>
                                </p:cTn>
                              </p:par>
                              <p:par>
                                <p:cTn id="3385" nodeType="withEffect" fill="hold" presetClass="entr" presetID="16" presetSubtype="21">
                                  <p:stCondLst>
                                    <p:cond delay="0"/>
                                  </p:stCondLst>
                                  <p:childTnLst>
                                    <p:set>
                                      <p:cBhvr>
                                        <p:cTn id="3386" dur="1" fill="hold">
                                          <p:stCondLst>
                                            <p:cond delay="0"/>
                                          </p:stCondLst>
                                        </p:cTn>
                                        <p:tgtEl>
                                          <p:spTgt spid="1156"/>
                                        </p:tgtEl>
                                        <p:attrNameLst>
                                          <p:attrName>style.visibility</p:attrName>
                                        </p:attrNameLst>
                                      </p:cBhvr>
                                      <p:to>
                                        <p:strVal val="visible"/>
                                      </p:to>
                                    </p:set>
                                    <p:animEffect filter="barn(inVertical)" transition="in">
                                      <p:cBhvr additive="repl">
                                        <p:cTn id="3387" dur="500"/>
                                        <p:tgtEl>
                                          <p:spTgt spid="1156"/>
                                        </p:tgtEl>
                                      </p:cBhvr>
                                    </p:animEffect>
                                  </p:childTnLst>
                                </p:cTn>
                              </p:par>
                              <p:par>
                                <p:cTn id="3388" nodeType="withEffect" fill="hold" presetClass="emph" presetID="1" presetSubtype="2">
                                  <p:stCondLst>
                                    <p:cond delay="0"/>
                                  </p:stCondLst>
                                  <p:childTnLst>
                                    <p:animClr clrSpc="rgb">
                                      <p:cBhvr>
                                        <p:cTn id="3389" dur="500" fill="hold"/>
                                        <p:tgtEl>
                                          <p:spTgt spid="1155"/>
                                        </p:tgtEl>
                                        <p:attrNameLst>
                                          <p:attrName>fillcolor</p:attrName>
                                        </p:attrNameLst>
                                      </p:cBhvr>
                                      <p:to>
                                        <a:srgbClr val="8a80e4"/>
                                      </p:to>
                                    </p:animClr>
                                    <p:set>
                                      <p:cBhvr>
                                        <p:cTn id="3390" dur="500" fill="hold"/>
                                        <p:tgtEl>
                                          <p:spTgt spid="1155"/>
                                        </p:tgtEl>
                                        <p:attrNameLst>
                                          <p:attrName>fill.type</p:attrName>
                                        </p:attrNameLst>
                                      </p:cBhvr>
                                      <p:to>
                                        <p:strVal val="solid"/>
                                      </p:to>
                                    </p:set>
                                    <p:set>
                                      <p:cBhvr>
                                        <p:cTn id="3391" dur="500" fill="hold"/>
                                        <p:tgtEl>
                                          <p:spTgt spid="1155"/>
                                        </p:tgtEl>
                                        <p:attrNameLst>
                                          <p:attrName>fill.on</p:attrName>
                                        </p:attrNameLst>
                                      </p:cBhvr>
                                      <p:to>
                                        <p:strVal val="true"/>
                                      </p:to>
                                    </p:set>
                                  </p:childTnLst>
                                </p:cTn>
                              </p:par>
                              <p:par>
                                <p:cTn id="3392" nodeType="withEffect" fill="hold" presetClass="emph" presetID="1" presetSubtype="2">
                                  <p:stCondLst>
                                    <p:cond delay="0"/>
                                  </p:stCondLst>
                                  <p:childTnLst>
                                    <p:animClr clrSpc="rgb">
                                      <p:cBhvr>
                                        <p:cTn id="3393" dur="500" fill="hold"/>
                                        <p:tgtEl>
                                          <p:spTgt spid="1147"/>
                                        </p:tgtEl>
                                        <p:attrNameLst>
                                          <p:attrName>fillcolor</p:attrName>
                                        </p:attrNameLst>
                                      </p:cBhvr>
                                      <p:to>
                                        <a:srgbClr val="95b3d7"/>
                                      </p:to>
                                    </p:animClr>
                                    <p:set>
                                      <p:cBhvr>
                                        <p:cTn id="3394" dur="500" fill="hold"/>
                                        <p:tgtEl>
                                          <p:spTgt spid="1147"/>
                                        </p:tgtEl>
                                        <p:attrNameLst>
                                          <p:attrName>fill.type</p:attrName>
                                        </p:attrNameLst>
                                      </p:cBhvr>
                                      <p:to>
                                        <p:strVal val="solid"/>
                                      </p:to>
                                    </p:set>
                                    <p:set>
                                      <p:cBhvr>
                                        <p:cTn id="3395" dur="500" fill="hold"/>
                                        <p:tgtEl>
                                          <p:spTgt spid="1147"/>
                                        </p:tgtEl>
                                        <p:attrNameLst>
                                          <p:attrName>fill.on</p:attrName>
                                        </p:attrNameLst>
                                      </p:cBhvr>
                                      <p:to>
                                        <p:strVal val="true"/>
                                      </p:to>
                                    </p:set>
                                  </p:childTnLst>
                                </p:cTn>
                              </p:par>
                              <p:par>
                                <p:cTn id="3396" nodeType="withEffect" fill="hold" presetClass="emph" presetID="1" presetSubtype="2">
                                  <p:stCondLst>
                                    <p:cond delay="0"/>
                                  </p:stCondLst>
                                  <p:childTnLst>
                                    <p:animClr clrSpc="rgb">
                                      <p:cBhvr>
                                        <p:cTn id="3397" dur="500" fill="hold"/>
                                        <p:tgtEl>
                                          <p:spTgt spid="1151"/>
                                        </p:tgtEl>
                                        <p:attrNameLst>
                                          <p:attrName>fillcolor</p:attrName>
                                        </p:attrNameLst>
                                      </p:cBhvr>
                                      <p:to>
                                        <a:srgbClr val="95b3d7"/>
                                      </p:to>
                                    </p:animClr>
                                    <p:set>
                                      <p:cBhvr>
                                        <p:cTn id="3398" dur="500" fill="hold"/>
                                        <p:tgtEl>
                                          <p:spTgt spid="1151"/>
                                        </p:tgtEl>
                                        <p:attrNameLst>
                                          <p:attrName>fill.type</p:attrName>
                                        </p:attrNameLst>
                                      </p:cBhvr>
                                      <p:to>
                                        <p:strVal val="solid"/>
                                      </p:to>
                                    </p:set>
                                    <p:set>
                                      <p:cBhvr>
                                        <p:cTn id="3399" dur="500" fill="hold"/>
                                        <p:tgtEl>
                                          <p:spTgt spid="1151"/>
                                        </p:tgtEl>
                                        <p:attrNameLst>
                                          <p:attrName>fill.on</p:attrName>
                                        </p:attrNameLst>
                                      </p:cBhvr>
                                      <p:to>
                                        <p:strVal val="true"/>
                                      </p:to>
                                    </p:set>
                                  </p:childTnLst>
                                </p:cTn>
                              </p:par>
                              <p:par>
                                <p:cTn id="3400" nodeType="withEffect" fill="hold" presetClass="emph" presetID="1" presetSubtype="2">
                                  <p:stCondLst>
                                    <p:cond delay="0"/>
                                  </p:stCondLst>
                                  <p:childTnLst>
                                    <p:animClr clrSpc="rgb">
                                      <p:cBhvr>
                                        <p:cTn id="3401" dur="500" fill="hold"/>
                                        <p:tgtEl>
                                          <p:spTgt spid="1159"/>
                                        </p:tgtEl>
                                        <p:attrNameLst>
                                          <p:attrName>fillcolor</p:attrName>
                                        </p:attrNameLst>
                                      </p:cBhvr>
                                      <p:to>
                                        <a:srgbClr val="95b3d7"/>
                                      </p:to>
                                    </p:animClr>
                                    <p:set>
                                      <p:cBhvr>
                                        <p:cTn id="3402" dur="500" fill="hold"/>
                                        <p:tgtEl>
                                          <p:spTgt spid="1159"/>
                                        </p:tgtEl>
                                        <p:attrNameLst>
                                          <p:attrName>fill.type</p:attrName>
                                        </p:attrNameLst>
                                      </p:cBhvr>
                                      <p:to>
                                        <p:strVal val="solid"/>
                                      </p:to>
                                    </p:set>
                                    <p:set>
                                      <p:cBhvr>
                                        <p:cTn id="3403" dur="500" fill="hold"/>
                                        <p:tgtEl>
                                          <p:spTgt spid="1159"/>
                                        </p:tgtEl>
                                        <p:attrNameLst>
                                          <p:attrName>fill.on</p:attrName>
                                        </p:attrNameLst>
                                      </p:cBhvr>
                                      <p:to>
                                        <p:strVal val="true"/>
                                      </p:to>
                                    </p:set>
                                  </p:childTnLst>
                                </p:cTn>
                              </p:par>
                              <p:par>
                                <p:cTn id="3404" nodeType="withEffect" fill="hold" presetClass="exit" presetID="10">
                                  <p:stCondLst>
                                    <p:cond delay="0"/>
                                  </p:stCondLst>
                                  <p:childTnLst>
                                    <p:animEffect filter="fade" transition="out">
                                      <p:cBhvr additive="repl">
                                        <p:cTn id="3405" dur="500"/>
                                        <p:tgtEl>
                                          <p:spTgt spid="1149"/>
                                        </p:tgtEl>
                                      </p:cBhvr>
                                    </p:animEffect>
                                    <p:set>
                                      <p:cBhvr>
                                        <p:cTn id="3406" dur="1" fill="hold">
                                          <p:stCondLst>
                                            <p:cond delay="499"/>
                                          </p:stCondLst>
                                        </p:cTn>
                                        <p:tgtEl>
                                          <p:spTgt spid="1149"/>
                                        </p:tgtEl>
                                        <p:attrNameLst>
                                          <p:attrName>style.visibility</p:attrName>
                                        </p:attrNameLst>
                                      </p:cBhvr>
                                      <p:to>
                                        <p:strVal val="hidden"/>
                                      </p:to>
                                    </p:set>
                                  </p:childTnLst>
                                </p:cTn>
                              </p:par>
                              <p:par>
                                <p:cTn id="3407" nodeType="withEffect" fill="hold" presetClass="exit" presetID="10">
                                  <p:stCondLst>
                                    <p:cond delay="0"/>
                                  </p:stCondLst>
                                  <p:childTnLst>
                                    <p:animEffect filter="fade" transition="out">
                                      <p:cBhvr additive="repl">
                                        <p:cTn id="3408" dur="500"/>
                                        <p:tgtEl>
                                          <p:spTgt spid="1148"/>
                                        </p:tgtEl>
                                      </p:cBhvr>
                                    </p:animEffect>
                                    <p:set>
                                      <p:cBhvr>
                                        <p:cTn id="3409" dur="1" fill="hold">
                                          <p:stCondLst>
                                            <p:cond delay="499"/>
                                          </p:stCondLst>
                                        </p:cTn>
                                        <p:tgtEl>
                                          <p:spTgt spid="1148"/>
                                        </p:tgtEl>
                                        <p:attrNameLst>
                                          <p:attrName>style.visibility</p:attrName>
                                        </p:attrNameLst>
                                      </p:cBhvr>
                                      <p:to>
                                        <p:strVal val="hidden"/>
                                      </p:to>
                                    </p:set>
                                  </p:childTnLst>
                                </p:cTn>
                              </p:par>
                              <p:par>
                                <p:cTn id="3410" nodeType="withEffect" fill="hold" presetClass="exit" presetID="10">
                                  <p:stCondLst>
                                    <p:cond delay="0"/>
                                  </p:stCondLst>
                                  <p:childTnLst>
                                    <p:animEffect filter="fade" transition="out">
                                      <p:cBhvr additive="repl">
                                        <p:cTn id="3411" dur="500"/>
                                        <p:tgtEl>
                                          <p:spTgt spid="1153"/>
                                        </p:tgtEl>
                                      </p:cBhvr>
                                    </p:animEffect>
                                    <p:set>
                                      <p:cBhvr>
                                        <p:cTn id="3412" dur="1" fill="hold">
                                          <p:stCondLst>
                                            <p:cond delay="499"/>
                                          </p:stCondLst>
                                        </p:cTn>
                                        <p:tgtEl>
                                          <p:spTgt spid="1153"/>
                                        </p:tgtEl>
                                        <p:attrNameLst>
                                          <p:attrName>style.visibility</p:attrName>
                                        </p:attrNameLst>
                                      </p:cBhvr>
                                      <p:to>
                                        <p:strVal val="hidden"/>
                                      </p:to>
                                    </p:set>
                                  </p:childTnLst>
                                </p:cTn>
                              </p:par>
                              <p:par>
                                <p:cTn id="3413" nodeType="withEffect" fill="hold" presetClass="exit" presetID="10">
                                  <p:stCondLst>
                                    <p:cond delay="0"/>
                                  </p:stCondLst>
                                  <p:childTnLst>
                                    <p:animEffect filter="fade" transition="out">
                                      <p:cBhvr additive="repl">
                                        <p:cTn id="3414" dur="500"/>
                                        <p:tgtEl>
                                          <p:spTgt spid="1152"/>
                                        </p:tgtEl>
                                      </p:cBhvr>
                                    </p:animEffect>
                                    <p:set>
                                      <p:cBhvr>
                                        <p:cTn id="3415" dur="1" fill="hold">
                                          <p:stCondLst>
                                            <p:cond delay="499"/>
                                          </p:stCondLst>
                                        </p:cTn>
                                        <p:tgtEl>
                                          <p:spTgt spid="1152"/>
                                        </p:tgtEl>
                                        <p:attrNameLst>
                                          <p:attrName>style.visibility</p:attrName>
                                        </p:attrNameLst>
                                      </p:cBhvr>
                                      <p:to>
                                        <p:strVal val="hidden"/>
                                      </p:to>
                                    </p:set>
                                  </p:childTnLst>
                                </p:cTn>
                              </p:par>
                              <p:par>
                                <p:cTn id="3416" nodeType="withEffect" fill="hold" presetClass="exit" presetID="10">
                                  <p:stCondLst>
                                    <p:cond delay="0"/>
                                  </p:stCondLst>
                                  <p:childTnLst>
                                    <p:animEffect filter="fade" transition="out">
                                      <p:cBhvr additive="repl">
                                        <p:cTn id="3417" dur="500"/>
                                        <p:tgtEl>
                                          <p:spTgt spid="1161"/>
                                        </p:tgtEl>
                                      </p:cBhvr>
                                    </p:animEffect>
                                    <p:set>
                                      <p:cBhvr>
                                        <p:cTn id="3418" dur="1" fill="hold">
                                          <p:stCondLst>
                                            <p:cond delay="499"/>
                                          </p:stCondLst>
                                        </p:cTn>
                                        <p:tgtEl>
                                          <p:spTgt spid="1161"/>
                                        </p:tgtEl>
                                        <p:attrNameLst>
                                          <p:attrName>style.visibility</p:attrName>
                                        </p:attrNameLst>
                                      </p:cBhvr>
                                      <p:to>
                                        <p:strVal val="hidden"/>
                                      </p:to>
                                    </p:set>
                                  </p:childTnLst>
                                </p:cTn>
                              </p:par>
                              <p:par>
                                <p:cTn id="3419" nodeType="withEffect" fill="hold" presetClass="exit" presetID="10">
                                  <p:stCondLst>
                                    <p:cond delay="0"/>
                                  </p:stCondLst>
                                  <p:childTnLst>
                                    <p:animEffect filter="fade" transition="out">
                                      <p:cBhvr additive="repl">
                                        <p:cTn id="3420" dur="500"/>
                                        <p:tgtEl>
                                          <p:spTgt spid="1160"/>
                                        </p:tgtEl>
                                      </p:cBhvr>
                                    </p:animEffect>
                                    <p:set>
                                      <p:cBhvr>
                                        <p:cTn id="3421" dur="1" fill="hold">
                                          <p:stCondLst>
                                            <p:cond delay="499"/>
                                          </p:stCondLst>
                                        </p:cTn>
                                        <p:tgtEl>
                                          <p:spTgt spid="11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422" restart="whenNotActive" nodeType="interactiveSeq" fill="hold">
                <p:stCondLst>
                  <p:cond delay="0" evt="onClick">
                    <p:tgtEl>
                      <p:spTgt spid="1157"/>
                    </p:tgtEl>
                  </p:cond>
                </p:stCondLst>
                <p:childTnLst>
                  <p:par>
                    <p:cTn id="3423" fill="hold">
                      <p:stCondLst>
                        <p:cond delay="0" evt="onClick">
                          <p:tgtEl>
                            <p:spTgt spid="1157"/>
                          </p:tgtEl>
                        </p:cond>
                      </p:stCondLst>
                      <p:childTnLst>
                        <p:par>
                          <p:cTn id="3424" fill="hold">
                            <p:stCondLst>
                              <p:cond delay="0"/>
                            </p:stCondLst>
                            <p:childTnLst>
                              <p:par>
                                <p:cTn id="3425" nodeType="clickEffect" fill="hold" presetClass="exit" presetID="9">
                                  <p:stCondLst>
                                    <p:cond delay="0"/>
                                  </p:stCondLst>
                                  <p:childTnLst>
                                    <p:animEffect filter="dissolve" transition="out">
                                      <p:cBhvr additive="repl">
                                        <p:cTn id="3426" dur="500"/>
                                        <p:tgtEl>
                                          <p:spTgt spid="1157"/>
                                        </p:tgtEl>
                                      </p:cBhvr>
                                    </p:animEffect>
                                    <p:set>
                                      <p:cBhvr>
                                        <p:cTn id="3427" dur="1" fill="hold">
                                          <p:stCondLst>
                                            <p:cond delay="499"/>
                                          </p:stCondLst>
                                        </p:cTn>
                                        <p:tgtEl>
                                          <p:spTgt spid="1157"/>
                                        </p:tgtEl>
                                        <p:attrNameLst>
                                          <p:attrName>style.visibility</p:attrName>
                                        </p:attrNameLst>
                                      </p:cBhvr>
                                      <p:to>
                                        <p:strVal val="hidden"/>
                                      </p:to>
                                    </p:set>
                                  </p:childTnLst>
                                </p:cTn>
                              </p:par>
                              <p:par>
                                <p:cTn id="3428" nodeType="withEffect" fill="hold" presetClass="exit" presetID="9">
                                  <p:stCondLst>
                                    <p:cond delay="0"/>
                                  </p:stCondLst>
                                  <p:childTnLst>
                                    <p:animEffect filter="dissolve" transition="out">
                                      <p:cBhvr additive="repl">
                                        <p:cTn id="3429" dur="500"/>
                                        <p:tgtEl>
                                          <p:spTgt spid="1156"/>
                                        </p:tgtEl>
                                      </p:cBhvr>
                                    </p:animEffect>
                                    <p:set>
                                      <p:cBhvr>
                                        <p:cTn id="3430" dur="1" fill="hold">
                                          <p:stCondLst>
                                            <p:cond delay="499"/>
                                          </p:stCondLst>
                                        </p:cTn>
                                        <p:tgtEl>
                                          <p:spTgt spid="1156"/>
                                        </p:tgtEl>
                                        <p:attrNameLst>
                                          <p:attrName>style.visibility</p:attrName>
                                        </p:attrNameLst>
                                      </p:cBhvr>
                                      <p:to>
                                        <p:strVal val="hidden"/>
                                      </p:to>
                                    </p:set>
                                  </p:childTnLst>
                                </p:cTn>
                              </p:par>
                              <p:par>
                                <p:cTn id="3431" nodeType="withEffect" fill="hold" presetClass="emph" presetID="1" presetSubtype="2">
                                  <p:stCondLst>
                                    <p:cond delay="0"/>
                                  </p:stCondLst>
                                  <p:childTnLst>
                                    <p:animClr clrSpc="rgb">
                                      <p:cBhvr>
                                        <p:cTn id="3432" dur="500" fill="hold"/>
                                        <p:tgtEl>
                                          <p:spTgt spid="1155"/>
                                        </p:tgtEl>
                                        <p:attrNameLst>
                                          <p:attrName>fillcolor</p:attrName>
                                        </p:attrNameLst>
                                      </p:cBhvr>
                                      <p:to>
                                        <a:srgbClr val="95b3d7"/>
                                      </p:to>
                                    </p:animClr>
                                    <p:set>
                                      <p:cBhvr>
                                        <p:cTn id="3433" dur="500" fill="hold"/>
                                        <p:tgtEl>
                                          <p:spTgt spid="1155"/>
                                        </p:tgtEl>
                                        <p:attrNameLst>
                                          <p:attrName>fill.type</p:attrName>
                                        </p:attrNameLst>
                                      </p:cBhvr>
                                      <p:to>
                                        <p:strVal val="solid"/>
                                      </p:to>
                                    </p:set>
                                    <p:set>
                                      <p:cBhvr>
                                        <p:cTn id="3434" dur="500" fill="hold"/>
                                        <p:tgtEl>
                                          <p:spTgt spid="115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435" restart="whenNotActive" nodeType="interactiveSeq" fill="hold">
                <p:stCondLst>
                  <p:cond delay="0" evt="onClick">
                    <p:tgtEl>
                      <p:spTgt spid="1158"/>
                    </p:tgtEl>
                  </p:cond>
                </p:stCondLst>
                <p:childTnLst>
                  <p:par>
                    <p:cTn id="3436" fill="hold">
                      <p:stCondLst>
                        <p:cond delay="0" evt="onClick">
                          <p:tgtEl>
                            <p:spTgt spid="1158"/>
                          </p:tgtEl>
                        </p:cond>
                      </p:stCondLst>
                      <p:childTnLst>
                        <p:par>
                          <p:cTn id="3437" fill="hold">
                            <p:stCondLst>
                              <p:cond delay="0"/>
                            </p:stCondLst>
                            <p:childTnLst>
                              <p:par>
                                <p:cTn id="3438" nodeType="clickEffect" fill="hold" presetClass="entr" presetID="16" presetSubtype="21">
                                  <p:stCondLst>
                                    <p:cond delay="0"/>
                                  </p:stCondLst>
                                  <p:childTnLst>
                                    <p:set>
                                      <p:cBhvr>
                                        <p:cTn id="3439" dur="1" fill="hold">
                                          <p:stCondLst>
                                            <p:cond delay="0"/>
                                          </p:stCondLst>
                                        </p:cTn>
                                        <p:tgtEl>
                                          <p:spTgt spid="1161"/>
                                        </p:tgtEl>
                                        <p:attrNameLst>
                                          <p:attrName>style.visibility</p:attrName>
                                        </p:attrNameLst>
                                      </p:cBhvr>
                                      <p:to>
                                        <p:strVal val="visible"/>
                                      </p:to>
                                    </p:set>
                                    <p:animEffect filter="barn(inVertical)" transition="in">
                                      <p:cBhvr additive="repl">
                                        <p:cTn id="3440" dur="500"/>
                                        <p:tgtEl>
                                          <p:spTgt spid="1161"/>
                                        </p:tgtEl>
                                      </p:cBhvr>
                                    </p:animEffect>
                                  </p:childTnLst>
                                </p:cTn>
                              </p:par>
                              <p:par>
                                <p:cTn id="3441" nodeType="withEffect" fill="hold" presetClass="entr" presetID="16" presetSubtype="21">
                                  <p:stCondLst>
                                    <p:cond delay="0"/>
                                  </p:stCondLst>
                                  <p:childTnLst>
                                    <p:set>
                                      <p:cBhvr>
                                        <p:cTn id="3442" dur="1" fill="hold">
                                          <p:stCondLst>
                                            <p:cond delay="0"/>
                                          </p:stCondLst>
                                        </p:cTn>
                                        <p:tgtEl>
                                          <p:spTgt spid="1160"/>
                                        </p:tgtEl>
                                        <p:attrNameLst>
                                          <p:attrName>style.visibility</p:attrName>
                                        </p:attrNameLst>
                                      </p:cBhvr>
                                      <p:to>
                                        <p:strVal val="visible"/>
                                      </p:to>
                                    </p:set>
                                    <p:animEffect filter="barn(inVertical)" transition="in">
                                      <p:cBhvr additive="repl">
                                        <p:cTn id="3443" dur="500"/>
                                        <p:tgtEl>
                                          <p:spTgt spid="1160"/>
                                        </p:tgtEl>
                                      </p:cBhvr>
                                    </p:animEffect>
                                  </p:childTnLst>
                                </p:cTn>
                              </p:par>
                              <p:par>
                                <p:cTn id="3444" nodeType="withEffect" fill="hold" presetClass="emph" presetID="1" presetSubtype="2">
                                  <p:stCondLst>
                                    <p:cond delay="0"/>
                                  </p:stCondLst>
                                  <p:childTnLst>
                                    <p:animClr clrSpc="rgb">
                                      <p:cBhvr>
                                        <p:cTn id="3445" dur="500" fill="hold"/>
                                        <p:tgtEl>
                                          <p:spTgt spid="1159"/>
                                        </p:tgtEl>
                                        <p:attrNameLst>
                                          <p:attrName>fillcolor</p:attrName>
                                        </p:attrNameLst>
                                      </p:cBhvr>
                                      <p:to>
                                        <a:srgbClr val="8a80e4"/>
                                      </p:to>
                                    </p:animClr>
                                    <p:set>
                                      <p:cBhvr>
                                        <p:cTn id="3446" dur="500" fill="hold"/>
                                        <p:tgtEl>
                                          <p:spTgt spid="1159"/>
                                        </p:tgtEl>
                                        <p:attrNameLst>
                                          <p:attrName>fill.type</p:attrName>
                                        </p:attrNameLst>
                                      </p:cBhvr>
                                      <p:to>
                                        <p:strVal val="solid"/>
                                      </p:to>
                                    </p:set>
                                    <p:set>
                                      <p:cBhvr>
                                        <p:cTn id="3447" dur="500" fill="hold"/>
                                        <p:tgtEl>
                                          <p:spTgt spid="1159"/>
                                        </p:tgtEl>
                                        <p:attrNameLst>
                                          <p:attrName>fill.on</p:attrName>
                                        </p:attrNameLst>
                                      </p:cBhvr>
                                      <p:to>
                                        <p:strVal val="true"/>
                                      </p:to>
                                    </p:set>
                                  </p:childTnLst>
                                </p:cTn>
                              </p:par>
                              <p:par>
                                <p:cTn id="3448" nodeType="withEffect" fill="hold" presetClass="emph" presetID="1" presetSubtype="2">
                                  <p:stCondLst>
                                    <p:cond delay="0"/>
                                  </p:stCondLst>
                                  <p:childTnLst>
                                    <p:animClr clrSpc="rgb">
                                      <p:cBhvr>
                                        <p:cTn id="3449" dur="500" fill="hold"/>
                                        <p:tgtEl>
                                          <p:spTgt spid="1147"/>
                                        </p:tgtEl>
                                        <p:attrNameLst>
                                          <p:attrName>fillcolor</p:attrName>
                                        </p:attrNameLst>
                                      </p:cBhvr>
                                      <p:to>
                                        <a:srgbClr val="95b3d7"/>
                                      </p:to>
                                    </p:animClr>
                                    <p:set>
                                      <p:cBhvr>
                                        <p:cTn id="3450" dur="500" fill="hold"/>
                                        <p:tgtEl>
                                          <p:spTgt spid="1147"/>
                                        </p:tgtEl>
                                        <p:attrNameLst>
                                          <p:attrName>fill.type</p:attrName>
                                        </p:attrNameLst>
                                      </p:cBhvr>
                                      <p:to>
                                        <p:strVal val="solid"/>
                                      </p:to>
                                    </p:set>
                                    <p:set>
                                      <p:cBhvr>
                                        <p:cTn id="3451" dur="500" fill="hold"/>
                                        <p:tgtEl>
                                          <p:spTgt spid="1147"/>
                                        </p:tgtEl>
                                        <p:attrNameLst>
                                          <p:attrName>fill.on</p:attrName>
                                        </p:attrNameLst>
                                      </p:cBhvr>
                                      <p:to>
                                        <p:strVal val="true"/>
                                      </p:to>
                                    </p:set>
                                  </p:childTnLst>
                                </p:cTn>
                              </p:par>
                              <p:par>
                                <p:cTn id="3452" nodeType="withEffect" fill="hold" presetClass="emph" presetID="1" presetSubtype="2">
                                  <p:stCondLst>
                                    <p:cond delay="0"/>
                                  </p:stCondLst>
                                  <p:childTnLst>
                                    <p:animClr clrSpc="rgb">
                                      <p:cBhvr>
                                        <p:cTn id="3453" dur="500" fill="hold"/>
                                        <p:tgtEl>
                                          <p:spTgt spid="1151"/>
                                        </p:tgtEl>
                                        <p:attrNameLst>
                                          <p:attrName>fillcolor</p:attrName>
                                        </p:attrNameLst>
                                      </p:cBhvr>
                                      <p:to>
                                        <a:srgbClr val="95b3d7"/>
                                      </p:to>
                                    </p:animClr>
                                    <p:set>
                                      <p:cBhvr>
                                        <p:cTn id="3454" dur="500" fill="hold"/>
                                        <p:tgtEl>
                                          <p:spTgt spid="1151"/>
                                        </p:tgtEl>
                                        <p:attrNameLst>
                                          <p:attrName>fill.type</p:attrName>
                                        </p:attrNameLst>
                                      </p:cBhvr>
                                      <p:to>
                                        <p:strVal val="solid"/>
                                      </p:to>
                                    </p:set>
                                    <p:set>
                                      <p:cBhvr>
                                        <p:cTn id="3455" dur="500" fill="hold"/>
                                        <p:tgtEl>
                                          <p:spTgt spid="1151"/>
                                        </p:tgtEl>
                                        <p:attrNameLst>
                                          <p:attrName>fill.on</p:attrName>
                                        </p:attrNameLst>
                                      </p:cBhvr>
                                      <p:to>
                                        <p:strVal val="true"/>
                                      </p:to>
                                    </p:set>
                                  </p:childTnLst>
                                </p:cTn>
                              </p:par>
                              <p:par>
                                <p:cTn id="3456" nodeType="withEffect" fill="hold" presetClass="emph" presetID="1" presetSubtype="2">
                                  <p:stCondLst>
                                    <p:cond delay="0"/>
                                  </p:stCondLst>
                                  <p:childTnLst>
                                    <p:animClr clrSpc="rgb">
                                      <p:cBhvr>
                                        <p:cTn id="3457" dur="500" fill="hold"/>
                                        <p:tgtEl>
                                          <p:spTgt spid="1155"/>
                                        </p:tgtEl>
                                        <p:attrNameLst>
                                          <p:attrName>fillcolor</p:attrName>
                                        </p:attrNameLst>
                                      </p:cBhvr>
                                      <p:to>
                                        <a:srgbClr val="95b3d7"/>
                                      </p:to>
                                    </p:animClr>
                                    <p:set>
                                      <p:cBhvr>
                                        <p:cTn id="3458" dur="500" fill="hold"/>
                                        <p:tgtEl>
                                          <p:spTgt spid="1155"/>
                                        </p:tgtEl>
                                        <p:attrNameLst>
                                          <p:attrName>fill.type</p:attrName>
                                        </p:attrNameLst>
                                      </p:cBhvr>
                                      <p:to>
                                        <p:strVal val="solid"/>
                                      </p:to>
                                    </p:set>
                                    <p:set>
                                      <p:cBhvr>
                                        <p:cTn id="3459" dur="500" fill="hold"/>
                                        <p:tgtEl>
                                          <p:spTgt spid="1155"/>
                                        </p:tgtEl>
                                        <p:attrNameLst>
                                          <p:attrName>fill.on</p:attrName>
                                        </p:attrNameLst>
                                      </p:cBhvr>
                                      <p:to>
                                        <p:strVal val="true"/>
                                      </p:to>
                                    </p:set>
                                  </p:childTnLst>
                                </p:cTn>
                              </p:par>
                              <p:par>
                                <p:cTn id="3460" nodeType="withEffect" fill="hold" presetClass="exit" presetID="10">
                                  <p:stCondLst>
                                    <p:cond delay="0"/>
                                  </p:stCondLst>
                                  <p:childTnLst>
                                    <p:animEffect filter="fade" transition="out">
                                      <p:cBhvr additive="repl">
                                        <p:cTn id="3461" dur="500"/>
                                        <p:tgtEl>
                                          <p:spTgt spid="1149"/>
                                        </p:tgtEl>
                                      </p:cBhvr>
                                    </p:animEffect>
                                    <p:set>
                                      <p:cBhvr>
                                        <p:cTn id="3462" dur="1" fill="hold">
                                          <p:stCondLst>
                                            <p:cond delay="499"/>
                                          </p:stCondLst>
                                        </p:cTn>
                                        <p:tgtEl>
                                          <p:spTgt spid="1149"/>
                                        </p:tgtEl>
                                        <p:attrNameLst>
                                          <p:attrName>style.visibility</p:attrName>
                                        </p:attrNameLst>
                                      </p:cBhvr>
                                      <p:to>
                                        <p:strVal val="hidden"/>
                                      </p:to>
                                    </p:set>
                                  </p:childTnLst>
                                </p:cTn>
                              </p:par>
                              <p:par>
                                <p:cTn id="3463" nodeType="withEffect" fill="hold" presetClass="exit" presetID="10">
                                  <p:stCondLst>
                                    <p:cond delay="0"/>
                                  </p:stCondLst>
                                  <p:childTnLst>
                                    <p:animEffect filter="fade" transition="out">
                                      <p:cBhvr additive="repl">
                                        <p:cTn id="3464" dur="500"/>
                                        <p:tgtEl>
                                          <p:spTgt spid="1148"/>
                                        </p:tgtEl>
                                      </p:cBhvr>
                                    </p:animEffect>
                                    <p:set>
                                      <p:cBhvr>
                                        <p:cTn id="3465" dur="1" fill="hold">
                                          <p:stCondLst>
                                            <p:cond delay="499"/>
                                          </p:stCondLst>
                                        </p:cTn>
                                        <p:tgtEl>
                                          <p:spTgt spid="1148"/>
                                        </p:tgtEl>
                                        <p:attrNameLst>
                                          <p:attrName>style.visibility</p:attrName>
                                        </p:attrNameLst>
                                      </p:cBhvr>
                                      <p:to>
                                        <p:strVal val="hidden"/>
                                      </p:to>
                                    </p:set>
                                  </p:childTnLst>
                                </p:cTn>
                              </p:par>
                              <p:par>
                                <p:cTn id="3466" nodeType="withEffect" fill="hold" presetClass="exit" presetID="10">
                                  <p:stCondLst>
                                    <p:cond delay="0"/>
                                  </p:stCondLst>
                                  <p:childTnLst>
                                    <p:animEffect filter="fade" transition="out">
                                      <p:cBhvr additive="repl">
                                        <p:cTn id="3467" dur="500"/>
                                        <p:tgtEl>
                                          <p:spTgt spid="1153"/>
                                        </p:tgtEl>
                                      </p:cBhvr>
                                    </p:animEffect>
                                    <p:set>
                                      <p:cBhvr>
                                        <p:cTn id="3468" dur="1" fill="hold">
                                          <p:stCondLst>
                                            <p:cond delay="499"/>
                                          </p:stCondLst>
                                        </p:cTn>
                                        <p:tgtEl>
                                          <p:spTgt spid="1153"/>
                                        </p:tgtEl>
                                        <p:attrNameLst>
                                          <p:attrName>style.visibility</p:attrName>
                                        </p:attrNameLst>
                                      </p:cBhvr>
                                      <p:to>
                                        <p:strVal val="hidden"/>
                                      </p:to>
                                    </p:set>
                                  </p:childTnLst>
                                </p:cTn>
                              </p:par>
                              <p:par>
                                <p:cTn id="3469" nodeType="withEffect" fill="hold" presetClass="exit" presetID="10">
                                  <p:stCondLst>
                                    <p:cond delay="0"/>
                                  </p:stCondLst>
                                  <p:childTnLst>
                                    <p:animEffect filter="fade" transition="out">
                                      <p:cBhvr additive="repl">
                                        <p:cTn id="3470" dur="500"/>
                                        <p:tgtEl>
                                          <p:spTgt spid="1152"/>
                                        </p:tgtEl>
                                      </p:cBhvr>
                                    </p:animEffect>
                                    <p:set>
                                      <p:cBhvr>
                                        <p:cTn id="3471" dur="1" fill="hold">
                                          <p:stCondLst>
                                            <p:cond delay="499"/>
                                          </p:stCondLst>
                                        </p:cTn>
                                        <p:tgtEl>
                                          <p:spTgt spid="1152"/>
                                        </p:tgtEl>
                                        <p:attrNameLst>
                                          <p:attrName>style.visibility</p:attrName>
                                        </p:attrNameLst>
                                      </p:cBhvr>
                                      <p:to>
                                        <p:strVal val="hidden"/>
                                      </p:to>
                                    </p:set>
                                  </p:childTnLst>
                                </p:cTn>
                              </p:par>
                              <p:par>
                                <p:cTn id="3472" nodeType="withEffect" fill="hold" presetClass="exit" presetID="10">
                                  <p:stCondLst>
                                    <p:cond delay="0"/>
                                  </p:stCondLst>
                                  <p:childTnLst>
                                    <p:animEffect filter="fade" transition="out">
                                      <p:cBhvr additive="repl">
                                        <p:cTn id="3473" dur="500"/>
                                        <p:tgtEl>
                                          <p:spTgt spid="1157"/>
                                        </p:tgtEl>
                                      </p:cBhvr>
                                    </p:animEffect>
                                    <p:set>
                                      <p:cBhvr>
                                        <p:cTn id="3474" dur="1" fill="hold">
                                          <p:stCondLst>
                                            <p:cond delay="499"/>
                                          </p:stCondLst>
                                        </p:cTn>
                                        <p:tgtEl>
                                          <p:spTgt spid="1157"/>
                                        </p:tgtEl>
                                        <p:attrNameLst>
                                          <p:attrName>style.visibility</p:attrName>
                                        </p:attrNameLst>
                                      </p:cBhvr>
                                      <p:to>
                                        <p:strVal val="hidden"/>
                                      </p:to>
                                    </p:set>
                                  </p:childTnLst>
                                </p:cTn>
                              </p:par>
                              <p:par>
                                <p:cTn id="3475" nodeType="withEffect" fill="hold" presetClass="exit" presetID="10">
                                  <p:stCondLst>
                                    <p:cond delay="0"/>
                                  </p:stCondLst>
                                  <p:childTnLst>
                                    <p:animEffect filter="fade" transition="out">
                                      <p:cBhvr additive="repl">
                                        <p:cTn id="3476" dur="500"/>
                                        <p:tgtEl>
                                          <p:spTgt spid="1156"/>
                                        </p:tgtEl>
                                      </p:cBhvr>
                                    </p:animEffect>
                                    <p:set>
                                      <p:cBhvr>
                                        <p:cTn id="3477" dur="1" fill="hold">
                                          <p:stCondLst>
                                            <p:cond delay="499"/>
                                          </p:stCondLst>
                                        </p:cTn>
                                        <p:tgtEl>
                                          <p:spTgt spid="115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478" restart="whenNotActive" nodeType="interactiveSeq" fill="hold">
                <p:stCondLst>
                  <p:cond delay="0" evt="onClick">
                    <p:tgtEl>
                      <p:spTgt spid="1161"/>
                    </p:tgtEl>
                  </p:cond>
                </p:stCondLst>
                <p:childTnLst>
                  <p:par>
                    <p:cTn id="3479" fill="hold">
                      <p:stCondLst>
                        <p:cond delay="0" evt="onClick">
                          <p:tgtEl>
                            <p:spTgt spid="1161"/>
                          </p:tgtEl>
                        </p:cond>
                      </p:stCondLst>
                      <p:childTnLst>
                        <p:par>
                          <p:cTn id="3480" fill="hold">
                            <p:stCondLst>
                              <p:cond delay="0"/>
                            </p:stCondLst>
                            <p:childTnLst>
                              <p:par>
                                <p:cTn id="3481" nodeType="clickEffect" fill="hold" presetClass="exit" presetID="9">
                                  <p:stCondLst>
                                    <p:cond delay="0"/>
                                  </p:stCondLst>
                                  <p:childTnLst>
                                    <p:animEffect filter="dissolve" transition="out">
                                      <p:cBhvr additive="repl">
                                        <p:cTn id="3482" dur="500"/>
                                        <p:tgtEl>
                                          <p:spTgt spid="1161"/>
                                        </p:tgtEl>
                                      </p:cBhvr>
                                    </p:animEffect>
                                    <p:set>
                                      <p:cBhvr>
                                        <p:cTn id="3483" dur="1" fill="hold">
                                          <p:stCondLst>
                                            <p:cond delay="499"/>
                                          </p:stCondLst>
                                        </p:cTn>
                                        <p:tgtEl>
                                          <p:spTgt spid="1161"/>
                                        </p:tgtEl>
                                        <p:attrNameLst>
                                          <p:attrName>style.visibility</p:attrName>
                                        </p:attrNameLst>
                                      </p:cBhvr>
                                      <p:to>
                                        <p:strVal val="hidden"/>
                                      </p:to>
                                    </p:set>
                                  </p:childTnLst>
                                </p:cTn>
                              </p:par>
                              <p:par>
                                <p:cTn id="3484" nodeType="withEffect" fill="hold" presetClass="exit" presetID="9">
                                  <p:stCondLst>
                                    <p:cond delay="0"/>
                                  </p:stCondLst>
                                  <p:childTnLst>
                                    <p:animEffect filter="dissolve" transition="out">
                                      <p:cBhvr additive="repl">
                                        <p:cTn id="3485" dur="500"/>
                                        <p:tgtEl>
                                          <p:spTgt spid="1160"/>
                                        </p:tgtEl>
                                      </p:cBhvr>
                                    </p:animEffect>
                                    <p:set>
                                      <p:cBhvr>
                                        <p:cTn id="3486" dur="1" fill="hold">
                                          <p:stCondLst>
                                            <p:cond delay="499"/>
                                          </p:stCondLst>
                                        </p:cTn>
                                        <p:tgtEl>
                                          <p:spTgt spid="1160"/>
                                        </p:tgtEl>
                                        <p:attrNameLst>
                                          <p:attrName>style.visibility</p:attrName>
                                        </p:attrNameLst>
                                      </p:cBhvr>
                                      <p:to>
                                        <p:strVal val="hidden"/>
                                      </p:to>
                                    </p:set>
                                  </p:childTnLst>
                                </p:cTn>
                              </p:par>
                              <p:par>
                                <p:cTn id="3487" nodeType="withEffect" fill="hold" presetClass="emph" presetID="1" presetSubtype="2">
                                  <p:stCondLst>
                                    <p:cond delay="0"/>
                                  </p:stCondLst>
                                  <p:childTnLst>
                                    <p:animClr clrSpc="rgb">
                                      <p:cBhvr>
                                        <p:cTn id="3488" dur="500" fill="hold"/>
                                        <p:tgtEl>
                                          <p:spTgt spid="1159"/>
                                        </p:tgtEl>
                                        <p:attrNameLst>
                                          <p:attrName>fillcolor</p:attrName>
                                        </p:attrNameLst>
                                      </p:cBhvr>
                                      <p:to>
                                        <a:srgbClr val="95b3d7"/>
                                      </p:to>
                                    </p:animClr>
                                    <p:set>
                                      <p:cBhvr>
                                        <p:cTn id="3489" dur="500" fill="hold"/>
                                        <p:tgtEl>
                                          <p:spTgt spid="1159"/>
                                        </p:tgtEl>
                                        <p:attrNameLst>
                                          <p:attrName>fill.type</p:attrName>
                                        </p:attrNameLst>
                                      </p:cBhvr>
                                      <p:to>
                                        <p:strVal val="solid"/>
                                      </p:to>
                                    </p:set>
                                    <p:set>
                                      <p:cBhvr>
                                        <p:cTn id="3490" dur="500" fill="hold"/>
                                        <p:tgtEl>
                                          <p:spTgt spid="115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2"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 DA ÚLTIMA</a:t>
            </a:r>
            <a:endParaRPr b="0" lang="pt-BR" sz="4400" spc="-1" strike="noStrike">
              <a:solidFill>
                <a:schemeClr val="dk1"/>
              </a:solidFill>
              <a:latin typeface="Arial"/>
            </a:endParaRPr>
          </a:p>
        </p:txBody>
      </p:sp>
      <p:sp>
        <p:nvSpPr>
          <p:cNvPr id="1163" name="Botão de ação: Personalizar 7">
            <a:hlinkClick r:id="rId1" action="ppaction://hlinksldjump"/>
          </p:cNvPr>
          <p:cNvSpPr/>
          <p:nvPr/>
        </p:nvSpPr>
        <p:spPr>
          <a:xfrm>
            <a:off x="7184880" y="304956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VOLTAR AO MENU</a:t>
            </a:r>
            <a:endParaRPr b="0" lang="pt-BR" sz="1800" spc="-1" strike="noStrike">
              <a:solidFill>
                <a:srgbClr val="000000"/>
              </a:solidFill>
              <a:latin typeface="Arial"/>
            </a:endParaRPr>
          </a:p>
        </p:txBody>
      </p:sp>
      <p:sp>
        <p:nvSpPr>
          <p:cNvPr id="1164" name="Botão de ação: Personalizar 8">
            <a:hlinkClick r:id="" action="ppaction://hlinkshowjump?jump=nextslide"/>
          </p:cNvPr>
          <p:cNvSpPr/>
          <p:nvPr/>
        </p:nvSpPr>
        <p:spPr>
          <a:xfrm>
            <a:off x="7184880" y="376380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PRÓXIMO CAPÍTULO</a:t>
            </a:r>
            <a:endParaRPr b="0" lang="pt-BR" sz="1800" spc="-1" strike="noStrike">
              <a:solidFill>
                <a:srgbClr val="000000"/>
              </a:solidFill>
              <a:latin typeface="Arial"/>
            </a:endParaRPr>
          </a:p>
        </p:txBody>
      </p:sp>
      <p:sp>
        <p:nvSpPr>
          <p:cNvPr id="1165" name="Retângulo 5"/>
          <p:cNvSpPr/>
          <p:nvPr/>
        </p:nvSpPr>
        <p:spPr>
          <a:xfrm>
            <a:off x="541440" y="1477800"/>
            <a:ext cx="5571720" cy="3381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5400" spc="-1" strike="noStrike" cap="all">
                <a:solidFill>
                  <a:schemeClr val="accent1"/>
                </a:solidFill>
                <a:latin typeface="Arial"/>
              </a:rPr>
              <a:t>Parabéns, você concluiu o capítulo 02</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66" name="object 2"/>
          <p:cNvGrpSpPr/>
          <p:nvPr/>
        </p:nvGrpSpPr>
        <p:grpSpPr>
          <a:xfrm>
            <a:off x="-37800" y="-22320"/>
            <a:ext cx="10119960" cy="5691960"/>
            <a:chOff x="-37800" y="-22320"/>
            <a:chExt cx="10119960" cy="5691960"/>
          </a:xfrm>
        </p:grpSpPr>
        <p:pic>
          <p:nvPicPr>
            <p:cNvPr id="1167" name="object 3" descr=""/>
            <p:cNvPicPr/>
            <p:nvPr/>
          </p:nvPicPr>
          <p:blipFill>
            <a:blip r:embed="rId1"/>
            <a:stretch/>
          </p:blipFill>
          <p:spPr>
            <a:xfrm>
              <a:off x="-37800" y="-22320"/>
              <a:ext cx="7518960" cy="5691960"/>
            </a:xfrm>
            <a:prstGeom prst="rect">
              <a:avLst/>
            </a:prstGeom>
            <a:ln w="9525">
              <a:noFill/>
            </a:ln>
          </p:spPr>
        </p:pic>
        <p:pic>
          <p:nvPicPr>
            <p:cNvPr id="1168" name="object 4" descr=""/>
            <p:cNvPicPr/>
            <p:nvPr/>
          </p:nvPicPr>
          <p:blipFill>
            <a:blip r:embed="rId2"/>
            <a:stretch/>
          </p:blipFill>
          <p:spPr>
            <a:xfrm>
              <a:off x="3121560" y="-19800"/>
              <a:ext cx="6960600" cy="5689440"/>
            </a:xfrm>
            <a:prstGeom prst="rect">
              <a:avLst/>
            </a:prstGeom>
            <a:ln w="9525">
              <a:noFill/>
            </a:ln>
          </p:spPr>
        </p:pic>
        <p:pic>
          <p:nvPicPr>
            <p:cNvPr id="1169" name="object 5" descr=""/>
            <p:cNvPicPr/>
            <p:nvPr/>
          </p:nvPicPr>
          <p:blipFill>
            <a:blip r:embed="rId3"/>
            <a:stretch/>
          </p:blipFill>
          <p:spPr>
            <a:xfrm>
              <a:off x="5830560" y="3722040"/>
              <a:ext cx="4251600" cy="1515240"/>
            </a:xfrm>
            <a:prstGeom prst="rect">
              <a:avLst/>
            </a:prstGeom>
            <a:ln w="9525">
              <a:noFill/>
            </a:ln>
          </p:spPr>
        </p:pic>
      </p:grpSp>
      <p:pic>
        <p:nvPicPr>
          <p:cNvPr id="1170" name="object 7" descr=""/>
          <p:cNvPicPr/>
          <p:nvPr/>
        </p:nvPicPr>
        <p:blipFill>
          <a:blip r:embed="rId4"/>
          <a:stretch/>
        </p:blipFill>
        <p:spPr>
          <a:xfrm>
            <a:off x="8931240" y="3621240"/>
            <a:ext cx="691920" cy="1176120"/>
          </a:xfrm>
          <a:prstGeom prst="rect">
            <a:avLst/>
          </a:prstGeom>
          <a:ln w="9525">
            <a:noFill/>
          </a:ln>
        </p:spPr>
      </p:pic>
      <p:sp>
        <p:nvSpPr>
          <p:cNvPr id="1171" name="Botão de ação: Avançar ou Próximo 2">
            <a:hlinkClick r:id="" action="ppaction://hlinkshowjump?jump=nextslide"/>
          </p:cNvPr>
          <p:cNvSpPr/>
          <p:nvPr/>
        </p:nvSpPr>
        <p:spPr>
          <a:xfrm>
            <a:off x="8917560" y="1406520"/>
            <a:ext cx="719640" cy="539640"/>
          </a:xfrm>
          <a:prstGeom prst="actionButtonForwardNext">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endParaRPr b="0" lang="pt-BR" sz="1300" spc="-1" strike="noStrike">
              <a:solidFill>
                <a:schemeClr val="dk2">
                  <a:lumMod val="75000"/>
                </a:schemeClr>
              </a:solidFill>
              <a:latin typeface="Calibri"/>
            </a:endParaRPr>
          </a:p>
        </p:txBody>
      </p:sp>
      <p:sp>
        <p:nvSpPr>
          <p:cNvPr id="1172" name="Botão de ação: Fim 4"/>
          <p:cNvSpPr/>
          <p:nvPr/>
        </p:nvSpPr>
        <p:spPr>
          <a:xfrm>
            <a:off x="8917560" y="2335320"/>
            <a:ext cx="719640" cy="539640"/>
          </a:xfrm>
          <a:prstGeom prst="actionButtonEnd">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endParaRPr b="0" lang="pt-BR" sz="1300" spc="-1" strike="noStrike">
              <a:solidFill>
                <a:schemeClr val="dk2">
                  <a:lumMod val="75000"/>
                </a:schemeClr>
              </a:solidFill>
              <a:latin typeface="Calibri"/>
            </a:endParaRPr>
          </a:p>
        </p:txBody>
      </p:sp>
      <p:sp>
        <p:nvSpPr>
          <p:cNvPr id="1173" name="Botão de ação: Personalizar 19">
            <a:hlinkClick r:id="rId5" action="ppaction://hlinksldjump"/>
          </p:cNvPr>
          <p:cNvSpPr/>
          <p:nvPr/>
        </p:nvSpPr>
        <p:spPr>
          <a:xfrm>
            <a:off x="8917560" y="22356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300" spc="-1" strike="noStrike">
                <a:solidFill>
                  <a:schemeClr val="dk2">
                    <a:lumMod val="75000"/>
                  </a:schemeClr>
                </a:solidFill>
                <a:latin typeface="Calibri"/>
              </a:rPr>
              <a:t>TELA </a:t>
            </a:r>
            <a:endParaRPr b="0" lang="pt-BR" sz="1300" spc="-1" strike="noStrike">
              <a:solidFill>
                <a:srgbClr val="000000"/>
              </a:solidFill>
              <a:latin typeface="Arial"/>
            </a:endParaRPr>
          </a:p>
          <a:p>
            <a:pPr algn="ctr">
              <a:lnSpc>
                <a:spcPct val="90000"/>
              </a:lnSpc>
            </a:pPr>
            <a:r>
              <a:rPr b="0" lang="pt-BR" sz="1300" spc="-1" strike="noStrike">
                <a:solidFill>
                  <a:schemeClr val="dk2">
                    <a:lumMod val="75000"/>
                  </a:schemeClr>
                </a:solidFill>
                <a:latin typeface="Calibri"/>
              </a:rPr>
              <a:t>INICIAL</a:t>
            </a:r>
            <a:endParaRPr b="0" lang="pt-BR" sz="1300" spc="-1" strike="noStrike">
              <a:solidFill>
                <a:srgbClr val="000000"/>
              </a:solidFill>
              <a:latin typeface="Arial"/>
            </a:endParaRPr>
          </a:p>
        </p:txBody>
      </p:sp>
      <p:sp>
        <p:nvSpPr>
          <p:cNvPr id="1174" name="Botão de ação: Personalizar 20">
            <a:hlinkClick r:id="rId6" action="ppaction://hlinksldjump"/>
          </p:cNvPr>
          <p:cNvSpPr/>
          <p:nvPr/>
        </p:nvSpPr>
        <p:spPr>
          <a:xfrm>
            <a:off x="8917560" y="490680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300" spc="-1" strike="noStrike">
                <a:solidFill>
                  <a:schemeClr val="dk2">
                    <a:lumMod val="75000"/>
                  </a:schemeClr>
                </a:solidFill>
                <a:latin typeface="Calibri"/>
              </a:rPr>
              <a:t>MENU</a:t>
            </a:r>
            <a:endParaRPr b="0" lang="pt-BR" sz="1300" spc="-1" strike="noStrike">
              <a:solidFill>
                <a:srgbClr val="000000"/>
              </a:solidFill>
              <a:latin typeface="Arial"/>
            </a:endParaRPr>
          </a:p>
        </p:txBody>
      </p:sp>
      <p:sp>
        <p:nvSpPr>
          <p:cNvPr id="1175" name="PlaceHolder 1"/>
          <p:cNvSpPr>
            <a:spLocks noGrp="1"/>
          </p:cNvSpPr>
          <p:nvPr>
            <p:ph type="title"/>
          </p:nvPr>
        </p:nvSpPr>
        <p:spPr>
          <a:xfrm>
            <a:off x="6541920" y="4121280"/>
            <a:ext cx="2214360" cy="369000"/>
          </a:xfrm>
          <a:prstGeom prst="rect">
            <a:avLst/>
          </a:prstGeom>
          <a:noFill/>
          <a:ln w="9360">
            <a:noFill/>
          </a:ln>
        </p:spPr>
        <p:txBody>
          <a:bodyPr numCol="1" spcCol="0" lIns="0" rIns="0" tIns="0" bIns="0" anchor="t">
            <a:noAutofit/>
          </a:bodyPr>
          <a:p>
            <a:pPr indent="0" algn="ctr">
              <a:lnSpc>
                <a:spcPct val="100000"/>
              </a:lnSpc>
              <a:buNone/>
            </a:pPr>
            <a:r>
              <a:rPr b="0" lang="pt-BR" sz="2400" spc="-1" strike="noStrike">
                <a:solidFill>
                  <a:schemeClr val="lt1"/>
                </a:solidFill>
                <a:latin typeface="Arial"/>
              </a:rPr>
              <a:t>CAPÍTULO 03 </a:t>
            </a:r>
            <a:endParaRPr b="0" lang="pt-BR"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6" name="PlaceHolder 1"/>
          <p:cNvSpPr>
            <a:spLocks noGrp="1"/>
          </p:cNvSpPr>
          <p:nvPr>
            <p:ph type="title"/>
          </p:nvPr>
        </p:nvSpPr>
        <p:spPr>
          <a:xfrm>
            <a:off x="469800" y="334800"/>
            <a:ext cx="9342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3.0 – SISTEMA AEROVANE</a:t>
            </a:r>
            <a:br>
              <a:rPr sz="2800"/>
            </a:br>
            <a:endParaRPr b="0" lang="pt-BR" sz="2800" spc="-1" strike="noStrike">
              <a:solidFill>
                <a:schemeClr val="dk1"/>
              </a:solidFill>
              <a:latin typeface="Arial"/>
            </a:endParaRPr>
          </a:p>
        </p:txBody>
      </p:sp>
      <p:sp>
        <p:nvSpPr>
          <p:cNvPr id="1177" name="PlaceHolder 2"/>
          <p:cNvSpPr>
            <a:spLocks noGrp="1"/>
          </p:cNvSpPr>
          <p:nvPr>
            <p:ph type="subTitle"/>
          </p:nvPr>
        </p:nvSpPr>
        <p:spPr>
          <a:xfrm>
            <a:off x="1255680" y="1406520"/>
            <a:ext cx="7058160" cy="369000"/>
          </a:xfrm>
          <a:prstGeom prst="rect">
            <a:avLst/>
          </a:prstGeom>
          <a:noFill/>
          <a:ln w="9360">
            <a:noFill/>
          </a:ln>
        </p:spPr>
        <p:txBody>
          <a:bodyPr numCol="1" spcCol="0" lIns="0" rIns="0" tIns="0" bIns="0" anchor="t">
            <a:noAutofit/>
          </a:bodyPr>
          <a:p>
            <a:pPr marL="216000" indent="-216000">
              <a:lnSpc>
                <a:spcPct val="100000"/>
              </a:lnSpc>
              <a:spcBef>
                <a:spcPts val="479"/>
              </a:spcBef>
              <a:buClr>
                <a:srgbClr val="000000"/>
              </a:buClr>
              <a:buFont typeface="Symbol" charset="2"/>
              <a:buChar char=""/>
            </a:pPr>
            <a:r>
              <a:rPr b="1" lang="pt-BR" sz="2400" spc="-1" strike="noStrike">
                <a:solidFill>
                  <a:schemeClr val="dk1"/>
                </a:solidFill>
                <a:latin typeface="Calibri"/>
              </a:rPr>
              <a:t>TÓPICOS:</a:t>
            </a:r>
            <a:endParaRPr b="0" lang="pt-BR" sz="2400" spc="-1" strike="noStrike">
              <a:solidFill>
                <a:srgbClr val="000000"/>
              </a:solidFill>
              <a:latin typeface="Arial"/>
            </a:endParaRPr>
          </a:p>
        </p:txBody>
      </p:sp>
      <p:sp>
        <p:nvSpPr>
          <p:cNvPr id="1178" name="CaixaDeTexto 3"/>
          <p:cNvSpPr/>
          <p:nvPr/>
        </p:nvSpPr>
        <p:spPr>
          <a:xfrm>
            <a:off x="398520" y="1835280"/>
            <a:ext cx="9286560" cy="219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800" spc="-1" strike="noStrike">
              <a:solidFill>
                <a:srgbClr val="000000"/>
              </a:solidFill>
              <a:latin typeface="Arial"/>
            </a:endParaRPr>
          </a:p>
          <a:p>
            <a:pPr marL="457200">
              <a:lnSpc>
                <a:spcPct val="100000"/>
              </a:lnSpc>
            </a:pPr>
            <a:r>
              <a:rPr b="0" lang="pt-PT" sz="1200" spc="-1" strike="noStrike">
                <a:solidFill>
                  <a:schemeClr val="dk1"/>
                </a:solidFill>
                <a:latin typeface="Arial"/>
              </a:rPr>
              <a:t>3.1 - Generalidades</a:t>
            </a:r>
            <a:endParaRPr b="0" lang="pt-BR" sz="1200" spc="-1" strike="noStrike">
              <a:solidFill>
                <a:srgbClr val="000000"/>
              </a:solidFill>
              <a:latin typeface="Arial"/>
            </a:endParaRPr>
          </a:p>
          <a:p>
            <a:pPr marL="457200">
              <a:lnSpc>
                <a:spcPct val="100000"/>
              </a:lnSpc>
            </a:pPr>
            <a:r>
              <a:rPr b="0" lang="pt-PT" sz="1200" spc="-1" strike="noStrike">
                <a:solidFill>
                  <a:schemeClr val="dk1"/>
                </a:solidFill>
                <a:latin typeface="Arial"/>
              </a:rPr>
              <a:t> </a:t>
            </a:r>
            <a:endParaRPr b="0" lang="pt-BR" sz="1200" spc="-1" strike="noStrike">
              <a:solidFill>
                <a:srgbClr val="000000"/>
              </a:solidFill>
              <a:latin typeface="Arial"/>
            </a:endParaRPr>
          </a:p>
          <a:p>
            <a:pPr marL="457200">
              <a:lnSpc>
                <a:spcPct val="100000"/>
              </a:lnSpc>
            </a:pPr>
            <a:r>
              <a:rPr b="0" lang="pt-PT" sz="1200" spc="-1" strike="noStrike">
                <a:solidFill>
                  <a:schemeClr val="dk1"/>
                </a:solidFill>
                <a:latin typeface="Arial"/>
              </a:rPr>
              <a:t>3.2 - Componentes Básicos</a:t>
            </a:r>
            <a:endParaRPr b="0" lang="pt-BR" sz="1200" spc="-1" strike="noStrike">
              <a:solidFill>
                <a:srgbClr val="000000"/>
              </a:solidFill>
              <a:latin typeface="Arial"/>
            </a:endParaRPr>
          </a:p>
          <a:p>
            <a:pPr marL="457200">
              <a:lnSpc>
                <a:spcPct val="100000"/>
              </a:lnSpc>
            </a:pPr>
            <a:endParaRPr b="0" lang="pt-BR" sz="1200" spc="-1" strike="noStrike">
              <a:solidFill>
                <a:srgbClr val="000000"/>
              </a:solidFill>
              <a:latin typeface="Arial"/>
            </a:endParaRPr>
          </a:p>
          <a:p>
            <a:pPr marL="457200">
              <a:lnSpc>
                <a:spcPct val="100000"/>
              </a:lnSpc>
            </a:pPr>
            <a:r>
              <a:rPr b="0" lang="pt-PT" sz="1200" spc="-1" strike="noStrike">
                <a:solidFill>
                  <a:schemeClr val="dk1"/>
                </a:solidFill>
                <a:latin typeface="Arial"/>
              </a:rPr>
              <a:t>3.3 - Transmissor (ou detector)</a:t>
            </a:r>
            <a:endParaRPr b="0" lang="pt-BR" sz="1200" spc="-1" strike="noStrike">
              <a:solidFill>
                <a:srgbClr val="000000"/>
              </a:solidFill>
              <a:latin typeface="Arial"/>
            </a:endParaRPr>
          </a:p>
          <a:p>
            <a:pPr marL="457200">
              <a:lnSpc>
                <a:spcPct val="100000"/>
              </a:lnSpc>
            </a:pPr>
            <a:endParaRPr b="0" lang="pt-BR" sz="1200" spc="-1" strike="noStrike">
              <a:solidFill>
                <a:srgbClr val="000000"/>
              </a:solidFill>
              <a:latin typeface="Arial"/>
            </a:endParaRPr>
          </a:p>
          <a:p>
            <a:pPr marL="457200">
              <a:lnSpc>
                <a:spcPct val="100000"/>
              </a:lnSpc>
            </a:pPr>
            <a:r>
              <a:rPr b="0" lang="pt-PT" sz="1200" spc="-1" strike="noStrike">
                <a:solidFill>
                  <a:schemeClr val="dk1"/>
                </a:solidFill>
                <a:latin typeface="Arial"/>
              </a:rPr>
              <a:t>3.4 - Indicador</a:t>
            </a:r>
            <a:endParaRPr b="0" lang="pt-BR" sz="1200" spc="-1" strike="noStrike">
              <a:solidFill>
                <a:srgbClr val="000000"/>
              </a:solidFill>
              <a:latin typeface="Arial"/>
            </a:endParaRPr>
          </a:p>
          <a:p>
            <a:pPr marL="457200">
              <a:lnSpc>
                <a:spcPct val="100000"/>
              </a:lnSpc>
            </a:pPr>
            <a:endParaRPr b="0" lang="pt-BR" sz="1200" spc="-1" strike="noStrike">
              <a:solidFill>
                <a:srgbClr val="000000"/>
              </a:solidFill>
              <a:latin typeface="Arial"/>
            </a:endParaRPr>
          </a:p>
          <a:p>
            <a:pPr marL="457200">
              <a:lnSpc>
                <a:spcPct val="100000"/>
              </a:lnSpc>
            </a:pPr>
            <a:endParaRPr b="0" lang="pt-BR" sz="1200" spc="-1" strike="noStrike">
              <a:solidFill>
                <a:srgbClr val="000000"/>
              </a:solidFill>
              <a:latin typeface="Arial"/>
            </a:endParaRPr>
          </a:p>
          <a:p>
            <a:pPr marL="457200">
              <a:lnSpc>
                <a:spcPct val="100000"/>
              </a:lnSpc>
            </a:pPr>
            <a:endParaRPr b="0" lang="pt-BR" sz="1200" spc="-1" strike="noStrike">
              <a:solidFill>
                <a:srgbClr val="000000"/>
              </a:solidFill>
              <a:latin typeface="Arial"/>
            </a:endParaRPr>
          </a:p>
        </p:txBody>
      </p:sp>
      <p:sp>
        <p:nvSpPr>
          <p:cNvPr id="1179" name="Retângulo de cantos arredondados 10"/>
          <p:cNvSpPr/>
          <p:nvPr/>
        </p:nvSpPr>
        <p:spPr>
          <a:xfrm>
            <a:off x="1255680" y="1406520"/>
            <a:ext cx="1785600" cy="35676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2400" spc="-1" strike="noStrike">
                <a:solidFill>
                  <a:schemeClr val="lt1"/>
                </a:solidFill>
                <a:latin typeface="Calibri"/>
              </a:rPr>
              <a:t>TÓPICOS:</a:t>
            </a:r>
            <a:endParaRPr b="0" lang="pt-BR"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181" name="CaixaDeTexto 3"/>
          <p:cNvSpPr/>
          <p:nvPr/>
        </p:nvSpPr>
        <p:spPr>
          <a:xfrm>
            <a:off x="255600" y="1335240"/>
            <a:ext cx="9572400" cy="30157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PT" sz="1200" spc="-1" strike="noStrike">
                <a:solidFill>
                  <a:schemeClr val="dk1"/>
                </a:solidFill>
                <a:latin typeface="Arial"/>
              </a:rPr>
              <a:t>3.1 - GENERALIDADES DO SISTEMA AEROVANE</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sistema de indicação de intensidade e de direção do vento, tipo "AEROVANE "é fabricado pela firma americana "BENDIX".</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É um sistema composto por equipamentos não-militarizados, e está instalado na maioria de nossos navios de pequeno porte.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Ele enquadra-se na categoria geral dos sistemas do tipo B, variação B2, por usar um detector do tipo hélice e alheta aerodinâmica, e usar sistema sincro para transmissão dos sinais de direção, e um magneto para transmissão dos sinais de intensidade do vento.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3.2 - COMPONENTES BÁSICOS</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sistema "BENDIX AEROVANE" compõe-se de dois equipamentos: </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a)o detector ou transmissor; e</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b) o indicador.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detector ou transmissor fica instalado numa das vergas do mastro e o indicador fica instalado no passadiço ou em outro compartimento conveniente do navio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2"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183" name="Retângulo 4"/>
          <p:cNvSpPr/>
          <p:nvPr/>
        </p:nvSpPr>
        <p:spPr>
          <a:xfrm>
            <a:off x="326880" y="1263600"/>
            <a:ext cx="9572400" cy="3655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800" spc="-1" strike="noStrike">
              <a:solidFill>
                <a:srgbClr val="000000"/>
              </a:solidFill>
              <a:latin typeface="Arial"/>
            </a:endParaRPr>
          </a:p>
          <a:p>
            <a:pPr algn="just">
              <a:lnSpc>
                <a:spcPct val="100000"/>
              </a:lnSpc>
            </a:pPr>
            <a:r>
              <a:rPr b="0" lang="pt-PT" sz="1200" spc="-1" strike="noStrike">
                <a:solidFill>
                  <a:schemeClr val="dk1"/>
                </a:solidFill>
                <a:latin typeface="Arial"/>
              </a:rPr>
              <a:t>As duas unidades são ligadas por meio de cabeação elétrica, cujo comprimento e tipo de fio utilizado precisa estar de acordo com certas especificações.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Isto deve-se ao fato de serem introduzidos erros no sistema de indicação de velocidade do vento, devido a resistência ôhmica dos cabos de ligação entre o transmissor e o indicador.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Esse fato contudo só precisa ser levado em conta, na instalação do sistema em navios de muito grande porte. </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sistema é projetado para operar com 115V/60Hz.</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3.3 – TRANSMISSOR OU DETECTOR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Existem dois modelos de transmissor "AERONAVE". O transmissor modelo 120 e o transmissor modelo 122.</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transmissor modelo 120 é um instrumento duplo, para medição contínua da direção e da intensidade do vento. O modelo 122 mede apenas a intensidade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sistemas "AEROVANE" usados em nossos navios empregam o transmissor modelo 120 (figura 3.1) e será descrito à seguir.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transmissor tem trinta polegadas de comprimento e pesa cerca de 6 quilos. É projetado para operar com 115V/60Hz e não emite interferência de rádio-freqüência.</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velocidade do vento é medida por um impelidor (hélice) de três pás fixado na armadura de tacômetro-magneto (wind-speed magnetoI) localizado na parte da frente do instrumento.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185" name="Retângulo 4"/>
          <p:cNvSpPr/>
          <p:nvPr/>
        </p:nvSpPr>
        <p:spPr>
          <a:xfrm>
            <a:off x="326880" y="1263600"/>
            <a:ext cx="9572400" cy="37472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3.4 – INDICADOR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indicador usado nos sistemas "AEROVANE" instalados em nossos navios é o modelo 135 (Fig. 3.2). Ele é um dispositivo elétrico projetado para dar indicação visual constante da velocidade e da intensidade do vento. Isto é obtido usando-se o indicador em conjunto com o transmissor "AEROVANE" modelo 120, (é o detector) que fornece entradas de velocidade do vento e de direção do vento. Ele pode ser instalado em prateleira fixada em antepara, ou sobre uma mesa de bordo.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É projetado para operar com 115V/60Hz, em temperaturas ambientes de 40º F a 120º F. O consumo de potência é de 12W.</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As especificações técnicas de suas duas unidades componentes (velocidade e direção) são as seguintes:</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3.41 – VELOCIDADE DO VENTO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Faixa de operação: milhas/hora: 0 a 100mph. Nós: 0 a 120 nós precisão: + 1 % (mais o erro do detector)</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1" lang="pt-PT" sz="1200" spc="-1" strike="noStrike">
                <a:solidFill>
                  <a:schemeClr val="dk1"/>
                </a:solidFill>
                <a:latin typeface="Arial"/>
              </a:rPr>
              <a:t>3.4.1 – DIREÇÃO DO VENTO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Faixa de operação: 0 a 360° precisão: + 3° (depende do detector e da velocidade do vento).</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6"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187" name="Retângulo 4"/>
          <p:cNvSpPr/>
          <p:nvPr/>
        </p:nvSpPr>
        <p:spPr>
          <a:xfrm>
            <a:off x="326880" y="1263600"/>
            <a:ext cx="9572400" cy="461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pic>
        <p:nvPicPr>
          <p:cNvPr id="1188" name="Picture 2" descr=""/>
          <p:cNvPicPr/>
          <p:nvPr/>
        </p:nvPicPr>
        <p:blipFill>
          <a:blip r:embed="rId1"/>
          <a:stretch/>
        </p:blipFill>
        <p:spPr>
          <a:xfrm>
            <a:off x="898560" y="1406520"/>
            <a:ext cx="2785680" cy="208944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pic>
        <p:nvPicPr>
          <p:cNvPr id="1189" name="Picture 3" descr=""/>
          <p:cNvPicPr/>
          <p:nvPr/>
        </p:nvPicPr>
        <p:blipFill>
          <a:blip r:embed="rId2"/>
          <a:stretch/>
        </p:blipFill>
        <p:spPr>
          <a:xfrm>
            <a:off x="5256360" y="1406520"/>
            <a:ext cx="4182120" cy="202824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
        <p:nvSpPr>
          <p:cNvPr id="1190" name="CaixaDeTexto 5"/>
          <p:cNvSpPr/>
          <p:nvPr/>
        </p:nvSpPr>
        <p:spPr>
          <a:xfrm>
            <a:off x="898560" y="3692520"/>
            <a:ext cx="285732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Fig.3.1 Detector Modelo 120</a:t>
            </a:r>
            <a:endParaRPr b="0" lang="pt-BR" sz="1200" spc="-1" strike="noStrike">
              <a:solidFill>
                <a:srgbClr val="000000"/>
              </a:solidFill>
              <a:latin typeface="Arial"/>
            </a:endParaRPr>
          </a:p>
        </p:txBody>
      </p:sp>
      <p:sp>
        <p:nvSpPr>
          <p:cNvPr id="1191" name="CaixaDeTexto 6"/>
          <p:cNvSpPr/>
          <p:nvPr/>
        </p:nvSpPr>
        <p:spPr>
          <a:xfrm>
            <a:off x="5398920" y="3621240"/>
            <a:ext cx="40716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Fig, 3.2 – Indicador  Modelo 135</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2"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193" name="Retângulo 4"/>
          <p:cNvSpPr/>
          <p:nvPr/>
        </p:nvSpPr>
        <p:spPr>
          <a:xfrm>
            <a:off x="326880" y="1263600"/>
            <a:ext cx="9572400" cy="6382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sp>
        <p:nvSpPr>
          <p:cNvPr id="1194" name="CaixaDeTexto 6"/>
          <p:cNvSpPr/>
          <p:nvPr/>
        </p:nvSpPr>
        <p:spPr>
          <a:xfrm>
            <a:off x="1684440" y="4121280"/>
            <a:ext cx="757224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Fig.3.3 – Diagrama Esquemático Transmissor Mod. 120 </a:t>
            </a:r>
            <a:endParaRPr b="0" lang="pt-BR" sz="1200" spc="-1" strike="noStrike">
              <a:solidFill>
                <a:srgbClr val="000000"/>
              </a:solidFill>
              <a:latin typeface="Arial"/>
            </a:endParaRPr>
          </a:p>
        </p:txBody>
      </p:sp>
      <p:sp>
        <p:nvSpPr>
          <p:cNvPr id="1195" name="Retângulo 7"/>
          <p:cNvSpPr/>
          <p:nvPr/>
        </p:nvSpPr>
        <p:spPr>
          <a:xfrm>
            <a:off x="2521080" y="2512080"/>
            <a:ext cx="504144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br>
              <a:rPr sz="1800"/>
            </a:br>
            <a:endParaRPr b="0" lang="pt-BR" sz="1800" spc="-1" strike="noStrike">
              <a:solidFill>
                <a:srgbClr val="000000"/>
              </a:solidFill>
              <a:latin typeface="Arial"/>
            </a:endParaRPr>
          </a:p>
        </p:txBody>
      </p:sp>
      <p:pic>
        <p:nvPicPr>
          <p:cNvPr id="1196" name="Picture 3" descr=""/>
          <p:cNvPicPr/>
          <p:nvPr/>
        </p:nvPicPr>
        <p:blipFill>
          <a:blip r:embed="rId1"/>
          <a:stretch/>
        </p:blipFill>
        <p:spPr>
          <a:xfrm>
            <a:off x="3255840" y="1406520"/>
            <a:ext cx="4242600" cy="265572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7"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198" name="Retângulo 4"/>
          <p:cNvSpPr/>
          <p:nvPr/>
        </p:nvSpPr>
        <p:spPr>
          <a:xfrm>
            <a:off x="326880" y="1263600"/>
            <a:ext cx="9572400" cy="6382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pic>
        <p:nvPicPr>
          <p:cNvPr id="1199" name="Picture 2" descr=""/>
          <p:cNvPicPr/>
          <p:nvPr/>
        </p:nvPicPr>
        <p:blipFill>
          <a:blip r:embed="rId1"/>
          <a:stretch/>
        </p:blipFill>
        <p:spPr>
          <a:xfrm>
            <a:off x="1469880" y="1263600"/>
            <a:ext cx="7643520" cy="296280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
        <p:nvSpPr>
          <p:cNvPr id="1200" name="CaixaDeTexto 7"/>
          <p:cNvSpPr/>
          <p:nvPr/>
        </p:nvSpPr>
        <p:spPr>
          <a:xfrm>
            <a:off x="1469880" y="4264200"/>
            <a:ext cx="764352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Fig. 3.4 – Diagrama Esquemático do Transmissor Modelo 120</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1"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202" name="Retângulo 4"/>
          <p:cNvSpPr/>
          <p:nvPr/>
        </p:nvSpPr>
        <p:spPr>
          <a:xfrm>
            <a:off x="326880" y="1263600"/>
            <a:ext cx="9572400" cy="461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pic>
        <p:nvPicPr>
          <p:cNvPr id="1203" name="Picture 2" descr=""/>
          <p:cNvPicPr/>
          <p:nvPr/>
        </p:nvPicPr>
        <p:blipFill>
          <a:blip r:embed="rId1"/>
          <a:stretch/>
        </p:blipFill>
        <p:spPr>
          <a:xfrm>
            <a:off x="3470400" y="1263600"/>
            <a:ext cx="3755880" cy="308412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
        <p:nvSpPr>
          <p:cNvPr id="1204" name="CaixaDeTexto 5"/>
          <p:cNvSpPr/>
          <p:nvPr/>
        </p:nvSpPr>
        <p:spPr>
          <a:xfrm>
            <a:off x="3541680" y="4406760"/>
            <a:ext cx="371448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200" spc="-1" strike="noStrike">
                <a:solidFill>
                  <a:schemeClr val="dk1"/>
                </a:solidFill>
                <a:latin typeface="Arial"/>
              </a:rPr>
              <a:t>FIG. 3.5 – Transmissor e Indicador Modelo 135</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5" name="PlaceHolder 1"/>
          <p:cNvSpPr>
            <a:spLocks noGrp="1"/>
          </p:cNvSpPr>
          <p:nvPr>
            <p:ph type="title"/>
          </p:nvPr>
        </p:nvSpPr>
        <p:spPr>
          <a:xfrm>
            <a:off x="469800" y="334800"/>
            <a:ext cx="9342720" cy="738360"/>
          </a:xfrm>
          <a:prstGeom prst="rect">
            <a:avLst/>
          </a:prstGeom>
          <a:noFill/>
          <a:ln w="9360">
            <a:noFill/>
          </a:ln>
        </p:spPr>
        <p:txBody>
          <a:bodyPr numCol="1" spcCol="0" lIns="0" rIns="0" tIns="0" bIns="0" anchor="t">
            <a:noAutofit/>
          </a:bodyPr>
          <a:p>
            <a:pPr indent="0" algn="ctr">
              <a:lnSpc>
                <a:spcPct val="100000"/>
              </a:lnSpc>
              <a:buNone/>
            </a:pPr>
            <a:r>
              <a:rPr b="1" lang="pt-BR" sz="2800" spc="-1" strike="noStrike">
                <a:solidFill>
                  <a:srgbClr val="fffffd"/>
                </a:solidFill>
                <a:latin typeface="Calibri"/>
              </a:rPr>
              <a:t> </a:t>
            </a:r>
            <a:r>
              <a:rPr b="1" lang="pt-BR" sz="2800" spc="-7" strike="noStrike">
                <a:solidFill>
                  <a:schemeClr val="lt1"/>
                </a:solidFill>
                <a:latin typeface="Calibri"/>
              </a:rPr>
              <a:t>3.0 – SISTEMA AEROVANE</a:t>
            </a:r>
            <a:br>
              <a:rPr sz="2000"/>
            </a:br>
            <a:endParaRPr b="0" lang="pt-BR" sz="2800" spc="-1" strike="noStrike">
              <a:solidFill>
                <a:schemeClr val="dk1"/>
              </a:solidFill>
              <a:latin typeface="Arial"/>
            </a:endParaRPr>
          </a:p>
        </p:txBody>
      </p:sp>
      <p:sp>
        <p:nvSpPr>
          <p:cNvPr id="1206" name="Retângulo 4"/>
          <p:cNvSpPr/>
          <p:nvPr/>
        </p:nvSpPr>
        <p:spPr>
          <a:xfrm>
            <a:off x="326880" y="1263600"/>
            <a:ext cx="9572400" cy="4611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p:txBody>
      </p:sp>
      <p:pic>
        <p:nvPicPr>
          <p:cNvPr id="1207" name="Picture 2" descr=""/>
          <p:cNvPicPr/>
          <p:nvPr/>
        </p:nvPicPr>
        <p:blipFill>
          <a:blip r:embed="rId1"/>
          <a:stretch/>
        </p:blipFill>
        <p:spPr>
          <a:xfrm>
            <a:off x="3470400" y="1263600"/>
            <a:ext cx="3714480" cy="305028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
        <p:nvSpPr>
          <p:cNvPr id="1208" name="CaixaDeTexto 5"/>
          <p:cNvSpPr/>
          <p:nvPr/>
        </p:nvSpPr>
        <p:spPr>
          <a:xfrm>
            <a:off x="2970360" y="4406760"/>
            <a:ext cx="457164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    </a:t>
            </a:r>
            <a:r>
              <a:rPr b="1" lang="pt-BR" sz="1200" spc="-1" strike="noStrike">
                <a:solidFill>
                  <a:schemeClr val="dk1"/>
                </a:solidFill>
                <a:latin typeface="Arial"/>
              </a:rPr>
              <a:t>FIG. 3.6 – Transmissor e Indicador e Velocidade e Direção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9" name="PlaceHolder 1"/>
          <p:cNvSpPr>
            <a:spLocks noGrp="1"/>
          </p:cNvSpPr>
          <p:nvPr>
            <p:ph type="title"/>
          </p:nvPr>
        </p:nvSpPr>
        <p:spPr>
          <a:xfrm>
            <a:off x="541440" y="477720"/>
            <a:ext cx="8570880" cy="64260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01</a:t>
            </a:r>
            <a:br>
              <a:rPr sz="4400"/>
            </a:br>
            <a:endParaRPr b="0" lang="pt-BR" sz="2800" spc="-1" strike="noStrike">
              <a:solidFill>
                <a:schemeClr val="dk1"/>
              </a:solidFill>
              <a:latin typeface="Arial"/>
            </a:endParaRPr>
          </a:p>
        </p:txBody>
      </p:sp>
      <p:sp>
        <p:nvSpPr>
          <p:cNvPr id="1210" name="PlaceHolder 2"/>
          <p:cNvSpPr>
            <a:spLocks noGrp="1"/>
          </p:cNvSpPr>
          <p:nvPr>
            <p:ph type="subTitle"/>
          </p:nvPr>
        </p:nvSpPr>
        <p:spPr>
          <a:xfrm>
            <a:off x="1398600" y="1192320"/>
            <a:ext cx="7058160" cy="24588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Quais equipamentos compõem o sistema “AEROVANE”?</a:t>
            </a:r>
            <a:endParaRPr b="0" lang="pt-BR" sz="1600" spc="-1" strike="noStrike">
              <a:solidFill>
                <a:srgbClr val="000000"/>
              </a:solidFill>
              <a:latin typeface="Arial"/>
            </a:endParaRPr>
          </a:p>
        </p:txBody>
      </p:sp>
      <p:sp>
        <p:nvSpPr>
          <p:cNvPr id="1211"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212"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800" spc="-1" strike="noStrike">
              <a:solidFill>
                <a:srgbClr val="000000"/>
              </a:solidFill>
              <a:latin typeface="Arial"/>
            </a:endParaRPr>
          </a:p>
          <a:p>
            <a:pPr algn="ctr">
              <a:lnSpc>
                <a:spcPct val="100000"/>
              </a:lnSpc>
            </a:pPr>
            <a:r>
              <a:rPr b="0" lang="pt-BR" sz="1800" spc="-1" strike="noStrike">
                <a:solidFill>
                  <a:schemeClr val="dk2">
                    <a:lumMod val="75000"/>
                  </a:schemeClr>
                </a:solidFill>
                <a:latin typeface="Calibri"/>
              </a:rPr>
              <a:t>transmissor e receptor </a:t>
            </a:r>
            <a:endParaRPr b="0" lang="pt-BR" sz="1800" spc="-1" strike="noStrike">
              <a:solidFill>
                <a:srgbClr val="000000"/>
              </a:solidFill>
              <a:latin typeface="Arial"/>
            </a:endParaRPr>
          </a:p>
          <a:p>
            <a:pPr algn="ctr">
              <a:lnSpc>
                <a:spcPct val="100000"/>
              </a:lnSpc>
            </a:pPr>
            <a:endParaRPr b="0" lang="pt-BR" sz="1800" spc="-1" strike="noStrike">
              <a:solidFill>
                <a:srgbClr val="000000"/>
              </a:solidFill>
              <a:latin typeface="Arial"/>
            </a:endParaRPr>
          </a:p>
        </p:txBody>
      </p:sp>
      <p:sp>
        <p:nvSpPr>
          <p:cNvPr id="1213"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14"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15"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216"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detector e indicador </a:t>
            </a:r>
            <a:endParaRPr b="0" lang="pt-BR" sz="1800" spc="-1" strike="noStrike">
              <a:solidFill>
                <a:srgbClr val="000000"/>
              </a:solidFill>
              <a:latin typeface="Arial"/>
            </a:endParaRPr>
          </a:p>
        </p:txBody>
      </p:sp>
      <p:sp>
        <p:nvSpPr>
          <p:cNvPr id="1217" name="Botão de ação: Personalizar 10">
            <a:hlinkClick r:id="" action="ppaction://hlinkshowjump?jump=nex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18"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19"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220"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transmissor e receptor </a:t>
            </a:r>
            <a:endParaRPr b="0" lang="pt-BR" sz="1800" spc="-1" strike="noStrike">
              <a:solidFill>
                <a:srgbClr val="000000"/>
              </a:solidFill>
              <a:latin typeface="Arial"/>
            </a:endParaRPr>
          </a:p>
        </p:txBody>
      </p:sp>
      <p:sp>
        <p:nvSpPr>
          <p:cNvPr id="1221"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22"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23"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224"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detector e receptor</a:t>
            </a:r>
            <a:endParaRPr b="0" lang="pt-BR" sz="1800" spc="-1" strike="noStrike">
              <a:solidFill>
                <a:srgbClr val="000000"/>
              </a:solidFill>
              <a:latin typeface="Arial"/>
            </a:endParaRPr>
          </a:p>
        </p:txBody>
      </p:sp>
      <p:sp>
        <p:nvSpPr>
          <p:cNvPr id="1225"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26"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491" dur="indefinite" restart="never" nodeType="tmRoot">
          <p:childTnLst>
            <p:seq>
              <p:cTn id="3492" dur="indefinite" nodeType="mainSeq">
                <p:childTnLst>
                  <p:par>
                    <p:cTn id="3493" fill="hold">
                      <p:stCondLst>
                        <p:cond delay="0"/>
                      </p:stCondLst>
                      <p:childTnLst>
                        <p:par>
                          <p:cTn id="3494" fill="hold">
                            <p:stCondLst>
                              <p:cond delay="0"/>
                            </p:stCondLst>
                            <p:childTnLst>
                              <p:par>
                                <p:cTn id="3495" nodeType="withEffect" fill="hold" presetClass="entr" presetID="10">
                                  <p:stCondLst>
                                    <p:cond delay="0"/>
                                  </p:stCondLst>
                                  <p:childTnLst>
                                    <p:set>
                                      <p:cBhvr>
                                        <p:cTn id="3496" dur="1" fill="hold">
                                          <p:stCondLst>
                                            <p:cond delay="0"/>
                                          </p:stCondLst>
                                        </p:cTn>
                                        <p:tgtEl>
                                          <p:spTgt spid="1212"/>
                                        </p:tgtEl>
                                        <p:attrNameLst>
                                          <p:attrName>style.visibility</p:attrName>
                                        </p:attrNameLst>
                                      </p:cBhvr>
                                      <p:to>
                                        <p:strVal val="visible"/>
                                      </p:to>
                                    </p:set>
                                    <p:animEffect filter="fade" transition="in">
                                      <p:cBhvr additive="repl">
                                        <p:cTn id="3497" dur="500"/>
                                        <p:tgtEl>
                                          <p:spTgt spid="1212"/>
                                        </p:tgtEl>
                                      </p:cBhvr>
                                    </p:animEffect>
                                  </p:childTnLst>
                                </p:cTn>
                              </p:par>
                              <p:par>
                                <p:cTn id="3498" nodeType="withEffect" fill="hold" presetClass="entr" presetID="10">
                                  <p:stCondLst>
                                    <p:cond delay="0"/>
                                  </p:stCondLst>
                                  <p:childTnLst>
                                    <p:set>
                                      <p:cBhvr>
                                        <p:cTn id="3499" dur="1" fill="hold">
                                          <p:stCondLst>
                                            <p:cond delay="0"/>
                                          </p:stCondLst>
                                        </p:cTn>
                                        <p:tgtEl>
                                          <p:spTgt spid="1211"/>
                                        </p:tgtEl>
                                        <p:attrNameLst>
                                          <p:attrName>style.visibility</p:attrName>
                                        </p:attrNameLst>
                                      </p:cBhvr>
                                      <p:to>
                                        <p:strVal val="visible"/>
                                      </p:to>
                                    </p:set>
                                    <p:animEffect filter="fade" transition="in">
                                      <p:cBhvr additive="repl">
                                        <p:cTn id="3500" dur="500"/>
                                        <p:tgtEl>
                                          <p:spTgt spid="1211"/>
                                        </p:tgtEl>
                                      </p:cBhvr>
                                    </p:animEffect>
                                  </p:childTnLst>
                                </p:cTn>
                              </p:par>
                              <p:par>
                                <p:cTn id="3501" nodeType="withEffect" fill="hold" presetClass="entr" presetID="10">
                                  <p:stCondLst>
                                    <p:cond delay="0"/>
                                  </p:stCondLst>
                                  <p:childTnLst>
                                    <p:set>
                                      <p:cBhvr>
                                        <p:cTn id="3502" dur="1" fill="hold">
                                          <p:stCondLst>
                                            <p:cond delay="0"/>
                                          </p:stCondLst>
                                        </p:cTn>
                                        <p:tgtEl>
                                          <p:spTgt spid="1215"/>
                                        </p:tgtEl>
                                        <p:attrNameLst>
                                          <p:attrName>style.visibility</p:attrName>
                                        </p:attrNameLst>
                                      </p:cBhvr>
                                      <p:to>
                                        <p:strVal val="visible"/>
                                      </p:to>
                                    </p:set>
                                    <p:animEffect filter="fade" transition="in">
                                      <p:cBhvr additive="repl">
                                        <p:cTn id="3503" dur="500"/>
                                        <p:tgtEl>
                                          <p:spTgt spid="1215"/>
                                        </p:tgtEl>
                                      </p:cBhvr>
                                    </p:animEffect>
                                  </p:childTnLst>
                                </p:cTn>
                              </p:par>
                              <p:par>
                                <p:cTn id="3504" nodeType="withEffect" fill="hold" presetClass="entr" presetID="10">
                                  <p:stCondLst>
                                    <p:cond delay="0"/>
                                  </p:stCondLst>
                                  <p:childTnLst>
                                    <p:set>
                                      <p:cBhvr>
                                        <p:cTn id="3505" dur="1" fill="hold">
                                          <p:stCondLst>
                                            <p:cond delay="0"/>
                                          </p:stCondLst>
                                        </p:cTn>
                                        <p:tgtEl>
                                          <p:spTgt spid="1216"/>
                                        </p:tgtEl>
                                        <p:attrNameLst>
                                          <p:attrName>style.visibility</p:attrName>
                                        </p:attrNameLst>
                                      </p:cBhvr>
                                      <p:to>
                                        <p:strVal val="visible"/>
                                      </p:to>
                                    </p:set>
                                    <p:animEffect filter="fade" transition="in">
                                      <p:cBhvr additive="repl">
                                        <p:cTn id="3506" dur="500"/>
                                        <p:tgtEl>
                                          <p:spTgt spid="1216"/>
                                        </p:tgtEl>
                                      </p:cBhvr>
                                    </p:animEffect>
                                  </p:childTnLst>
                                </p:cTn>
                              </p:par>
                              <p:par>
                                <p:cTn id="3507" nodeType="withEffect" fill="hold" presetClass="entr" presetID="10">
                                  <p:stCondLst>
                                    <p:cond delay="0"/>
                                  </p:stCondLst>
                                  <p:childTnLst>
                                    <p:set>
                                      <p:cBhvr>
                                        <p:cTn id="3508" dur="1" fill="hold">
                                          <p:stCondLst>
                                            <p:cond delay="0"/>
                                          </p:stCondLst>
                                        </p:cTn>
                                        <p:tgtEl>
                                          <p:spTgt spid="1219"/>
                                        </p:tgtEl>
                                        <p:attrNameLst>
                                          <p:attrName>style.visibility</p:attrName>
                                        </p:attrNameLst>
                                      </p:cBhvr>
                                      <p:to>
                                        <p:strVal val="visible"/>
                                      </p:to>
                                    </p:set>
                                    <p:animEffect filter="fade" transition="in">
                                      <p:cBhvr additive="repl">
                                        <p:cTn id="3509" dur="500"/>
                                        <p:tgtEl>
                                          <p:spTgt spid="1219"/>
                                        </p:tgtEl>
                                      </p:cBhvr>
                                    </p:animEffect>
                                  </p:childTnLst>
                                </p:cTn>
                              </p:par>
                              <p:par>
                                <p:cTn id="3510" nodeType="withEffect" fill="hold" presetClass="entr" presetID="10">
                                  <p:stCondLst>
                                    <p:cond delay="0"/>
                                  </p:stCondLst>
                                  <p:childTnLst>
                                    <p:set>
                                      <p:cBhvr>
                                        <p:cTn id="3511" dur="1" fill="hold">
                                          <p:stCondLst>
                                            <p:cond delay="0"/>
                                          </p:stCondLst>
                                        </p:cTn>
                                        <p:tgtEl>
                                          <p:spTgt spid="1220"/>
                                        </p:tgtEl>
                                        <p:attrNameLst>
                                          <p:attrName>style.visibility</p:attrName>
                                        </p:attrNameLst>
                                      </p:cBhvr>
                                      <p:to>
                                        <p:strVal val="visible"/>
                                      </p:to>
                                    </p:set>
                                    <p:animEffect filter="fade" transition="in">
                                      <p:cBhvr additive="repl">
                                        <p:cTn id="3512" dur="500"/>
                                        <p:tgtEl>
                                          <p:spTgt spid="1220"/>
                                        </p:tgtEl>
                                      </p:cBhvr>
                                    </p:animEffect>
                                  </p:childTnLst>
                                </p:cTn>
                              </p:par>
                              <p:par>
                                <p:cTn id="3513" nodeType="withEffect" fill="hold" presetClass="entr" presetID="10">
                                  <p:stCondLst>
                                    <p:cond delay="0"/>
                                  </p:stCondLst>
                                  <p:childTnLst>
                                    <p:set>
                                      <p:cBhvr>
                                        <p:cTn id="3514" dur="1" fill="hold">
                                          <p:stCondLst>
                                            <p:cond delay="0"/>
                                          </p:stCondLst>
                                        </p:cTn>
                                        <p:tgtEl>
                                          <p:spTgt spid="1223"/>
                                        </p:tgtEl>
                                        <p:attrNameLst>
                                          <p:attrName>style.visibility</p:attrName>
                                        </p:attrNameLst>
                                      </p:cBhvr>
                                      <p:to>
                                        <p:strVal val="visible"/>
                                      </p:to>
                                    </p:set>
                                    <p:animEffect filter="fade" transition="in">
                                      <p:cBhvr additive="repl">
                                        <p:cTn id="3515" dur="500"/>
                                        <p:tgtEl>
                                          <p:spTgt spid="1223"/>
                                        </p:tgtEl>
                                      </p:cBhvr>
                                    </p:animEffect>
                                  </p:childTnLst>
                                </p:cTn>
                              </p:par>
                              <p:par>
                                <p:cTn id="3516" nodeType="withEffect" fill="hold" presetClass="entr" presetID="10">
                                  <p:stCondLst>
                                    <p:cond delay="0"/>
                                  </p:stCondLst>
                                  <p:childTnLst>
                                    <p:set>
                                      <p:cBhvr>
                                        <p:cTn id="3517" dur="1" fill="hold">
                                          <p:stCondLst>
                                            <p:cond delay="0"/>
                                          </p:stCondLst>
                                        </p:cTn>
                                        <p:tgtEl>
                                          <p:spTgt spid="1224"/>
                                        </p:tgtEl>
                                        <p:attrNameLst>
                                          <p:attrName>style.visibility</p:attrName>
                                        </p:attrNameLst>
                                      </p:cBhvr>
                                      <p:to>
                                        <p:strVal val="visible"/>
                                      </p:to>
                                    </p:set>
                                    <p:animEffect filter="fade" transition="in">
                                      <p:cBhvr additive="repl">
                                        <p:cTn id="3518" dur="500"/>
                                        <p:tgtEl>
                                          <p:spTgt spid="1224"/>
                                        </p:tgtEl>
                                      </p:cBhvr>
                                    </p:animEffect>
                                  </p:childTnLst>
                                </p:cTn>
                              </p:par>
                              <p:par>
                                <p:cTn id="3519" nodeType="withEffect" fill="hold" presetClass="exit" presetID="1">
                                  <p:stCondLst>
                                    <p:cond delay="0"/>
                                  </p:stCondLst>
                                  <p:childTnLst>
                                    <p:set>
                                      <p:cBhvr>
                                        <p:cTn id="3520" dur="1" fill="hold">
                                          <p:stCondLst>
                                            <p:cond delay="0"/>
                                          </p:stCondLst>
                                        </p:cTn>
                                        <p:tgtEl>
                                          <p:spTgt spid="1214"/>
                                        </p:tgtEl>
                                        <p:attrNameLst>
                                          <p:attrName>style.visibility</p:attrName>
                                        </p:attrNameLst>
                                      </p:cBhvr>
                                      <p:to>
                                        <p:strVal val="hidden"/>
                                      </p:to>
                                    </p:set>
                                  </p:childTnLst>
                                </p:cTn>
                              </p:par>
                              <p:par>
                                <p:cTn id="3521" nodeType="withEffect" fill="hold" presetClass="exit" presetID="1">
                                  <p:stCondLst>
                                    <p:cond delay="0"/>
                                  </p:stCondLst>
                                  <p:childTnLst>
                                    <p:set>
                                      <p:cBhvr>
                                        <p:cTn id="3522" dur="1" fill="hold">
                                          <p:stCondLst>
                                            <p:cond delay="0"/>
                                          </p:stCondLst>
                                        </p:cTn>
                                        <p:tgtEl>
                                          <p:spTgt spid="1213"/>
                                        </p:tgtEl>
                                        <p:attrNameLst>
                                          <p:attrName>style.visibility</p:attrName>
                                        </p:attrNameLst>
                                      </p:cBhvr>
                                      <p:to>
                                        <p:strVal val="hidden"/>
                                      </p:to>
                                    </p:set>
                                  </p:childTnLst>
                                </p:cTn>
                              </p:par>
                              <p:par>
                                <p:cTn id="3523" nodeType="withEffect" fill="hold" presetClass="exit" presetID="1">
                                  <p:stCondLst>
                                    <p:cond delay="0"/>
                                  </p:stCondLst>
                                  <p:childTnLst>
                                    <p:set>
                                      <p:cBhvr>
                                        <p:cTn id="3524" dur="1" fill="hold">
                                          <p:stCondLst>
                                            <p:cond delay="0"/>
                                          </p:stCondLst>
                                        </p:cTn>
                                        <p:tgtEl>
                                          <p:spTgt spid="1218"/>
                                        </p:tgtEl>
                                        <p:attrNameLst>
                                          <p:attrName>style.visibility</p:attrName>
                                        </p:attrNameLst>
                                      </p:cBhvr>
                                      <p:to>
                                        <p:strVal val="hidden"/>
                                      </p:to>
                                    </p:set>
                                  </p:childTnLst>
                                </p:cTn>
                              </p:par>
                              <p:par>
                                <p:cTn id="3525" nodeType="withEffect" fill="hold" presetClass="exit" presetID="1">
                                  <p:stCondLst>
                                    <p:cond delay="0"/>
                                  </p:stCondLst>
                                  <p:childTnLst>
                                    <p:set>
                                      <p:cBhvr>
                                        <p:cTn id="3526" dur="1" fill="hold">
                                          <p:stCondLst>
                                            <p:cond delay="0"/>
                                          </p:stCondLst>
                                        </p:cTn>
                                        <p:tgtEl>
                                          <p:spTgt spid="1217"/>
                                        </p:tgtEl>
                                        <p:attrNameLst>
                                          <p:attrName>style.visibility</p:attrName>
                                        </p:attrNameLst>
                                      </p:cBhvr>
                                      <p:to>
                                        <p:strVal val="hidden"/>
                                      </p:to>
                                    </p:set>
                                  </p:childTnLst>
                                </p:cTn>
                              </p:par>
                              <p:par>
                                <p:cTn id="3527" nodeType="withEffect" fill="hold" presetClass="exit" presetID="1">
                                  <p:stCondLst>
                                    <p:cond delay="0"/>
                                  </p:stCondLst>
                                  <p:childTnLst>
                                    <p:set>
                                      <p:cBhvr>
                                        <p:cTn id="3528" dur="1" fill="hold">
                                          <p:stCondLst>
                                            <p:cond delay="0"/>
                                          </p:stCondLst>
                                        </p:cTn>
                                        <p:tgtEl>
                                          <p:spTgt spid="1222"/>
                                        </p:tgtEl>
                                        <p:attrNameLst>
                                          <p:attrName>style.visibility</p:attrName>
                                        </p:attrNameLst>
                                      </p:cBhvr>
                                      <p:to>
                                        <p:strVal val="hidden"/>
                                      </p:to>
                                    </p:set>
                                  </p:childTnLst>
                                </p:cTn>
                              </p:par>
                              <p:par>
                                <p:cTn id="3529" nodeType="withEffect" fill="hold" presetClass="exit" presetID="1">
                                  <p:stCondLst>
                                    <p:cond delay="0"/>
                                  </p:stCondLst>
                                  <p:childTnLst>
                                    <p:set>
                                      <p:cBhvr>
                                        <p:cTn id="3530" dur="1" fill="hold">
                                          <p:stCondLst>
                                            <p:cond delay="0"/>
                                          </p:stCondLst>
                                        </p:cTn>
                                        <p:tgtEl>
                                          <p:spTgt spid="1221"/>
                                        </p:tgtEl>
                                        <p:attrNameLst>
                                          <p:attrName>style.visibility</p:attrName>
                                        </p:attrNameLst>
                                      </p:cBhvr>
                                      <p:to>
                                        <p:strVal val="hidden"/>
                                      </p:to>
                                    </p:set>
                                  </p:childTnLst>
                                </p:cTn>
                              </p:par>
                              <p:par>
                                <p:cTn id="3531" nodeType="withEffect" fill="hold" presetClass="exit" presetID="1">
                                  <p:stCondLst>
                                    <p:cond delay="0"/>
                                  </p:stCondLst>
                                  <p:childTnLst>
                                    <p:set>
                                      <p:cBhvr>
                                        <p:cTn id="3532" dur="1" fill="hold">
                                          <p:stCondLst>
                                            <p:cond delay="0"/>
                                          </p:stCondLst>
                                        </p:cTn>
                                        <p:tgtEl>
                                          <p:spTgt spid="1226"/>
                                        </p:tgtEl>
                                        <p:attrNameLst>
                                          <p:attrName>style.visibility</p:attrName>
                                        </p:attrNameLst>
                                      </p:cBhvr>
                                      <p:to>
                                        <p:strVal val="hidden"/>
                                      </p:to>
                                    </p:set>
                                  </p:childTnLst>
                                </p:cTn>
                              </p:par>
                              <p:par>
                                <p:cTn id="3533" nodeType="withEffect" fill="hold" presetClass="exit" presetID="1">
                                  <p:stCondLst>
                                    <p:cond delay="0"/>
                                  </p:stCondLst>
                                  <p:childTnLst>
                                    <p:set>
                                      <p:cBhvr>
                                        <p:cTn id="3534" dur="1" fill="hold">
                                          <p:stCondLst>
                                            <p:cond delay="0"/>
                                          </p:stCondLst>
                                        </p:cTn>
                                        <p:tgtEl>
                                          <p:spTgt spid="12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535" restart="whenNotActive" nodeType="interactiveSeq" fill="hold">
                <p:stCondLst>
                  <p:cond delay="0" evt="onClick">
                    <p:tgtEl>
                      <p:spTgt spid="1211"/>
                    </p:tgtEl>
                  </p:cond>
                </p:stCondLst>
                <p:childTnLst>
                  <p:par>
                    <p:cTn id="3536" fill="hold">
                      <p:stCondLst>
                        <p:cond delay="0" evt="onClick">
                          <p:tgtEl>
                            <p:spTgt spid="1211"/>
                          </p:tgtEl>
                        </p:cond>
                      </p:stCondLst>
                      <p:childTnLst>
                        <p:par>
                          <p:cTn id="3537" fill="hold">
                            <p:stCondLst>
                              <p:cond delay="0"/>
                            </p:stCondLst>
                            <p:childTnLst>
                              <p:par>
                                <p:cTn id="3538" nodeType="clickEffect" fill="hold" presetClass="entr" presetID="16" presetSubtype="21">
                                  <p:stCondLst>
                                    <p:cond delay="0"/>
                                  </p:stCondLst>
                                  <p:childTnLst>
                                    <p:set>
                                      <p:cBhvr>
                                        <p:cTn id="3539" dur="1" fill="hold">
                                          <p:stCondLst>
                                            <p:cond delay="0"/>
                                          </p:stCondLst>
                                        </p:cTn>
                                        <p:tgtEl>
                                          <p:spTgt spid="1214"/>
                                        </p:tgtEl>
                                        <p:attrNameLst>
                                          <p:attrName>style.visibility</p:attrName>
                                        </p:attrNameLst>
                                      </p:cBhvr>
                                      <p:to>
                                        <p:strVal val="visible"/>
                                      </p:to>
                                    </p:set>
                                    <p:animEffect filter="barn(inVertical)" transition="in">
                                      <p:cBhvr additive="repl">
                                        <p:cTn id="3540" dur="500"/>
                                        <p:tgtEl>
                                          <p:spTgt spid="1214"/>
                                        </p:tgtEl>
                                      </p:cBhvr>
                                    </p:animEffect>
                                  </p:childTnLst>
                                </p:cTn>
                              </p:par>
                              <p:par>
                                <p:cTn id="3541" nodeType="withEffect" fill="hold" presetClass="entr" presetID="16" presetSubtype="21">
                                  <p:stCondLst>
                                    <p:cond delay="0"/>
                                  </p:stCondLst>
                                  <p:childTnLst>
                                    <p:set>
                                      <p:cBhvr>
                                        <p:cTn id="3542" dur="1" fill="hold">
                                          <p:stCondLst>
                                            <p:cond delay="0"/>
                                          </p:stCondLst>
                                        </p:cTn>
                                        <p:tgtEl>
                                          <p:spTgt spid="1213"/>
                                        </p:tgtEl>
                                        <p:attrNameLst>
                                          <p:attrName>style.visibility</p:attrName>
                                        </p:attrNameLst>
                                      </p:cBhvr>
                                      <p:to>
                                        <p:strVal val="visible"/>
                                      </p:to>
                                    </p:set>
                                    <p:animEffect filter="barn(inVertical)" transition="in">
                                      <p:cBhvr additive="repl">
                                        <p:cTn id="3543" dur="500"/>
                                        <p:tgtEl>
                                          <p:spTgt spid="1213"/>
                                        </p:tgtEl>
                                      </p:cBhvr>
                                    </p:animEffect>
                                  </p:childTnLst>
                                </p:cTn>
                              </p:par>
                              <p:par>
                                <p:cTn id="3544" nodeType="withEffect" fill="hold" presetClass="emph" presetID="1" presetSubtype="2">
                                  <p:stCondLst>
                                    <p:cond delay="0"/>
                                  </p:stCondLst>
                                  <p:childTnLst>
                                    <p:animClr clrSpc="rgb">
                                      <p:cBhvr>
                                        <p:cTn id="3545" dur="500" fill="hold"/>
                                        <p:tgtEl>
                                          <p:spTgt spid="1212"/>
                                        </p:tgtEl>
                                        <p:attrNameLst>
                                          <p:attrName>fillcolor</p:attrName>
                                        </p:attrNameLst>
                                      </p:cBhvr>
                                      <p:to>
                                        <a:srgbClr val="8a80e4"/>
                                      </p:to>
                                    </p:animClr>
                                    <p:set>
                                      <p:cBhvr>
                                        <p:cTn id="3546" dur="500" fill="hold"/>
                                        <p:tgtEl>
                                          <p:spTgt spid="1212"/>
                                        </p:tgtEl>
                                        <p:attrNameLst>
                                          <p:attrName>fill.type</p:attrName>
                                        </p:attrNameLst>
                                      </p:cBhvr>
                                      <p:to>
                                        <p:strVal val="solid"/>
                                      </p:to>
                                    </p:set>
                                    <p:set>
                                      <p:cBhvr>
                                        <p:cTn id="3547" dur="500" fill="hold"/>
                                        <p:tgtEl>
                                          <p:spTgt spid="1212"/>
                                        </p:tgtEl>
                                        <p:attrNameLst>
                                          <p:attrName>fill.on</p:attrName>
                                        </p:attrNameLst>
                                      </p:cBhvr>
                                      <p:to>
                                        <p:strVal val="true"/>
                                      </p:to>
                                    </p:set>
                                  </p:childTnLst>
                                </p:cTn>
                              </p:par>
                              <p:par>
                                <p:cTn id="3548" nodeType="withEffect" fill="hold" presetClass="emph" presetID="1" presetSubtype="2">
                                  <p:stCondLst>
                                    <p:cond delay="0"/>
                                  </p:stCondLst>
                                  <p:childTnLst>
                                    <p:animClr clrSpc="rgb">
                                      <p:cBhvr>
                                        <p:cTn id="3549" dur="500" fill="hold"/>
                                        <p:tgtEl>
                                          <p:spTgt spid="1216"/>
                                        </p:tgtEl>
                                        <p:attrNameLst>
                                          <p:attrName>fillcolor</p:attrName>
                                        </p:attrNameLst>
                                      </p:cBhvr>
                                      <p:to>
                                        <a:srgbClr val="95b3d7"/>
                                      </p:to>
                                    </p:animClr>
                                    <p:set>
                                      <p:cBhvr>
                                        <p:cTn id="3550" dur="500" fill="hold"/>
                                        <p:tgtEl>
                                          <p:spTgt spid="1216"/>
                                        </p:tgtEl>
                                        <p:attrNameLst>
                                          <p:attrName>fill.type</p:attrName>
                                        </p:attrNameLst>
                                      </p:cBhvr>
                                      <p:to>
                                        <p:strVal val="solid"/>
                                      </p:to>
                                    </p:set>
                                    <p:set>
                                      <p:cBhvr>
                                        <p:cTn id="3551" dur="500" fill="hold"/>
                                        <p:tgtEl>
                                          <p:spTgt spid="1216"/>
                                        </p:tgtEl>
                                        <p:attrNameLst>
                                          <p:attrName>fill.on</p:attrName>
                                        </p:attrNameLst>
                                      </p:cBhvr>
                                      <p:to>
                                        <p:strVal val="true"/>
                                      </p:to>
                                    </p:set>
                                  </p:childTnLst>
                                </p:cTn>
                              </p:par>
                              <p:par>
                                <p:cTn id="3552" nodeType="withEffect" fill="hold" presetClass="emph" presetID="1" presetSubtype="2">
                                  <p:stCondLst>
                                    <p:cond delay="0"/>
                                  </p:stCondLst>
                                  <p:childTnLst>
                                    <p:animClr clrSpc="rgb">
                                      <p:cBhvr>
                                        <p:cTn id="3553" dur="500" fill="hold"/>
                                        <p:tgtEl>
                                          <p:spTgt spid="1220"/>
                                        </p:tgtEl>
                                        <p:attrNameLst>
                                          <p:attrName>fillcolor</p:attrName>
                                        </p:attrNameLst>
                                      </p:cBhvr>
                                      <p:to>
                                        <a:srgbClr val="95b3d7"/>
                                      </p:to>
                                    </p:animClr>
                                    <p:set>
                                      <p:cBhvr>
                                        <p:cTn id="3554" dur="500" fill="hold"/>
                                        <p:tgtEl>
                                          <p:spTgt spid="1220"/>
                                        </p:tgtEl>
                                        <p:attrNameLst>
                                          <p:attrName>fill.type</p:attrName>
                                        </p:attrNameLst>
                                      </p:cBhvr>
                                      <p:to>
                                        <p:strVal val="solid"/>
                                      </p:to>
                                    </p:set>
                                    <p:set>
                                      <p:cBhvr>
                                        <p:cTn id="3555" dur="500" fill="hold"/>
                                        <p:tgtEl>
                                          <p:spTgt spid="1220"/>
                                        </p:tgtEl>
                                        <p:attrNameLst>
                                          <p:attrName>fill.on</p:attrName>
                                        </p:attrNameLst>
                                      </p:cBhvr>
                                      <p:to>
                                        <p:strVal val="true"/>
                                      </p:to>
                                    </p:set>
                                  </p:childTnLst>
                                </p:cTn>
                              </p:par>
                              <p:par>
                                <p:cTn id="3556" nodeType="withEffect" fill="hold" presetClass="emph" presetID="1" presetSubtype="2">
                                  <p:stCondLst>
                                    <p:cond delay="0"/>
                                  </p:stCondLst>
                                  <p:childTnLst>
                                    <p:animClr clrSpc="rgb">
                                      <p:cBhvr>
                                        <p:cTn id="3557" dur="500" fill="hold"/>
                                        <p:tgtEl>
                                          <p:spTgt spid="1224"/>
                                        </p:tgtEl>
                                        <p:attrNameLst>
                                          <p:attrName>fillcolor</p:attrName>
                                        </p:attrNameLst>
                                      </p:cBhvr>
                                      <p:to>
                                        <a:srgbClr val="95b3d7"/>
                                      </p:to>
                                    </p:animClr>
                                    <p:set>
                                      <p:cBhvr>
                                        <p:cTn id="3558" dur="500" fill="hold"/>
                                        <p:tgtEl>
                                          <p:spTgt spid="1224"/>
                                        </p:tgtEl>
                                        <p:attrNameLst>
                                          <p:attrName>fill.type</p:attrName>
                                        </p:attrNameLst>
                                      </p:cBhvr>
                                      <p:to>
                                        <p:strVal val="solid"/>
                                      </p:to>
                                    </p:set>
                                    <p:set>
                                      <p:cBhvr>
                                        <p:cTn id="3559" dur="500" fill="hold"/>
                                        <p:tgtEl>
                                          <p:spTgt spid="1224"/>
                                        </p:tgtEl>
                                        <p:attrNameLst>
                                          <p:attrName>fill.on</p:attrName>
                                        </p:attrNameLst>
                                      </p:cBhvr>
                                      <p:to>
                                        <p:strVal val="true"/>
                                      </p:to>
                                    </p:set>
                                  </p:childTnLst>
                                </p:cTn>
                              </p:par>
                              <p:par>
                                <p:cTn id="3560" nodeType="withEffect" fill="hold" presetClass="exit" presetID="10">
                                  <p:stCondLst>
                                    <p:cond delay="0"/>
                                  </p:stCondLst>
                                  <p:childTnLst>
                                    <p:animEffect filter="fade" transition="out">
                                      <p:cBhvr additive="repl">
                                        <p:cTn id="3561" dur="500"/>
                                        <p:tgtEl>
                                          <p:spTgt spid="1218"/>
                                        </p:tgtEl>
                                      </p:cBhvr>
                                    </p:animEffect>
                                    <p:set>
                                      <p:cBhvr>
                                        <p:cTn id="3562" dur="1" fill="hold">
                                          <p:stCondLst>
                                            <p:cond delay="499"/>
                                          </p:stCondLst>
                                        </p:cTn>
                                        <p:tgtEl>
                                          <p:spTgt spid="1218"/>
                                        </p:tgtEl>
                                        <p:attrNameLst>
                                          <p:attrName>style.visibility</p:attrName>
                                        </p:attrNameLst>
                                      </p:cBhvr>
                                      <p:to>
                                        <p:strVal val="hidden"/>
                                      </p:to>
                                    </p:set>
                                  </p:childTnLst>
                                </p:cTn>
                              </p:par>
                              <p:par>
                                <p:cTn id="3563" nodeType="withEffect" fill="hold" presetClass="exit" presetID="10">
                                  <p:stCondLst>
                                    <p:cond delay="0"/>
                                  </p:stCondLst>
                                  <p:childTnLst>
                                    <p:animEffect filter="fade" transition="out">
                                      <p:cBhvr additive="repl">
                                        <p:cTn id="3564" dur="500"/>
                                        <p:tgtEl>
                                          <p:spTgt spid="1217"/>
                                        </p:tgtEl>
                                      </p:cBhvr>
                                    </p:animEffect>
                                    <p:set>
                                      <p:cBhvr>
                                        <p:cTn id="3565" dur="1" fill="hold">
                                          <p:stCondLst>
                                            <p:cond delay="499"/>
                                          </p:stCondLst>
                                        </p:cTn>
                                        <p:tgtEl>
                                          <p:spTgt spid="1217"/>
                                        </p:tgtEl>
                                        <p:attrNameLst>
                                          <p:attrName>style.visibility</p:attrName>
                                        </p:attrNameLst>
                                      </p:cBhvr>
                                      <p:to>
                                        <p:strVal val="hidden"/>
                                      </p:to>
                                    </p:set>
                                  </p:childTnLst>
                                </p:cTn>
                              </p:par>
                              <p:par>
                                <p:cTn id="3566" nodeType="withEffect" fill="hold" presetClass="exit" presetID="10">
                                  <p:stCondLst>
                                    <p:cond delay="0"/>
                                  </p:stCondLst>
                                  <p:childTnLst>
                                    <p:animEffect filter="fade" transition="out">
                                      <p:cBhvr additive="repl">
                                        <p:cTn id="3567" dur="500"/>
                                        <p:tgtEl>
                                          <p:spTgt spid="1222"/>
                                        </p:tgtEl>
                                      </p:cBhvr>
                                    </p:animEffect>
                                    <p:set>
                                      <p:cBhvr>
                                        <p:cTn id="3568" dur="1" fill="hold">
                                          <p:stCondLst>
                                            <p:cond delay="499"/>
                                          </p:stCondLst>
                                        </p:cTn>
                                        <p:tgtEl>
                                          <p:spTgt spid="1222"/>
                                        </p:tgtEl>
                                        <p:attrNameLst>
                                          <p:attrName>style.visibility</p:attrName>
                                        </p:attrNameLst>
                                      </p:cBhvr>
                                      <p:to>
                                        <p:strVal val="hidden"/>
                                      </p:to>
                                    </p:set>
                                  </p:childTnLst>
                                </p:cTn>
                              </p:par>
                              <p:par>
                                <p:cTn id="3569" nodeType="withEffect" fill="hold" presetClass="exit" presetID="10">
                                  <p:stCondLst>
                                    <p:cond delay="0"/>
                                  </p:stCondLst>
                                  <p:childTnLst>
                                    <p:animEffect filter="fade" transition="out">
                                      <p:cBhvr additive="repl">
                                        <p:cTn id="3570" dur="500"/>
                                        <p:tgtEl>
                                          <p:spTgt spid="1221"/>
                                        </p:tgtEl>
                                      </p:cBhvr>
                                    </p:animEffect>
                                    <p:set>
                                      <p:cBhvr>
                                        <p:cTn id="3571" dur="1" fill="hold">
                                          <p:stCondLst>
                                            <p:cond delay="499"/>
                                          </p:stCondLst>
                                        </p:cTn>
                                        <p:tgtEl>
                                          <p:spTgt spid="1221"/>
                                        </p:tgtEl>
                                        <p:attrNameLst>
                                          <p:attrName>style.visibility</p:attrName>
                                        </p:attrNameLst>
                                      </p:cBhvr>
                                      <p:to>
                                        <p:strVal val="hidden"/>
                                      </p:to>
                                    </p:set>
                                  </p:childTnLst>
                                </p:cTn>
                              </p:par>
                              <p:par>
                                <p:cTn id="3572" nodeType="withEffect" fill="hold" presetClass="exit" presetID="10">
                                  <p:stCondLst>
                                    <p:cond delay="0"/>
                                  </p:stCondLst>
                                  <p:childTnLst>
                                    <p:animEffect filter="fade" transition="out">
                                      <p:cBhvr additive="repl">
                                        <p:cTn id="3573" dur="500"/>
                                        <p:tgtEl>
                                          <p:spTgt spid="1226"/>
                                        </p:tgtEl>
                                      </p:cBhvr>
                                    </p:animEffect>
                                    <p:set>
                                      <p:cBhvr>
                                        <p:cTn id="3574" dur="1" fill="hold">
                                          <p:stCondLst>
                                            <p:cond delay="499"/>
                                          </p:stCondLst>
                                        </p:cTn>
                                        <p:tgtEl>
                                          <p:spTgt spid="1226"/>
                                        </p:tgtEl>
                                        <p:attrNameLst>
                                          <p:attrName>style.visibility</p:attrName>
                                        </p:attrNameLst>
                                      </p:cBhvr>
                                      <p:to>
                                        <p:strVal val="hidden"/>
                                      </p:to>
                                    </p:set>
                                  </p:childTnLst>
                                </p:cTn>
                              </p:par>
                              <p:par>
                                <p:cTn id="3575" nodeType="withEffect" fill="hold" presetClass="exit" presetID="10">
                                  <p:stCondLst>
                                    <p:cond delay="0"/>
                                  </p:stCondLst>
                                  <p:childTnLst>
                                    <p:animEffect filter="fade" transition="out">
                                      <p:cBhvr additive="repl">
                                        <p:cTn id="3576" dur="500"/>
                                        <p:tgtEl>
                                          <p:spTgt spid="1225"/>
                                        </p:tgtEl>
                                      </p:cBhvr>
                                    </p:animEffect>
                                    <p:set>
                                      <p:cBhvr>
                                        <p:cTn id="3577" dur="1" fill="hold">
                                          <p:stCondLst>
                                            <p:cond delay="499"/>
                                          </p:stCondLst>
                                        </p:cTn>
                                        <p:tgtEl>
                                          <p:spTgt spid="12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578" restart="whenNotActive" nodeType="interactiveSeq" fill="hold">
                <p:stCondLst>
                  <p:cond delay="0" evt="onClick">
                    <p:tgtEl>
                      <p:spTgt spid="1214"/>
                    </p:tgtEl>
                  </p:cond>
                </p:stCondLst>
                <p:childTnLst>
                  <p:par>
                    <p:cTn id="3579" fill="hold">
                      <p:stCondLst>
                        <p:cond delay="0" evt="onClick">
                          <p:tgtEl>
                            <p:spTgt spid="1214"/>
                          </p:tgtEl>
                        </p:cond>
                      </p:stCondLst>
                      <p:childTnLst>
                        <p:par>
                          <p:cTn id="3580" fill="hold">
                            <p:stCondLst>
                              <p:cond delay="0"/>
                            </p:stCondLst>
                            <p:childTnLst>
                              <p:par>
                                <p:cTn id="3581" nodeType="clickEffect" fill="hold" presetClass="exit" presetID="9">
                                  <p:stCondLst>
                                    <p:cond delay="0"/>
                                  </p:stCondLst>
                                  <p:childTnLst>
                                    <p:animEffect filter="dissolve" transition="out">
                                      <p:cBhvr additive="repl">
                                        <p:cTn id="3582" dur="500"/>
                                        <p:tgtEl>
                                          <p:spTgt spid="1214"/>
                                        </p:tgtEl>
                                      </p:cBhvr>
                                    </p:animEffect>
                                    <p:set>
                                      <p:cBhvr>
                                        <p:cTn id="3583" dur="1" fill="hold">
                                          <p:stCondLst>
                                            <p:cond delay="499"/>
                                          </p:stCondLst>
                                        </p:cTn>
                                        <p:tgtEl>
                                          <p:spTgt spid="1214"/>
                                        </p:tgtEl>
                                        <p:attrNameLst>
                                          <p:attrName>style.visibility</p:attrName>
                                        </p:attrNameLst>
                                      </p:cBhvr>
                                      <p:to>
                                        <p:strVal val="hidden"/>
                                      </p:to>
                                    </p:set>
                                  </p:childTnLst>
                                </p:cTn>
                              </p:par>
                              <p:par>
                                <p:cTn id="3584" nodeType="withEffect" fill="hold" presetClass="exit" presetID="9">
                                  <p:stCondLst>
                                    <p:cond delay="0"/>
                                  </p:stCondLst>
                                  <p:childTnLst>
                                    <p:animEffect filter="dissolve" transition="out">
                                      <p:cBhvr additive="repl">
                                        <p:cTn id="3585" dur="500"/>
                                        <p:tgtEl>
                                          <p:spTgt spid="1213"/>
                                        </p:tgtEl>
                                      </p:cBhvr>
                                    </p:animEffect>
                                    <p:set>
                                      <p:cBhvr>
                                        <p:cTn id="3586" dur="1" fill="hold">
                                          <p:stCondLst>
                                            <p:cond delay="499"/>
                                          </p:stCondLst>
                                        </p:cTn>
                                        <p:tgtEl>
                                          <p:spTgt spid="1213"/>
                                        </p:tgtEl>
                                        <p:attrNameLst>
                                          <p:attrName>style.visibility</p:attrName>
                                        </p:attrNameLst>
                                      </p:cBhvr>
                                      <p:to>
                                        <p:strVal val="hidden"/>
                                      </p:to>
                                    </p:set>
                                  </p:childTnLst>
                                </p:cTn>
                              </p:par>
                              <p:par>
                                <p:cTn id="3587" nodeType="withEffect" fill="hold" presetClass="emph" presetID="1" presetSubtype="2">
                                  <p:stCondLst>
                                    <p:cond delay="0"/>
                                  </p:stCondLst>
                                  <p:childTnLst>
                                    <p:animClr clrSpc="rgb">
                                      <p:cBhvr>
                                        <p:cTn id="3588" dur="500" fill="hold"/>
                                        <p:tgtEl>
                                          <p:spTgt spid="1212"/>
                                        </p:tgtEl>
                                        <p:attrNameLst>
                                          <p:attrName>fillcolor</p:attrName>
                                        </p:attrNameLst>
                                      </p:cBhvr>
                                      <p:to>
                                        <a:srgbClr val="95b3d7"/>
                                      </p:to>
                                    </p:animClr>
                                    <p:set>
                                      <p:cBhvr>
                                        <p:cTn id="3589" dur="500" fill="hold"/>
                                        <p:tgtEl>
                                          <p:spTgt spid="1212"/>
                                        </p:tgtEl>
                                        <p:attrNameLst>
                                          <p:attrName>fill.type</p:attrName>
                                        </p:attrNameLst>
                                      </p:cBhvr>
                                      <p:to>
                                        <p:strVal val="solid"/>
                                      </p:to>
                                    </p:set>
                                    <p:set>
                                      <p:cBhvr>
                                        <p:cTn id="3590" dur="500" fill="hold"/>
                                        <p:tgtEl>
                                          <p:spTgt spid="121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591" restart="whenNotActive" nodeType="interactiveSeq" fill="hold">
                <p:stCondLst>
                  <p:cond delay="0" evt="onClick">
                    <p:tgtEl>
                      <p:spTgt spid="1215"/>
                    </p:tgtEl>
                  </p:cond>
                </p:stCondLst>
                <p:childTnLst>
                  <p:par>
                    <p:cTn id="3592" fill="hold">
                      <p:stCondLst>
                        <p:cond delay="0" evt="onClick">
                          <p:tgtEl>
                            <p:spTgt spid="1215"/>
                          </p:tgtEl>
                        </p:cond>
                      </p:stCondLst>
                      <p:childTnLst>
                        <p:par>
                          <p:cTn id="3593" fill="hold">
                            <p:stCondLst>
                              <p:cond delay="0"/>
                            </p:stCondLst>
                            <p:childTnLst>
                              <p:par>
                                <p:cTn id="3594" nodeType="clickEffect" fill="hold" presetClass="entr" presetID="16" presetSubtype="21">
                                  <p:stCondLst>
                                    <p:cond delay="0"/>
                                  </p:stCondLst>
                                  <p:childTnLst>
                                    <p:set>
                                      <p:cBhvr>
                                        <p:cTn id="3595" dur="1" fill="hold">
                                          <p:stCondLst>
                                            <p:cond delay="0"/>
                                          </p:stCondLst>
                                        </p:cTn>
                                        <p:tgtEl>
                                          <p:spTgt spid="1218"/>
                                        </p:tgtEl>
                                        <p:attrNameLst>
                                          <p:attrName>style.visibility</p:attrName>
                                        </p:attrNameLst>
                                      </p:cBhvr>
                                      <p:to>
                                        <p:strVal val="visible"/>
                                      </p:to>
                                    </p:set>
                                    <p:animEffect filter="barn(inVertical)" transition="in">
                                      <p:cBhvr additive="repl">
                                        <p:cTn id="3596" dur="500"/>
                                        <p:tgtEl>
                                          <p:spTgt spid="1218"/>
                                        </p:tgtEl>
                                      </p:cBhvr>
                                    </p:animEffect>
                                  </p:childTnLst>
                                </p:cTn>
                              </p:par>
                              <p:par>
                                <p:cTn id="3597" nodeType="withEffect" fill="hold" presetClass="entr" presetID="16" presetSubtype="21">
                                  <p:stCondLst>
                                    <p:cond delay="0"/>
                                  </p:stCondLst>
                                  <p:childTnLst>
                                    <p:set>
                                      <p:cBhvr>
                                        <p:cTn id="3598" dur="1" fill="hold">
                                          <p:stCondLst>
                                            <p:cond delay="0"/>
                                          </p:stCondLst>
                                        </p:cTn>
                                        <p:tgtEl>
                                          <p:spTgt spid="1217"/>
                                        </p:tgtEl>
                                        <p:attrNameLst>
                                          <p:attrName>style.visibility</p:attrName>
                                        </p:attrNameLst>
                                      </p:cBhvr>
                                      <p:to>
                                        <p:strVal val="visible"/>
                                      </p:to>
                                    </p:set>
                                    <p:animEffect filter="barn(inVertical)" transition="in">
                                      <p:cBhvr additive="repl">
                                        <p:cTn id="3599" dur="500"/>
                                        <p:tgtEl>
                                          <p:spTgt spid="1217"/>
                                        </p:tgtEl>
                                      </p:cBhvr>
                                    </p:animEffect>
                                  </p:childTnLst>
                                </p:cTn>
                              </p:par>
                              <p:par>
                                <p:cTn id="3600" nodeType="withEffect" fill="hold" presetClass="emph" presetID="1" presetSubtype="2">
                                  <p:stCondLst>
                                    <p:cond delay="0"/>
                                  </p:stCondLst>
                                  <p:childTnLst>
                                    <p:animClr clrSpc="rgb">
                                      <p:cBhvr>
                                        <p:cTn id="3601" dur="500" fill="hold"/>
                                        <p:tgtEl>
                                          <p:spTgt spid="1216"/>
                                        </p:tgtEl>
                                        <p:attrNameLst>
                                          <p:attrName>fillcolor</p:attrName>
                                        </p:attrNameLst>
                                      </p:cBhvr>
                                      <p:to>
                                        <a:srgbClr val="8a80e4"/>
                                      </p:to>
                                    </p:animClr>
                                    <p:set>
                                      <p:cBhvr>
                                        <p:cTn id="3602" dur="500" fill="hold"/>
                                        <p:tgtEl>
                                          <p:spTgt spid="1216"/>
                                        </p:tgtEl>
                                        <p:attrNameLst>
                                          <p:attrName>fill.type</p:attrName>
                                        </p:attrNameLst>
                                      </p:cBhvr>
                                      <p:to>
                                        <p:strVal val="solid"/>
                                      </p:to>
                                    </p:set>
                                    <p:set>
                                      <p:cBhvr>
                                        <p:cTn id="3603" dur="500" fill="hold"/>
                                        <p:tgtEl>
                                          <p:spTgt spid="1216"/>
                                        </p:tgtEl>
                                        <p:attrNameLst>
                                          <p:attrName>fill.on</p:attrName>
                                        </p:attrNameLst>
                                      </p:cBhvr>
                                      <p:to>
                                        <p:strVal val="true"/>
                                      </p:to>
                                    </p:set>
                                  </p:childTnLst>
                                </p:cTn>
                              </p:par>
                              <p:par>
                                <p:cTn id="3604" nodeType="withEffect" fill="hold" presetClass="emph" presetID="1" presetSubtype="2">
                                  <p:stCondLst>
                                    <p:cond delay="0"/>
                                  </p:stCondLst>
                                  <p:childTnLst>
                                    <p:animClr clrSpc="rgb">
                                      <p:cBhvr>
                                        <p:cTn id="3605" dur="500" fill="hold"/>
                                        <p:tgtEl>
                                          <p:spTgt spid="1212"/>
                                        </p:tgtEl>
                                        <p:attrNameLst>
                                          <p:attrName>fillcolor</p:attrName>
                                        </p:attrNameLst>
                                      </p:cBhvr>
                                      <p:to>
                                        <a:srgbClr val="95b3d7"/>
                                      </p:to>
                                    </p:animClr>
                                    <p:set>
                                      <p:cBhvr>
                                        <p:cTn id="3606" dur="500" fill="hold"/>
                                        <p:tgtEl>
                                          <p:spTgt spid="1212"/>
                                        </p:tgtEl>
                                        <p:attrNameLst>
                                          <p:attrName>fill.type</p:attrName>
                                        </p:attrNameLst>
                                      </p:cBhvr>
                                      <p:to>
                                        <p:strVal val="solid"/>
                                      </p:to>
                                    </p:set>
                                    <p:set>
                                      <p:cBhvr>
                                        <p:cTn id="3607" dur="500" fill="hold"/>
                                        <p:tgtEl>
                                          <p:spTgt spid="1212"/>
                                        </p:tgtEl>
                                        <p:attrNameLst>
                                          <p:attrName>fill.on</p:attrName>
                                        </p:attrNameLst>
                                      </p:cBhvr>
                                      <p:to>
                                        <p:strVal val="true"/>
                                      </p:to>
                                    </p:set>
                                  </p:childTnLst>
                                </p:cTn>
                              </p:par>
                              <p:par>
                                <p:cTn id="3608" nodeType="withEffect" fill="hold" presetClass="emph" presetID="1" presetSubtype="2">
                                  <p:stCondLst>
                                    <p:cond delay="0"/>
                                  </p:stCondLst>
                                  <p:childTnLst>
                                    <p:animClr clrSpc="rgb">
                                      <p:cBhvr>
                                        <p:cTn id="3609" dur="500" fill="hold"/>
                                        <p:tgtEl>
                                          <p:spTgt spid="1220"/>
                                        </p:tgtEl>
                                        <p:attrNameLst>
                                          <p:attrName>fillcolor</p:attrName>
                                        </p:attrNameLst>
                                      </p:cBhvr>
                                      <p:to>
                                        <a:srgbClr val="95b3d7"/>
                                      </p:to>
                                    </p:animClr>
                                    <p:set>
                                      <p:cBhvr>
                                        <p:cTn id="3610" dur="500" fill="hold"/>
                                        <p:tgtEl>
                                          <p:spTgt spid="1220"/>
                                        </p:tgtEl>
                                        <p:attrNameLst>
                                          <p:attrName>fill.type</p:attrName>
                                        </p:attrNameLst>
                                      </p:cBhvr>
                                      <p:to>
                                        <p:strVal val="solid"/>
                                      </p:to>
                                    </p:set>
                                    <p:set>
                                      <p:cBhvr>
                                        <p:cTn id="3611" dur="500" fill="hold"/>
                                        <p:tgtEl>
                                          <p:spTgt spid="1220"/>
                                        </p:tgtEl>
                                        <p:attrNameLst>
                                          <p:attrName>fill.on</p:attrName>
                                        </p:attrNameLst>
                                      </p:cBhvr>
                                      <p:to>
                                        <p:strVal val="true"/>
                                      </p:to>
                                    </p:set>
                                  </p:childTnLst>
                                </p:cTn>
                              </p:par>
                              <p:par>
                                <p:cTn id="3612" nodeType="withEffect" fill="hold" presetClass="emph" presetID="1" presetSubtype="2">
                                  <p:stCondLst>
                                    <p:cond delay="0"/>
                                  </p:stCondLst>
                                  <p:childTnLst>
                                    <p:animClr clrSpc="rgb">
                                      <p:cBhvr>
                                        <p:cTn id="3613" dur="500" fill="hold"/>
                                        <p:tgtEl>
                                          <p:spTgt spid="1224"/>
                                        </p:tgtEl>
                                        <p:attrNameLst>
                                          <p:attrName>fillcolor</p:attrName>
                                        </p:attrNameLst>
                                      </p:cBhvr>
                                      <p:to>
                                        <a:srgbClr val="95b3d7"/>
                                      </p:to>
                                    </p:animClr>
                                    <p:set>
                                      <p:cBhvr>
                                        <p:cTn id="3614" dur="500" fill="hold"/>
                                        <p:tgtEl>
                                          <p:spTgt spid="1224"/>
                                        </p:tgtEl>
                                        <p:attrNameLst>
                                          <p:attrName>fill.type</p:attrName>
                                        </p:attrNameLst>
                                      </p:cBhvr>
                                      <p:to>
                                        <p:strVal val="solid"/>
                                      </p:to>
                                    </p:set>
                                    <p:set>
                                      <p:cBhvr>
                                        <p:cTn id="3615" dur="500" fill="hold"/>
                                        <p:tgtEl>
                                          <p:spTgt spid="1224"/>
                                        </p:tgtEl>
                                        <p:attrNameLst>
                                          <p:attrName>fill.on</p:attrName>
                                        </p:attrNameLst>
                                      </p:cBhvr>
                                      <p:to>
                                        <p:strVal val="true"/>
                                      </p:to>
                                    </p:set>
                                  </p:childTnLst>
                                </p:cTn>
                              </p:par>
                              <p:par>
                                <p:cTn id="3616" nodeType="withEffect" fill="hold" presetClass="exit" presetID="10">
                                  <p:stCondLst>
                                    <p:cond delay="0"/>
                                  </p:stCondLst>
                                  <p:childTnLst>
                                    <p:animEffect filter="fade" transition="out">
                                      <p:cBhvr additive="repl">
                                        <p:cTn id="3617" dur="500"/>
                                        <p:tgtEl>
                                          <p:spTgt spid="1214"/>
                                        </p:tgtEl>
                                      </p:cBhvr>
                                    </p:animEffect>
                                    <p:set>
                                      <p:cBhvr>
                                        <p:cTn id="3618" dur="1" fill="hold">
                                          <p:stCondLst>
                                            <p:cond delay="499"/>
                                          </p:stCondLst>
                                        </p:cTn>
                                        <p:tgtEl>
                                          <p:spTgt spid="1214"/>
                                        </p:tgtEl>
                                        <p:attrNameLst>
                                          <p:attrName>style.visibility</p:attrName>
                                        </p:attrNameLst>
                                      </p:cBhvr>
                                      <p:to>
                                        <p:strVal val="hidden"/>
                                      </p:to>
                                    </p:set>
                                  </p:childTnLst>
                                </p:cTn>
                              </p:par>
                              <p:par>
                                <p:cTn id="3619" nodeType="withEffect" fill="hold" presetClass="exit" presetID="10">
                                  <p:stCondLst>
                                    <p:cond delay="0"/>
                                  </p:stCondLst>
                                  <p:childTnLst>
                                    <p:animEffect filter="fade" transition="out">
                                      <p:cBhvr additive="repl">
                                        <p:cTn id="3620" dur="500"/>
                                        <p:tgtEl>
                                          <p:spTgt spid="1213"/>
                                        </p:tgtEl>
                                      </p:cBhvr>
                                    </p:animEffect>
                                    <p:set>
                                      <p:cBhvr>
                                        <p:cTn id="3621" dur="1" fill="hold">
                                          <p:stCondLst>
                                            <p:cond delay="499"/>
                                          </p:stCondLst>
                                        </p:cTn>
                                        <p:tgtEl>
                                          <p:spTgt spid="1213"/>
                                        </p:tgtEl>
                                        <p:attrNameLst>
                                          <p:attrName>style.visibility</p:attrName>
                                        </p:attrNameLst>
                                      </p:cBhvr>
                                      <p:to>
                                        <p:strVal val="hidden"/>
                                      </p:to>
                                    </p:set>
                                  </p:childTnLst>
                                </p:cTn>
                              </p:par>
                              <p:par>
                                <p:cTn id="3622" nodeType="withEffect" fill="hold" presetClass="exit" presetID="10">
                                  <p:stCondLst>
                                    <p:cond delay="0"/>
                                  </p:stCondLst>
                                  <p:childTnLst>
                                    <p:animEffect filter="fade" transition="out">
                                      <p:cBhvr additive="repl">
                                        <p:cTn id="3623" dur="500"/>
                                        <p:tgtEl>
                                          <p:spTgt spid="1222"/>
                                        </p:tgtEl>
                                      </p:cBhvr>
                                    </p:animEffect>
                                    <p:set>
                                      <p:cBhvr>
                                        <p:cTn id="3624" dur="1" fill="hold">
                                          <p:stCondLst>
                                            <p:cond delay="499"/>
                                          </p:stCondLst>
                                        </p:cTn>
                                        <p:tgtEl>
                                          <p:spTgt spid="1222"/>
                                        </p:tgtEl>
                                        <p:attrNameLst>
                                          <p:attrName>style.visibility</p:attrName>
                                        </p:attrNameLst>
                                      </p:cBhvr>
                                      <p:to>
                                        <p:strVal val="hidden"/>
                                      </p:to>
                                    </p:set>
                                  </p:childTnLst>
                                </p:cTn>
                              </p:par>
                              <p:par>
                                <p:cTn id="3625" nodeType="withEffect" fill="hold" presetClass="exit" presetID="10">
                                  <p:stCondLst>
                                    <p:cond delay="0"/>
                                  </p:stCondLst>
                                  <p:childTnLst>
                                    <p:animEffect filter="fade" transition="out">
                                      <p:cBhvr additive="repl">
                                        <p:cTn id="3626" dur="500"/>
                                        <p:tgtEl>
                                          <p:spTgt spid="1221"/>
                                        </p:tgtEl>
                                      </p:cBhvr>
                                    </p:animEffect>
                                    <p:set>
                                      <p:cBhvr>
                                        <p:cTn id="3627" dur="1" fill="hold">
                                          <p:stCondLst>
                                            <p:cond delay="499"/>
                                          </p:stCondLst>
                                        </p:cTn>
                                        <p:tgtEl>
                                          <p:spTgt spid="1221"/>
                                        </p:tgtEl>
                                        <p:attrNameLst>
                                          <p:attrName>style.visibility</p:attrName>
                                        </p:attrNameLst>
                                      </p:cBhvr>
                                      <p:to>
                                        <p:strVal val="hidden"/>
                                      </p:to>
                                    </p:set>
                                  </p:childTnLst>
                                </p:cTn>
                              </p:par>
                              <p:par>
                                <p:cTn id="3628" nodeType="withEffect" fill="hold" presetClass="exit" presetID="10">
                                  <p:stCondLst>
                                    <p:cond delay="0"/>
                                  </p:stCondLst>
                                  <p:childTnLst>
                                    <p:animEffect filter="fade" transition="out">
                                      <p:cBhvr additive="repl">
                                        <p:cTn id="3629" dur="500"/>
                                        <p:tgtEl>
                                          <p:spTgt spid="1226"/>
                                        </p:tgtEl>
                                      </p:cBhvr>
                                    </p:animEffect>
                                    <p:set>
                                      <p:cBhvr>
                                        <p:cTn id="3630" dur="1" fill="hold">
                                          <p:stCondLst>
                                            <p:cond delay="499"/>
                                          </p:stCondLst>
                                        </p:cTn>
                                        <p:tgtEl>
                                          <p:spTgt spid="1226"/>
                                        </p:tgtEl>
                                        <p:attrNameLst>
                                          <p:attrName>style.visibility</p:attrName>
                                        </p:attrNameLst>
                                      </p:cBhvr>
                                      <p:to>
                                        <p:strVal val="hidden"/>
                                      </p:to>
                                    </p:set>
                                  </p:childTnLst>
                                </p:cTn>
                              </p:par>
                              <p:par>
                                <p:cTn id="3631" nodeType="withEffect" fill="hold" presetClass="exit" presetID="10">
                                  <p:stCondLst>
                                    <p:cond delay="0"/>
                                  </p:stCondLst>
                                  <p:childTnLst>
                                    <p:animEffect filter="fade" transition="out">
                                      <p:cBhvr additive="repl">
                                        <p:cTn id="3632" dur="500"/>
                                        <p:tgtEl>
                                          <p:spTgt spid="1225"/>
                                        </p:tgtEl>
                                      </p:cBhvr>
                                    </p:animEffect>
                                    <p:set>
                                      <p:cBhvr>
                                        <p:cTn id="3633" dur="1" fill="hold">
                                          <p:stCondLst>
                                            <p:cond delay="499"/>
                                          </p:stCondLst>
                                        </p:cTn>
                                        <p:tgtEl>
                                          <p:spTgt spid="12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634" restart="whenNotActive" nodeType="interactiveSeq" fill="hold">
                <p:stCondLst>
                  <p:cond delay="0" evt="onClick">
                    <p:tgtEl>
                      <p:spTgt spid="1218"/>
                    </p:tgtEl>
                  </p:cond>
                </p:stCondLst>
                <p:childTnLst>
                  <p:par>
                    <p:cTn id="3635" fill="hold">
                      <p:stCondLst>
                        <p:cond delay="0" evt="onClick">
                          <p:tgtEl>
                            <p:spTgt spid="1218"/>
                          </p:tgtEl>
                        </p:cond>
                      </p:stCondLst>
                      <p:childTnLst>
                        <p:par>
                          <p:cTn id="3636" fill="hold">
                            <p:stCondLst>
                              <p:cond delay="0"/>
                            </p:stCondLst>
                            <p:childTnLst>
                              <p:par>
                                <p:cTn id="3637" nodeType="clickEffect" fill="hold" presetClass="exit" presetID="9">
                                  <p:stCondLst>
                                    <p:cond delay="0"/>
                                  </p:stCondLst>
                                  <p:childTnLst>
                                    <p:animEffect filter="dissolve" transition="out">
                                      <p:cBhvr additive="repl">
                                        <p:cTn id="3638" dur="500"/>
                                        <p:tgtEl>
                                          <p:spTgt spid="1218"/>
                                        </p:tgtEl>
                                      </p:cBhvr>
                                    </p:animEffect>
                                    <p:set>
                                      <p:cBhvr>
                                        <p:cTn id="3639" dur="1" fill="hold">
                                          <p:stCondLst>
                                            <p:cond delay="499"/>
                                          </p:stCondLst>
                                        </p:cTn>
                                        <p:tgtEl>
                                          <p:spTgt spid="1218"/>
                                        </p:tgtEl>
                                        <p:attrNameLst>
                                          <p:attrName>style.visibility</p:attrName>
                                        </p:attrNameLst>
                                      </p:cBhvr>
                                      <p:to>
                                        <p:strVal val="hidden"/>
                                      </p:to>
                                    </p:set>
                                  </p:childTnLst>
                                </p:cTn>
                              </p:par>
                              <p:par>
                                <p:cTn id="3640" nodeType="withEffect" fill="hold" presetClass="exit" presetID="9">
                                  <p:stCondLst>
                                    <p:cond delay="0"/>
                                  </p:stCondLst>
                                  <p:childTnLst>
                                    <p:animEffect filter="dissolve" transition="out">
                                      <p:cBhvr additive="repl">
                                        <p:cTn id="3641" dur="500"/>
                                        <p:tgtEl>
                                          <p:spTgt spid="1217"/>
                                        </p:tgtEl>
                                      </p:cBhvr>
                                    </p:animEffect>
                                    <p:set>
                                      <p:cBhvr>
                                        <p:cTn id="3642" dur="1" fill="hold">
                                          <p:stCondLst>
                                            <p:cond delay="499"/>
                                          </p:stCondLst>
                                        </p:cTn>
                                        <p:tgtEl>
                                          <p:spTgt spid="1217"/>
                                        </p:tgtEl>
                                        <p:attrNameLst>
                                          <p:attrName>style.visibility</p:attrName>
                                        </p:attrNameLst>
                                      </p:cBhvr>
                                      <p:to>
                                        <p:strVal val="hidden"/>
                                      </p:to>
                                    </p:set>
                                  </p:childTnLst>
                                </p:cTn>
                              </p:par>
                              <p:par>
                                <p:cTn id="3643" nodeType="withEffect" fill="hold" presetClass="emph" presetID="1" presetSubtype="2">
                                  <p:stCondLst>
                                    <p:cond delay="0"/>
                                  </p:stCondLst>
                                  <p:childTnLst>
                                    <p:animClr clrSpc="rgb">
                                      <p:cBhvr>
                                        <p:cTn id="3644" dur="500" fill="hold"/>
                                        <p:tgtEl>
                                          <p:spTgt spid="1216"/>
                                        </p:tgtEl>
                                        <p:attrNameLst>
                                          <p:attrName>fillcolor</p:attrName>
                                        </p:attrNameLst>
                                      </p:cBhvr>
                                      <p:to>
                                        <a:srgbClr val="95b3d7"/>
                                      </p:to>
                                    </p:animClr>
                                    <p:set>
                                      <p:cBhvr>
                                        <p:cTn id="3645" dur="500" fill="hold"/>
                                        <p:tgtEl>
                                          <p:spTgt spid="1216"/>
                                        </p:tgtEl>
                                        <p:attrNameLst>
                                          <p:attrName>fill.type</p:attrName>
                                        </p:attrNameLst>
                                      </p:cBhvr>
                                      <p:to>
                                        <p:strVal val="solid"/>
                                      </p:to>
                                    </p:set>
                                    <p:set>
                                      <p:cBhvr>
                                        <p:cTn id="3646" dur="500" fill="hold"/>
                                        <p:tgtEl>
                                          <p:spTgt spid="121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647" restart="whenNotActive" nodeType="interactiveSeq" fill="hold">
                <p:stCondLst>
                  <p:cond delay="0" evt="onClick">
                    <p:tgtEl>
                      <p:spTgt spid="1219"/>
                    </p:tgtEl>
                  </p:cond>
                </p:stCondLst>
                <p:childTnLst>
                  <p:par>
                    <p:cTn id="3648" fill="hold">
                      <p:stCondLst>
                        <p:cond delay="0" evt="onClick">
                          <p:tgtEl>
                            <p:spTgt spid="1219"/>
                          </p:tgtEl>
                        </p:cond>
                      </p:stCondLst>
                      <p:childTnLst>
                        <p:par>
                          <p:cTn id="3649" fill="hold">
                            <p:stCondLst>
                              <p:cond delay="0"/>
                            </p:stCondLst>
                            <p:childTnLst>
                              <p:par>
                                <p:cTn id="3650" nodeType="clickEffect" fill="hold" presetClass="entr" presetID="16" presetSubtype="21">
                                  <p:stCondLst>
                                    <p:cond delay="0"/>
                                  </p:stCondLst>
                                  <p:childTnLst>
                                    <p:set>
                                      <p:cBhvr>
                                        <p:cTn id="3651" dur="1" fill="hold">
                                          <p:stCondLst>
                                            <p:cond delay="0"/>
                                          </p:stCondLst>
                                        </p:cTn>
                                        <p:tgtEl>
                                          <p:spTgt spid="1222"/>
                                        </p:tgtEl>
                                        <p:attrNameLst>
                                          <p:attrName>style.visibility</p:attrName>
                                        </p:attrNameLst>
                                      </p:cBhvr>
                                      <p:to>
                                        <p:strVal val="visible"/>
                                      </p:to>
                                    </p:set>
                                    <p:animEffect filter="barn(inVertical)" transition="in">
                                      <p:cBhvr additive="repl">
                                        <p:cTn id="3652" dur="500"/>
                                        <p:tgtEl>
                                          <p:spTgt spid="1222"/>
                                        </p:tgtEl>
                                      </p:cBhvr>
                                    </p:animEffect>
                                  </p:childTnLst>
                                </p:cTn>
                              </p:par>
                              <p:par>
                                <p:cTn id="3653" nodeType="withEffect" fill="hold" presetClass="entr" presetID="16" presetSubtype="21">
                                  <p:stCondLst>
                                    <p:cond delay="0"/>
                                  </p:stCondLst>
                                  <p:childTnLst>
                                    <p:set>
                                      <p:cBhvr>
                                        <p:cTn id="3654" dur="1" fill="hold">
                                          <p:stCondLst>
                                            <p:cond delay="0"/>
                                          </p:stCondLst>
                                        </p:cTn>
                                        <p:tgtEl>
                                          <p:spTgt spid="1221"/>
                                        </p:tgtEl>
                                        <p:attrNameLst>
                                          <p:attrName>style.visibility</p:attrName>
                                        </p:attrNameLst>
                                      </p:cBhvr>
                                      <p:to>
                                        <p:strVal val="visible"/>
                                      </p:to>
                                    </p:set>
                                    <p:animEffect filter="barn(inVertical)" transition="in">
                                      <p:cBhvr additive="repl">
                                        <p:cTn id="3655" dur="500"/>
                                        <p:tgtEl>
                                          <p:spTgt spid="1221"/>
                                        </p:tgtEl>
                                      </p:cBhvr>
                                    </p:animEffect>
                                  </p:childTnLst>
                                </p:cTn>
                              </p:par>
                              <p:par>
                                <p:cTn id="3656" nodeType="withEffect" fill="hold" presetClass="emph" presetID="1" presetSubtype="2">
                                  <p:stCondLst>
                                    <p:cond delay="0"/>
                                  </p:stCondLst>
                                  <p:childTnLst>
                                    <p:animClr clrSpc="rgb">
                                      <p:cBhvr>
                                        <p:cTn id="3657" dur="500" fill="hold"/>
                                        <p:tgtEl>
                                          <p:spTgt spid="1220"/>
                                        </p:tgtEl>
                                        <p:attrNameLst>
                                          <p:attrName>fillcolor</p:attrName>
                                        </p:attrNameLst>
                                      </p:cBhvr>
                                      <p:to>
                                        <a:srgbClr val="8a80e4"/>
                                      </p:to>
                                    </p:animClr>
                                    <p:set>
                                      <p:cBhvr>
                                        <p:cTn id="3658" dur="500" fill="hold"/>
                                        <p:tgtEl>
                                          <p:spTgt spid="1220"/>
                                        </p:tgtEl>
                                        <p:attrNameLst>
                                          <p:attrName>fill.type</p:attrName>
                                        </p:attrNameLst>
                                      </p:cBhvr>
                                      <p:to>
                                        <p:strVal val="solid"/>
                                      </p:to>
                                    </p:set>
                                    <p:set>
                                      <p:cBhvr>
                                        <p:cTn id="3659" dur="500" fill="hold"/>
                                        <p:tgtEl>
                                          <p:spTgt spid="1220"/>
                                        </p:tgtEl>
                                        <p:attrNameLst>
                                          <p:attrName>fill.on</p:attrName>
                                        </p:attrNameLst>
                                      </p:cBhvr>
                                      <p:to>
                                        <p:strVal val="true"/>
                                      </p:to>
                                    </p:set>
                                  </p:childTnLst>
                                </p:cTn>
                              </p:par>
                              <p:par>
                                <p:cTn id="3660" nodeType="withEffect" fill="hold" presetClass="emph" presetID="1" presetSubtype="2">
                                  <p:stCondLst>
                                    <p:cond delay="0"/>
                                  </p:stCondLst>
                                  <p:childTnLst>
                                    <p:animClr clrSpc="rgb">
                                      <p:cBhvr>
                                        <p:cTn id="3661" dur="500" fill="hold"/>
                                        <p:tgtEl>
                                          <p:spTgt spid="1212"/>
                                        </p:tgtEl>
                                        <p:attrNameLst>
                                          <p:attrName>fillcolor</p:attrName>
                                        </p:attrNameLst>
                                      </p:cBhvr>
                                      <p:to>
                                        <a:srgbClr val="95b3d7"/>
                                      </p:to>
                                    </p:animClr>
                                    <p:set>
                                      <p:cBhvr>
                                        <p:cTn id="3662" dur="500" fill="hold"/>
                                        <p:tgtEl>
                                          <p:spTgt spid="1212"/>
                                        </p:tgtEl>
                                        <p:attrNameLst>
                                          <p:attrName>fill.type</p:attrName>
                                        </p:attrNameLst>
                                      </p:cBhvr>
                                      <p:to>
                                        <p:strVal val="solid"/>
                                      </p:to>
                                    </p:set>
                                    <p:set>
                                      <p:cBhvr>
                                        <p:cTn id="3663" dur="500" fill="hold"/>
                                        <p:tgtEl>
                                          <p:spTgt spid="1212"/>
                                        </p:tgtEl>
                                        <p:attrNameLst>
                                          <p:attrName>fill.on</p:attrName>
                                        </p:attrNameLst>
                                      </p:cBhvr>
                                      <p:to>
                                        <p:strVal val="true"/>
                                      </p:to>
                                    </p:set>
                                  </p:childTnLst>
                                </p:cTn>
                              </p:par>
                              <p:par>
                                <p:cTn id="3664" nodeType="withEffect" fill="hold" presetClass="emph" presetID="1" presetSubtype="2">
                                  <p:stCondLst>
                                    <p:cond delay="0"/>
                                  </p:stCondLst>
                                  <p:childTnLst>
                                    <p:animClr clrSpc="rgb">
                                      <p:cBhvr>
                                        <p:cTn id="3665" dur="500" fill="hold"/>
                                        <p:tgtEl>
                                          <p:spTgt spid="1216"/>
                                        </p:tgtEl>
                                        <p:attrNameLst>
                                          <p:attrName>fillcolor</p:attrName>
                                        </p:attrNameLst>
                                      </p:cBhvr>
                                      <p:to>
                                        <a:srgbClr val="95b3d7"/>
                                      </p:to>
                                    </p:animClr>
                                    <p:set>
                                      <p:cBhvr>
                                        <p:cTn id="3666" dur="500" fill="hold"/>
                                        <p:tgtEl>
                                          <p:spTgt spid="1216"/>
                                        </p:tgtEl>
                                        <p:attrNameLst>
                                          <p:attrName>fill.type</p:attrName>
                                        </p:attrNameLst>
                                      </p:cBhvr>
                                      <p:to>
                                        <p:strVal val="solid"/>
                                      </p:to>
                                    </p:set>
                                    <p:set>
                                      <p:cBhvr>
                                        <p:cTn id="3667" dur="500" fill="hold"/>
                                        <p:tgtEl>
                                          <p:spTgt spid="1216"/>
                                        </p:tgtEl>
                                        <p:attrNameLst>
                                          <p:attrName>fill.on</p:attrName>
                                        </p:attrNameLst>
                                      </p:cBhvr>
                                      <p:to>
                                        <p:strVal val="true"/>
                                      </p:to>
                                    </p:set>
                                  </p:childTnLst>
                                </p:cTn>
                              </p:par>
                              <p:par>
                                <p:cTn id="3668" nodeType="withEffect" fill="hold" presetClass="emph" presetID="1" presetSubtype="2">
                                  <p:stCondLst>
                                    <p:cond delay="0"/>
                                  </p:stCondLst>
                                  <p:childTnLst>
                                    <p:animClr clrSpc="rgb">
                                      <p:cBhvr>
                                        <p:cTn id="3669" dur="500" fill="hold"/>
                                        <p:tgtEl>
                                          <p:spTgt spid="1224"/>
                                        </p:tgtEl>
                                        <p:attrNameLst>
                                          <p:attrName>fillcolor</p:attrName>
                                        </p:attrNameLst>
                                      </p:cBhvr>
                                      <p:to>
                                        <a:srgbClr val="95b3d7"/>
                                      </p:to>
                                    </p:animClr>
                                    <p:set>
                                      <p:cBhvr>
                                        <p:cTn id="3670" dur="500" fill="hold"/>
                                        <p:tgtEl>
                                          <p:spTgt spid="1224"/>
                                        </p:tgtEl>
                                        <p:attrNameLst>
                                          <p:attrName>fill.type</p:attrName>
                                        </p:attrNameLst>
                                      </p:cBhvr>
                                      <p:to>
                                        <p:strVal val="solid"/>
                                      </p:to>
                                    </p:set>
                                    <p:set>
                                      <p:cBhvr>
                                        <p:cTn id="3671" dur="500" fill="hold"/>
                                        <p:tgtEl>
                                          <p:spTgt spid="1224"/>
                                        </p:tgtEl>
                                        <p:attrNameLst>
                                          <p:attrName>fill.on</p:attrName>
                                        </p:attrNameLst>
                                      </p:cBhvr>
                                      <p:to>
                                        <p:strVal val="true"/>
                                      </p:to>
                                    </p:set>
                                  </p:childTnLst>
                                </p:cTn>
                              </p:par>
                              <p:par>
                                <p:cTn id="3672" nodeType="withEffect" fill="hold" presetClass="exit" presetID="10">
                                  <p:stCondLst>
                                    <p:cond delay="0"/>
                                  </p:stCondLst>
                                  <p:childTnLst>
                                    <p:animEffect filter="fade" transition="out">
                                      <p:cBhvr additive="repl">
                                        <p:cTn id="3673" dur="500"/>
                                        <p:tgtEl>
                                          <p:spTgt spid="1214"/>
                                        </p:tgtEl>
                                      </p:cBhvr>
                                    </p:animEffect>
                                    <p:set>
                                      <p:cBhvr>
                                        <p:cTn id="3674" dur="1" fill="hold">
                                          <p:stCondLst>
                                            <p:cond delay="499"/>
                                          </p:stCondLst>
                                        </p:cTn>
                                        <p:tgtEl>
                                          <p:spTgt spid="1214"/>
                                        </p:tgtEl>
                                        <p:attrNameLst>
                                          <p:attrName>style.visibility</p:attrName>
                                        </p:attrNameLst>
                                      </p:cBhvr>
                                      <p:to>
                                        <p:strVal val="hidden"/>
                                      </p:to>
                                    </p:set>
                                  </p:childTnLst>
                                </p:cTn>
                              </p:par>
                              <p:par>
                                <p:cTn id="3675" nodeType="withEffect" fill="hold" presetClass="exit" presetID="10">
                                  <p:stCondLst>
                                    <p:cond delay="0"/>
                                  </p:stCondLst>
                                  <p:childTnLst>
                                    <p:animEffect filter="fade" transition="out">
                                      <p:cBhvr additive="repl">
                                        <p:cTn id="3676" dur="500"/>
                                        <p:tgtEl>
                                          <p:spTgt spid="1213"/>
                                        </p:tgtEl>
                                      </p:cBhvr>
                                    </p:animEffect>
                                    <p:set>
                                      <p:cBhvr>
                                        <p:cTn id="3677" dur="1" fill="hold">
                                          <p:stCondLst>
                                            <p:cond delay="499"/>
                                          </p:stCondLst>
                                        </p:cTn>
                                        <p:tgtEl>
                                          <p:spTgt spid="1213"/>
                                        </p:tgtEl>
                                        <p:attrNameLst>
                                          <p:attrName>style.visibility</p:attrName>
                                        </p:attrNameLst>
                                      </p:cBhvr>
                                      <p:to>
                                        <p:strVal val="hidden"/>
                                      </p:to>
                                    </p:set>
                                  </p:childTnLst>
                                </p:cTn>
                              </p:par>
                              <p:par>
                                <p:cTn id="3678" nodeType="withEffect" fill="hold" presetClass="exit" presetID="10">
                                  <p:stCondLst>
                                    <p:cond delay="0"/>
                                  </p:stCondLst>
                                  <p:childTnLst>
                                    <p:animEffect filter="fade" transition="out">
                                      <p:cBhvr additive="repl">
                                        <p:cTn id="3679" dur="500"/>
                                        <p:tgtEl>
                                          <p:spTgt spid="1218"/>
                                        </p:tgtEl>
                                      </p:cBhvr>
                                    </p:animEffect>
                                    <p:set>
                                      <p:cBhvr>
                                        <p:cTn id="3680" dur="1" fill="hold">
                                          <p:stCondLst>
                                            <p:cond delay="499"/>
                                          </p:stCondLst>
                                        </p:cTn>
                                        <p:tgtEl>
                                          <p:spTgt spid="1218"/>
                                        </p:tgtEl>
                                        <p:attrNameLst>
                                          <p:attrName>style.visibility</p:attrName>
                                        </p:attrNameLst>
                                      </p:cBhvr>
                                      <p:to>
                                        <p:strVal val="hidden"/>
                                      </p:to>
                                    </p:set>
                                  </p:childTnLst>
                                </p:cTn>
                              </p:par>
                              <p:par>
                                <p:cTn id="3681" nodeType="withEffect" fill="hold" presetClass="exit" presetID="10">
                                  <p:stCondLst>
                                    <p:cond delay="0"/>
                                  </p:stCondLst>
                                  <p:childTnLst>
                                    <p:animEffect filter="fade" transition="out">
                                      <p:cBhvr additive="repl">
                                        <p:cTn id="3682" dur="500"/>
                                        <p:tgtEl>
                                          <p:spTgt spid="1217"/>
                                        </p:tgtEl>
                                      </p:cBhvr>
                                    </p:animEffect>
                                    <p:set>
                                      <p:cBhvr>
                                        <p:cTn id="3683" dur="1" fill="hold">
                                          <p:stCondLst>
                                            <p:cond delay="499"/>
                                          </p:stCondLst>
                                        </p:cTn>
                                        <p:tgtEl>
                                          <p:spTgt spid="1217"/>
                                        </p:tgtEl>
                                        <p:attrNameLst>
                                          <p:attrName>style.visibility</p:attrName>
                                        </p:attrNameLst>
                                      </p:cBhvr>
                                      <p:to>
                                        <p:strVal val="hidden"/>
                                      </p:to>
                                    </p:set>
                                  </p:childTnLst>
                                </p:cTn>
                              </p:par>
                              <p:par>
                                <p:cTn id="3684" nodeType="withEffect" fill="hold" presetClass="exit" presetID="10">
                                  <p:stCondLst>
                                    <p:cond delay="0"/>
                                  </p:stCondLst>
                                  <p:childTnLst>
                                    <p:animEffect filter="fade" transition="out">
                                      <p:cBhvr additive="repl">
                                        <p:cTn id="3685" dur="500"/>
                                        <p:tgtEl>
                                          <p:spTgt spid="1226"/>
                                        </p:tgtEl>
                                      </p:cBhvr>
                                    </p:animEffect>
                                    <p:set>
                                      <p:cBhvr>
                                        <p:cTn id="3686" dur="1" fill="hold">
                                          <p:stCondLst>
                                            <p:cond delay="499"/>
                                          </p:stCondLst>
                                        </p:cTn>
                                        <p:tgtEl>
                                          <p:spTgt spid="1226"/>
                                        </p:tgtEl>
                                        <p:attrNameLst>
                                          <p:attrName>style.visibility</p:attrName>
                                        </p:attrNameLst>
                                      </p:cBhvr>
                                      <p:to>
                                        <p:strVal val="hidden"/>
                                      </p:to>
                                    </p:set>
                                  </p:childTnLst>
                                </p:cTn>
                              </p:par>
                              <p:par>
                                <p:cTn id="3687" nodeType="withEffect" fill="hold" presetClass="exit" presetID="10">
                                  <p:stCondLst>
                                    <p:cond delay="0"/>
                                  </p:stCondLst>
                                  <p:childTnLst>
                                    <p:animEffect filter="fade" transition="out">
                                      <p:cBhvr additive="repl">
                                        <p:cTn id="3688" dur="500"/>
                                        <p:tgtEl>
                                          <p:spTgt spid="1225"/>
                                        </p:tgtEl>
                                      </p:cBhvr>
                                    </p:animEffect>
                                    <p:set>
                                      <p:cBhvr>
                                        <p:cTn id="3689" dur="1" fill="hold">
                                          <p:stCondLst>
                                            <p:cond delay="499"/>
                                          </p:stCondLst>
                                        </p:cTn>
                                        <p:tgtEl>
                                          <p:spTgt spid="12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690" restart="whenNotActive" nodeType="interactiveSeq" fill="hold">
                <p:stCondLst>
                  <p:cond delay="0" evt="onClick">
                    <p:tgtEl>
                      <p:spTgt spid="1222"/>
                    </p:tgtEl>
                  </p:cond>
                </p:stCondLst>
                <p:childTnLst>
                  <p:par>
                    <p:cTn id="3691" fill="hold">
                      <p:stCondLst>
                        <p:cond delay="0" evt="onClick">
                          <p:tgtEl>
                            <p:spTgt spid="1222"/>
                          </p:tgtEl>
                        </p:cond>
                      </p:stCondLst>
                      <p:childTnLst>
                        <p:par>
                          <p:cTn id="3692" fill="hold">
                            <p:stCondLst>
                              <p:cond delay="0"/>
                            </p:stCondLst>
                            <p:childTnLst>
                              <p:par>
                                <p:cTn id="3693" nodeType="clickEffect" fill="hold" presetClass="exit" presetID="9">
                                  <p:stCondLst>
                                    <p:cond delay="0"/>
                                  </p:stCondLst>
                                  <p:childTnLst>
                                    <p:animEffect filter="dissolve" transition="out">
                                      <p:cBhvr additive="repl">
                                        <p:cTn id="3694" dur="500"/>
                                        <p:tgtEl>
                                          <p:spTgt spid="1222"/>
                                        </p:tgtEl>
                                      </p:cBhvr>
                                    </p:animEffect>
                                    <p:set>
                                      <p:cBhvr>
                                        <p:cTn id="3695" dur="1" fill="hold">
                                          <p:stCondLst>
                                            <p:cond delay="499"/>
                                          </p:stCondLst>
                                        </p:cTn>
                                        <p:tgtEl>
                                          <p:spTgt spid="1222"/>
                                        </p:tgtEl>
                                        <p:attrNameLst>
                                          <p:attrName>style.visibility</p:attrName>
                                        </p:attrNameLst>
                                      </p:cBhvr>
                                      <p:to>
                                        <p:strVal val="hidden"/>
                                      </p:to>
                                    </p:set>
                                  </p:childTnLst>
                                </p:cTn>
                              </p:par>
                              <p:par>
                                <p:cTn id="3696" nodeType="withEffect" fill="hold" presetClass="exit" presetID="9">
                                  <p:stCondLst>
                                    <p:cond delay="0"/>
                                  </p:stCondLst>
                                  <p:childTnLst>
                                    <p:animEffect filter="dissolve" transition="out">
                                      <p:cBhvr additive="repl">
                                        <p:cTn id="3697" dur="500"/>
                                        <p:tgtEl>
                                          <p:spTgt spid="1221"/>
                                        </p:tgtEl>
                                      </p:cBhvr>
                                    </p:animEffect>
                                    <p:set>
                                      <p:cBhvr>
                                        <p:cTn id="3698" dur="1" fill="hold">
                                          <p:stCondLst>
                                            <p:cond delay="499"/>
                                          </p:stCondLst>
                                        </p:cTn>
                                        <p:tgtEl>
                                          <p:spTgt spid="1221"/>
                                        </p:tgtEl>
                                        <p:attrNameLst>
                                          <p:attrName>style.visibility</p:attrName>
                                        </p:attrNameLst>
                                      </p:cBhvr>
                                      <p:to>
                                        <p:strVal val="hidden"/>
                                      </p:to>
                                    </p:set>
                                  </p:childTnLst>
                                </p:cTn>
                              </p:par>
                              <p:par>
                                <p:cTn id="3699" nodeType="withEffect" fill="hold" presetClass="emph" presetID="1" presetSubtype="2">
                                  <p:stCondLst>
                                    <p:cond delay="0"/>
                                  </p:stCondLst>
                                  <p:childTnLst>
                                    <p:animClr clrSpc="rgb">
                                      <p:cBhvr>
                                        <p:cTn id="3700" dur="500" fill="hold"/>
                                        <p:tgtEl>
                                          <p:spTgt spid="1220"/>
                                        </p:tgtEl>
                                        <p:attrNameLst>
                                          <p:attrName>fillcolor</p:attrName>
                                        </p:attrNameLst>
                                      </p:cBhvr>
                                      <p:to>
                                        <a:srgbClr val="95b3d7"/>
                                      </p:to>
                                    </p:animClr>
                                    <p:set>
                                      <p:cBhvr>
                                        <p:cTn id="3701" dur="500" fill="hold"/>
                                        <p:tgtEl>
                                          <p:spTgt spid="1220"/>
                                        </p:tgtEl>
                                        <p:attrNameLst>
                                          <p:attrName>fill.type</p:attrName>
                                        </p:attrNameLst>
                                      </p:cBhvr>
                                      <p:to>
                                        <p:strVal val="solid"/>
                                      </p:to>
                                    </p:set>
                                    <p:set>
                                      <p:cBhvr>
                                        <p:cTn id="3702" dur="500" fill="hold"/>
                                        <p:tgtEl>
                                          <p:spTgt spid="1220"/>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703" restart="whenNotActive" nodeType="interactiveSeq" fill="hold">
                <p:stCondLst>
                  <p:cond delay="0" evt="onClick">
                    <p:tgtEl>
                      <p:spTgt spid="1223"/>
                    </p:tgtEl>
                  </p:cond>
                </p:stCondLst>
                <p:childTnLst>
                  <p:par>
                    <p:cTn id="3704" fill="hold">
                      <p:stCondLst>
                        <p:cond delay="0" evt="onClick">
                          <p:tgtEl>
                            <p:spTgt spid="1223"/>
                          </p:tgtEl>
                        </p:cond>
                      </p:stCondLst>
                      <p:childTnLst>
                        <p:par>
                          <p:cTn id="3705" fill="hold">
                            <p:stCondLst>
                              <p:cond delay="0"/>
                            </p:stCondLst>
                            <p:childTnLst>
                              <p:par>
                                <p:cTn id="3706" nodeType="clickEffect" fill="hold" presetClass="entr" presetID="16" presetSubtype="21">
                                  <p:stCondLst>
                                    <p:cond delay="0"/>
                                  </p:stCondLst>
                                  <p:childTnLst>
                                    <p:set>
                                      <p:cBhvr>
                                        <p:cTn id="3707" dur="1" fill="hold">
                                          <p:stCondLst>
                                            <p:cond delay="0"/>
                                          </p:stCondLst>
                                        </p:cTn>
                                        <p:tgtEl>
                                          <p:spTgt spid="1226"/>
                                        </p:tgtEl>
                                        <p:attrNameLst>
                                          <p:attrName>style.visibility</p:attrName>
                                        </p:attrNameLst>
                                      </p:cBhvr>
                                      <p:to>
                                        <p:strVal val="visible"/>
                                      </p:to>
                                    </p:set>
                                    <p:animEffect filter="barn(inVertical)" transition="in">
                                      <p:cBhvr additive="repl">
                                        <p:cTn id="3708" dur="500"/>
                                        <p:tgtEl>
                                          <p:spTgt spid="1226"/>
                                        </p:tgtEl>
                                      </p:cBhvr>
                                    </p:animEffect>
                                  </p:childTnLst>
                                </p:cTn>
                              </p:par>
                              <p:par>
                                <p:cTn id="3709" nodeType="withEffect" fill="hold" presetClass="entr" presetID="16" presetSubtype="21">
                                  <p:stCondLst>
                                    <p:cond delay="0"/>
                                  </p:stCondLst>
                                  <p:childTnLst>
                                    <p:set>
                                      <p:cBhvr>
                                        <p:cTn id="3710" dur="1" fill="hold">
                                          <p:stCondLst>
                                            <p:cond delay="0"/>
                                          </p:stCondLst>
                                        </p:cTn>
                                        <p:tgtEl>
                                          <p:spTgt spid="1225"/>
                                        </p:tgtEl>
                                        <p:attrNameLst>
                                          <p:attrName>style.visibility</p:attrName>
                                        </p:attrNameLst>
                                      </p:cBhvr>
                                      <p:to>
                                        <p:strVal val="visible"/>
                                      </p:to>
                                    </p:set>
                                    <p:animEffect filter="barn(inVertical)" transition="in">
                                      <p:cBhvr additive="repl">
                                        <p:cTn id="3711" dur="500"/>
                                        <p:tgtEl>
                                          <p:spTgt spid="1225"/>
                                        </p:tgtEl>
                                      </p:cBhvr>
                                    </p:animEffect>
                                  </p:childTnLst>
                                </p:cTn>
                              </p:par>
                              <p:par>
                                <p:cTn id="3712" nodeType="withEffect" fill="hold" presetClass="emph" presetID="1" presetSubtype="2">
                                  <p:stCondLst>
                                    <p:cond delay="0"/>
                                  </p:stCondLst>
                                  <p:childTnLst>
                                    <p:animClr clrSpc="rgb">
                                      <p:cBhvr>
                                        <p:cTn id="3713" dur="500" fill="hold"/>
                                        <p:tgtEl>
                                          <p:spTgt spid="1224"/>
                                        </p:tgtEl>
                                        <p:attrNameLst>
                                          <p:attrName>fillcolor</p:attrName>
                                        </p:attrNameLst>
                                      </p:cBhvr>
                                      <p:to>
                                        <a:srgbClr val="8a80e4"/>
                                      </p:to>
                                    </p:animClr>
                                    <p:set>
                                      <p:cBhvr>
                                        <p:cTn id="3714" dur="500" fill="hold"/>
                                        <p:tgtEl>
                                          <p:spTgt spid="1224"/>
                                        </p:tgtEl>
                                        <p:attrNameLst>
                                          <p:attrName>fill.type</p:attrName>
                                        </p:attrNameLst>
                                      </p:cBhvr>
                                      <p:to>
                                        <p:strVal val="solid"/>
                                      </p:to>
                                    </p:set>
                                    <p:set>
                                      <p:cBhvr>
                                        <p:cTn id="3715" dur="500" fill="hold"/>
                                        <p:tgtEl>
                                          <p:spTgt spid="1224"/>
                                        </p:tgtEl>
                                        <p:attrNameLst>
                                          <p:attrName>fill.on</p:attrName>
                                        </p:attrNameLst>
                                      </p:cBhvr>
                                      <p:to>
                                        <p:strVal val="true"/>
                                      </p:to>
                                    </p:set>
                                  </p:childTnLst>
                                </p:cTn>
                              </p:par>
                              <p:par>
                                <p:cTn id="3716" nodeType="withEffect" fill="hold" presetClass="emph" presetID="1" presetSubtype="2">
                                  <p:stCondLst>
                                    <p:cond delay="0"/>
                                  </p:stCondLst>
                                  <p:childTnLst>
                                    <p:animClr clrSpc="rgb">
                                      <p:cBhvr>
                                        <p:cTn id="3717" dur="500" fill="hold"/>
                                        <p:tgtEl>
                                          <p:spTgt spid="1212"/>
                                        </p:tgtEl>
                                        <p:attrNameLst>
                                          <p:attrName>fillcolor</p:attrName>
                                        </p:attrNameLst>
                                      </p:cBhvr>
                                      <p:to>
                                        <a:srgbClr val="95b3d7"/>
                                      </p:to>
                                    </p:animClr>
                                    <p:set>
                                      <p:cBhvr>
                                        <p:cTn id="3718" dur="500" fill="hold"/>
                                        <p:tgtEl>
                                          <p:spTgt spid="1212"/>
                                        </p:tgtEl>
                                        <p:attrNameLst>
                                          <p:attrName>fill.type</p:attrName>
                                        </p:attrNameLst>
                                      </p:cBhvr>
                                      <p:to>
                                        <p:strVal val="solid"/>
                                      </p:to>
                                    </p:set>
                                    <p:set>
                                      <p:cBhvr>
                                        <p:cTn id="3719" dur="500" fill="hold"/>
                                        <p:tgtEl>
                                          <p:spTgt spid="1212"/>
                                        </p:tgtEl>
                                        <p:attrNameLst>
                                          <p:attrName>fill.on</p:attrName>
                                        </p:attrNameLst>
                                      </p:cBhvr>
                                      <p:to>
                                        <p:strVal val="true"/>
                                      </p:to>
                                    </p:set>
                                  </p:childTnLst>
                                </p:cTn>
                              </p:par>
                              <p:par>
                                <p:cTn id="3720" nodeType="withEffect" fill="hold" presetClass="emph" presetID="1" presetSubtype="2">
                                  <p:stCondLst>
                                    <p:cond delay="0"/>
                                  </p:stCondLst>
                                  <p:childTnLst>
                                    <p:animClr clrSpc="rgb">
                                      <p:cBhvr>
                                        <p:cTn id="3721" dur="500" fill="hold"/>
                                        <p:tgtEl>
                                          <p:spTgt spid="1216"/>
                                        </p:tgtEl>
                                        <p:attrNameLst>
                                          <p:attrName>fillcolor</p:attrName>
                                        </p:attrNameLst>
                                      </p:cBhvr>
                                      <p:to>
                                        <a:srgbClr val="95b3d7"/>
                                      </p:to>
                                    </p:animClr>
                                    <p:set>
                                      <p:cBhvr>
                                        <p:cTn id="3722" dur="500" fill="hold"/>
                                        <p:tgtEl>
                                          <p:spTgt spid="1216"/>
                                        </p:tgtEl>
                                        <p:attrNameLst>
                                          <p:attrName>fill.type</p:attrName>
                                        </p:attrNameLst>
                                      </p:cBhvr>
                                      <p:to>
                                        <p:strVal val="solid"/>
                                      </p:to>
                                    </p:set>
                                    <p:set>
                                      <p:cBhvr>
                                        <p:cTn id="3723" dur="500" fill="hold"/>
                                        <p:tgtEl>
                                          <p:spTgt spid="1216"/>
                                        </p:tgtEl>
                                        <p:attrNameLst>
                                          <p:attrName>fill.on</p:attrName>
                                        </p:attrNameLst>
                                      </p:cBhvr>
                                      <p:to>
                                        <p:strVal val="true"/>
                                      </p:to>
                                    </p:set>
                                  </p:childTnLst>
                                </p:cTn>
                              </p:par>
                              <p:par>
                                <p:cTn id="3724" nodeType="withEffect" fill="hold" presetClass="emph" presetID="1" presetSubtype="2">
                                  <p:stCondLst>
                                    <p:cond delay="0"/>
                                  </p:stCondLst>
                                  <p:childTnLst>
                                    <p:animClr clrSpc="rgb">
                                      <p:cBhvr>
                                        <p:cTn id="3725" dur="500" fill="hold"/>
                                        <p:tgtEl>
                                          <p:spTgt spid="1220"/>
                                        </p:tgtEl>
                                        <p:attrNameLst>
                                          <p:attrName>fillcolor</p:attrName>
                                        </p:attrNameLst>
                                      </p:cBhvr>
                                      <p:to>
                                        <a:srgbClr val="95b3d7"/>
                                      </p:to>
                                    </p:animClr>
                                    <p:set>
                                      <p:cBhvr>
                                        <p:cTn id="3726" dur="500" fill="hold"/>
                                        <p:tgtEl>
                                          <p:spTgt spid="1220"/>
                                        </p:tgtEl>
                                        <p:attrNameLst>
                                          <p:attrName>fill.type</p:attrName>
                                        </p:attrNameLst>
                                      </p:cBhvr>
                                      <p:to>
                                        <p:strVal val="solid"/>
                                      </p:to>
                                    </p:set>
                                    <p:set>
                                      <p:cBhvr>
                                        <p:cTn id="3727" dur="500" fill="hold"/>
                                        <p:tgtEl>
                                          <p:spTgt spid="1220"/>
                                        </p:tgtEl>
                                        <p:attrNameLst>
                                          <p:attrName>fill.on</p:attrName>
                                        </p:attrNameLst>
                                      </p:cBhvr>
                                      <p:to>
                                        <p:strVal val="true"/>
                                      </p:to>
                                    </p:set>
                                  </p:childTnLst>
                                </p:cTn>
                              </p:par>
                              <p:par>
                                <p:cTn id="3728" nodeType="withEffect" fill="hold" presetClass="exit" presetID="10">
                                  <p:stCondLst>
                                    <p:cond delay="0"/>
                                  </p:stCondLst>
                                  <p:childTnLst>
                                    <p:animEffect filter="fade" transition="out">
                                      <p:cBhvr additive="repl">
                                        <p:cTn id="3729" dur="500"/>
                                        <p:tgtEl>
                                          <p:spTgt spid="1214"/>
                                        </p:tgtEl>
                                      </p:cBhvr>
                                    </p:animEffect>
                                    <p:set>
                                      <p:cBhvr>
                                        <p:cTn id="3730" dur="1" fill="hold">
                                          <p:stCondLst>
                                            <p:cond delay="499"/>
                                          </p:stCondLst>
                                        </p:cTn>
                                        <p:tgtEl>
                                          <p:spTgt spid="1214"/>
                                        </p:tgtEl>
                                        <p:attrNameLst>
                                          <p:attrName>style.visibility</p:attrName>
                                        </p:attrNameLst>
                                      </p:cBhvr>
                                      <p:to>
                                        <p:strVal val="hidden"/>
                                      </p:to>
                                    </p:set>
                                  </p:childTnLst>
                                </p:cTn>
                              </p:par>
                              <p:par>
                                <p:cTn id="3731" nodeType="withEffect" fill="hold" presetClass="exit" presetID="10">
                                  <p:stCondLst>
                                    <p:cond delay="0"/>
                                  </p:stCondLst>
                                  <p:childTnLst>
                                    <p:animEffect filter="fade" transition="out">
                                      <p:cBhvr additive="repl">
                                        <p:cTn id="3732" dur="500"/>
                                        <p:tgtEl>
                                          <p:spTgt spid="1213"/>
                                        </p:tgtEl>
                                      </p:cBhvr>
                                    </p:animEffect>
                                    <p:set>
                                      <p:cBhvr>
                                        <p:cTn id="3733" dur="1" fill="hold">
                                          <p:stCondLst>
                                            <p:cond delay="499"/>
                                          </p:stCondLst>
                                        </p:cTn>
                                        <p:tgtEl>
                                          <p:spTgt spid="1213"/>
                                        </p:tgtEl>
                                        <p:attrNameLst>
                                          <p:attrName>style.visibility</p:attrName>
                                        </p:attrNameLst>
                                      </p:cBhvr>
                                      <p:to>
                                        <p:strVal val="hidden"/>
                                      </p:to>
                                    </p:set>
                                  </p:childTnLst>
                                </p:cTn>
                              </p:par>
                              <p:par>
                                <p:cTn id="3734" nodeType="withEffect" fill="hold" presetClass="exit" presetID="10">
                                  <p:stCondLst>
                                    <p:cond delay="0"/>
                                  </p:stCondLst>
                                  <p:childTnLst>
                                    <p:animEffect filter="fade" transition="out">
                                      <p:cBhvr additive="repl">
                                        <p:cTn id="3735" dur="500"/>
                                        <p:tgtEl>
                                          <p:spTgt spid="1218"/>
                                        </p:tgtEl>
                                      </p:cBhvr>
                                    </p:animEffect>
                                    <p:set>
                                      <p:cBhvr>
                                        <p:cTn id="3736" dur="1" fill="hold">
                                          <p:stCondLst>
                                            <p:cond delay="499"/>
                                          </p:stCondLst>
                                        </p:cTn>
                                        <p:tgtEl>
                                          <p:spTgt spid="1218"/>
                                        </p:tgtEl>
                                        <p:attrNameLst>
                                          <p:attrName>style.visibility</p:attrName>
                                        </p:attrNameLst>
                                      </p:cBhvr>
                                      <p:to>
                                        <p:strVal val="hidden"/>
                                      </p:to>
                                    </p:set>
                                  </p:childTnLst>
                                </p:cTn>
                              </p:par>
                              <p:par>
                                <p:cTn id="3737" nodeType="withEffect" fill="hold" presetClass="exit" presetID="10">
                                  <p:stCondLst>
                                    <p:cond delay="0"/>
                                  </p:stCondLst>
                                  <p:childTnLst>
                                    <p:animEffect filter="fade" transition="out">
                                      <p:cBhvr additive="repl">
                                        <p:cTn id="3738" dur="500"/>
                                        <p:tgtEl>
                                          <p:spTgt spid="1217"/>
                                        </p:tgtEl>
                                      </p:cBhvr>
                                    </p:animEffect>
                                    <p:set>
                                      <p:cBhvr>
                                        <p:cTn id="3739" dur="1" fill="hold">
                                          <p:stCondLst>
                                            <p:cond delay="499"/>
                                          </p:stCondLst>
                                        </p:cTn>
                                        <p:tgtEl>
                                          <p:spTgt spid="1217"/>
                                        </p:tgtEl>
                                        <p:attrNameLst>
                                          <p:attrName>style.visibility</p:attrName>
                                        </p:attrNameLst>
                                      </p:cBhvr>
                                      <p:to>
                                        <p:strVal val="hidden"/>
                                      </p:to>
                                    </p:set>
                                  </p:childTnLst>
                                </p:cTn>
                              </p:par>
                              <p:par>
                                <p:cTn id="3740" nodeType="withEffect" fill="hold" presetClass="exit" presetID="10">
                                  <p:stCondLst>
                                    <p:cond delay="0"/>
                                  </p:stCondLst>
                                  <p:childTnLst>
                                    <p:animEffect filter="fade" transition="out">
                                      <p:cBhvr additive="repl">
                                        <p:cTn id="3741" dur="500"/>
                                        <p:tgtEl>
                                          <p:spTgt spid="1222"/>
                                        </p:tgtEl>
                                      </p:cBhvr>
                                    </p:animEffect>
                                    <p:set>
                                      <p:cBhvr>
                                        <p:cTn id="3742" dur="1" fill="hold">
                                          <p:stCondLst>
                                            <p:cond delay="499"/>
                                          </p:stCondLst>
                                        </p:cTn>
                                        <p:tgtEl>
                                          <p:spTgt spid="1222"/>
                                        </p:tgtEl>
                                        <p:attrNameLst>
                                          <p:attrName>style.visibility</p:attrName>
                                        </p:attrNameLst>
                                      </p:cBhvr>
                                      <p:to>
                                        <p:strVal val="hidden"/>
                                      </p:to>
                                    </p:set>
                                  </p:childTnLst>
                                </p:cTn>
                              </p:par>
                              <p:par>
                                <p:cTn id="3743" nodeType="withEffect" fill="hold" presetClass="exit" presetID="10">
                                  <p:stCondLst>
                                    <p:cond delay="0"/>
                                  </p:stCondLst>
                                  <p:childTnLst>
                                    <p:animEffect filter="fade" transition="out">
                                      <p:cBhvr additive="repl">
                                        <p:cTn id="3744" dur="500"/>
                                        <p:tgtEl>
                                          <p:spTgt spid="1221"/>
                                        </p:tgtEl>
                                      </p:cBhvr>
                                    </p:animEffect>
                                    <p:set>
                                      <p:cBhvr>
                                        <p:cTn id="3745" dur="1" fill="hold">
                                          <p:stCondLst>
                                            <p:cond delay="499"/>
                                          </p:stCondLst>
                                        </p:cTn>
                                        <p:tgtEl>
                                          <p:spTgt spid="122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746" restart="whenNotActive" nodeType="interactiveSeq" fill="hold">
                <p:stCondLst>
                  <p:cond delay="0" evt="onClick">
                    <p:tgtEl>
                      <p:spTgt spid="1226"/>
                    </p:tgtEl>
                  </p:cond>
                </p:stCondLst>
                <p:childTnLst>
                  <p:par>
                    <p:cTn id="3747" fill="hold">
                      <p:stCondLst>
                        <p:cond delay="0" evt="onClick">
                          <p:tgtEl>
                            <p:spTgt spid="1226"/>
                          </p:tgtEl>
                        </p:cond>
                      </p:stCondLst>
                      <p:childTnLst>
                        <p:par>
                          <p:cTn id="3748" fill="hold">
                            <p:stCondLst>
                              <p:cond delay="0"/>
                            </p:stCondLst>
                            <p:childTnLst>
                              <p:par>
                                <p:cTn id="3749" nodeType="clickEffect" fill="hold" presetClass="exit" presetID="9">
                                  <p:stCondLst>
                                    <p:cond delay="0"/>
                                  </p:stCondLst>
                                  <p:childTnLst>
                                    <p:animEffect filter="dissolve" transition="out">
                                      <p:cBhvr additive="repl">
                                        <p:cTn id="3750" dur="500"/>
                                        <p:tgtEl>
                                          <p:spTgt spid="1226"/>
                                        </p:tgtEl>
                                      </p:cBhvr>
                                    </p:animEffect>
                                    <p:set>
                                      <p:cBhvr>
                                        <p:cTn id="3751" dur="1" fill="hold">
                                          <p:stCondLst>
                                            <p:cond delay="499"/>
                                          </p:stCondLst>
                                        </p:cTn>
                                        <p:tgtEl>
                                          <p:spTgt spid="1226"/>
                                        </p:tgtEl>
                                        <p:attrNameLst>
                                          <p:attrName>style.visibility</p:attrName>
                                        </p:attrNameLst>
                                      </p:cBhvr>
                                      <p:to>
                                        <p:strVal val="hidden"/>
                                      </p:to>
                                    </p:set>
                                  </p:childTnLst>
                                </p:cTn>
                              </p:par>
                              <p:par>
                                <p:cTn id="3752" nodeType="withEffect" fill="hold" presetClass="exit" presetID="9">
                                  <p:stCondLst>
                                    <p:cond delay="0"/>
                                  </p:stCondLst>
                                  <p:childTnLst>
                                    <p:animEffect filter="dissolve" transition="out">
                                      <p:cBhvr additive="repl">
                                        <p:cTn id="3753" dur="500"/>
                                        <p:tgtEl>
                                          <p:spTgt spid="1225"/>
                                        </p:tgtEl>
                                      </p:cBhvr>
                                    </p:animEffect>
                                    <p:set>
                                      <p:cBhvr>
                                        <p:cTn id="3754" dur="1" fill="hold">
                                          <p:stCondLst>
                                            <p:cond delay="499"/>
                                          </p:stCondLst>
                                        </p:cTn>
                                        <p:tgtEl>
                                          <p:spTgt spid="1225"/>
                                        </p:tgtEl>
                                        <p:attrNameLst>
                                          <p:attrName>style.visibility</p:attrName>
                                        </p:attrNameLst>
                                      </p:cBhvr>
                                      <p:to>
                                        <p:strVal val="hidden"/>
                                      </p:to>
                                    </p:set>
                                  </p:childTnLst>
                                </p:cTn>
                              </p:par>
                              <p:par>
                                <p:cTn id="3755" nodeType="withEffect" fill="hold" presetClass="emph" presetID="1" presetSubtype="2">
                                  <p:stCondLst>
                                    <p:cond delay="0"/>
                                  </p:stCondLst>
                                  <p:childTnLst>
                                    <p:animClr clrSpc="rgb">
                                      <p:cBhvr>
                                        <p:cTn id="3756" dur="500" fill="hold"/>
                                        <p:tgtEl>
                                          <p:spTgt spid="1224"/>
                                        </p:tgtEl>
                                        <p:attrNameLst>
                                          <p:attrName>fillcolor</p:attrName>
                                        </p:attrNameLst>
                                      </p:cBhvr>
                                      <p:to>
                                        <a:srgbClr val="95b3d7"/>
                                      </p:to>
                                    </p:animClr>
                                    <p:set>
                                      <p:cBhvr>
                                        <p:cTn id="3757" dur="500" fill="hold"/>
                                        <p:tgtEl>
                                          <p:spTgt spid="1224"/>
                                        </p:tgtEl>
                                        <p:attrNameLst>
                                          <p:attrName>fill.type</p:attrName>
                                        </p:attrNameLst>
                                      </p:cBhvr>
                                      <p:to>
                                        <p:strVal val="solid"/>
                                      </p:to>
                                    </p:set>
                                    <p:set>
                                      <p:cBhvr>
                                        <p:cTn id="3758" dur="500" fill="hold"/>
                                        <p:tgtEl>
                                          <p:spTgt spid="122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7"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228"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229"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0"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02</a:t>
            </a:r>
            <a:br>
              <a:rPr sz="4400"/>
            </a:br>
            <a:endParaRPr b="0" lang="pt-BR" sz="2800" spc="-1" strike="noStrike">
              <a:solidFill>
                <a:schemeClr val="dk1"/>
              </a:solidFill>
              <a:latin typeface="Arial"/>
            </a:endParaRPr>
          </a:p>
        </p:txBody>
      </p:sp>
      <p:sp>
        <p:nvSpPr>
          <p:cNvPr id="1231" name="PlaceHolder 2"/>
          <p:cNvSpPr>
            <a:spLocks noGrp="1"/>
          </p:cNvSpPr>
          <p:nvPr>
            <p:ph type="subTitle"/>
          </p:nvPr>
        </p:nvSpPr>
        <p:spPr>
          <a:xfrm>
            <a:off x="1398600" y="1335240"/>
            <a:ext cx="7058160" cy="24588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Qual a alimentação necessária para a operação do sistema “AEROVANE”?</a:t>
            </a:r>
            <a:endParaRPr b="0" lang="pt-BR" sz="1600" spc="-1" strike="noStrike">
              <a:solidFill>
                <a:srgbClr val="000000"/>
              </a:solidFill>
              <a:latin typeface="Arial"/>
            </a:endParaRPr>
          </a:p>
        </p:txBody>
      </p:sp>
      <p:sp>
        <p:nvSpPr>
          <p:cNvPr id="1232"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233"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115V/60Hz</a:t>
            </a:r>
            <a:endParaRPr b="0" lang="pt-BR" sz="1800" spc="-1" strike="noStrike">
              <a:solidFill>
                <a:srgbClr val="000000"/>
              </a:solidFill>
              <a:latin typeface="Arial"/>
            </a:endParaRPr>
          </a:p>
        </p:txBody>
      </p:sp>
      <p:sp>
        <p:nvSpPr>
          <p:cNvPr id="1234"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35"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36"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237"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115V/400Hz </a:t>
            </a:r>
            <a:endParaRPr b="0" lang="pt-BR" sz="1800" spc="-1" strike="noStrike">
              <a:solidFill>
                <a:srgbClr val="000000"/>
              </a:solidFill>
              <a:latin typeface="Arial"/>
            </a:endParaRPr>
          </a:p>
        </p:txBody>
      </p:sp>
      <p:sp>
        <p:nvSpPr>
          <p:cNvPr id="1238"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39"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40"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241"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50VDC </a:t>
            </a:r>
            <a:endParaRPr b="0" lang="pt-BR" sz="1800" spc="-1" strike="noStrike">
              <a:solidFill>
                <a:srgbClr val="000000"/>
              </a:solidFill>
              <a:latin typeface="Arial"/>
            </a:endParaRPr>
          </a:p>
        </p:txBody>
      </p:sp>
      <p:sp>
        <p:nvSpPr>
          <p:cNvPr id="1242"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43"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44"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245"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24VDC</a:t>
            </a:r>
            <a:endParaRPr b="0" lang="pt-BR" sz="1800" spc="-1" strike="noStrike">
              <a:solidFill>
                <a:srgbClr val="000000"/>
              </a:solidFill>
              <a:latin typeface="Arial"/>
            </a:endParaRPr>
          </a:p>
        </p:txBody>
      </p:sp>
      <p:sp>
        <p:nvSpPr>
          <p:cNvPr id="1246"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47"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759" dur="indefinite" restart="never" nodeType="tmRoot">
          <p:childTnLst>
            <p:seq>
              <p:cTn id="3760" dur="indefinite" nodeType="mainSeq">
                <p:childTnLst>
                  <p:par>
                    <p:cTn id="3761" fill="hold">
                      <p:stCondLst>
                        <p:cond delay="0"/>
                      </p:stCondLst>
                      <p:childTnLst>
                        <p:par>
                          <p:cTn id="3762" fill="hold">
                            <p:stCondLst>
                              <p:cond delay="0"/>
                            </p:stCondLst>
                            <p:childTnLst>
                              <p:par>
                                <p:cTn id="3763" nodeType="withEffect" fill="hold" presetClass="entr" presetID="10">
                                  <p:stCondLst>
                                    <p:cond delay="0"/>
                                  </p:stCondLst>
                                  <p:childTnLst>
                                    <p:set>
                                      <p:cBhvr>
                                        <p:cTn id="3764" dur="1" fill="hold">
                                          <p:stCondLst>
                                            <p:cond delay="0"/>
                                          </p:stCondLst>
                                        </p:cTn>
                                        <p:tgtEl>
                                          <p:spTgt spid="1233"/>
                                        </p:tgtEl>
                                        <p:attrNameLst>
                                          <p:attrName>style.visibility</p:attrName>
                                        </p:attrNameLst>
                                      </p:cBhvr>
                                      <p:to>
                                        <p:strVal val="visible"/>
                                      </p:to>
                                    </p:set>
                                    <p:animEffect filter="fade" transition="in">
                                      <p:cBhvr additive="repl">
                                        <p:cTn id="3765" dur="500"/>
                                        <p:tgtEl>
                                          <p:spTgt spid="1233"/>
                                        </p:tgtEl>
                                      </p:cBhvr>
                                    </p:animEffect>
                                  </p:childTnLst>
                                </p:cTn>
                              </p:par>
                              <p:par>
                                <p:cTn id="3766" nodeType="withEffect" fill="hold" presetClass="entr" presetID="10">
                                  <p:stCondLst>
                                    <p:cond delay="0"/>
                                  </p:stCondLst>
                                  <p:childTnLst>
                                    <p:set>
                                      <p:cBhvr>
                                        <p:cTn id="3767" dur="1" fill="hold">
                                          <p:stCondLst>
                                            <p:cond delay="0"/>
                                          </p:stCondLst>
                                        </p:cTn>
                                        <p:tgtEl>
                                          <p:spTgt spid="1232"/>
                                        </p:tgtEl>
                                        <p:attrNameLst>
                                          <p:attrName>style.visibility</p:attrName>
                                        </p:attrNameLst>
                                      </p:cBhvr>
                                      <p:to>
                                        <p:strVal val="visible"/>
                                      </p:to>
                                    </p:set>
                                    <p:animEffect filter="fade" transition="in">
                                      <p:cBhvr additive="repl">
                                        <p:cTn id="3768" dur="500"/>
                                        <p:tgtEl>
                                          <p:spTgt spid="1232"/>
                                        </p:tgtEl>
                                      </p:cBhvr>
                                    </p:animEffect>
                                  </p:childTnLst>
                                </p:cTn>
                              </p:par>
                              <p:par>
                                <p:cTn id="3769" nodeType="withEffect" fill="hold" presetClass="entr" presetID="10">
                                  <p:stCondLst>
                                    <p:cond delay="0"/>
                                  </p:stCondLst>
                                  <p:childTnLst>
                                    <p:set>
                                      <p:cBhvr>
                                        <p:cTn id="3770" dur="1" fill="hold">
                                          <p:stCondLst>
                                            <p:cond delay="0"/>
                                          </p:stCondLst>
                                        </p:cTn>
                                        <p:tgtEl>
                                          <p:spTgt spid="1236"/>
                                        </p:tgtEl>
                                        <p:attrNameLst>
                                          <p:attrName>style.visibility</p:attrName>
                                        </p:attrNameLst>
                                      </p:cBhvr>
                                      <p:to>
                                        <p:strVal val="visible"/>
                                      </p:to>
                                    </p:set>
                                    <p:animEffect filter="fade" transition="in">
                                      <p:cBhvr additive="repl">
                                        <p:cTn id="3771" dur="500"/>
                                        <p:tgtEl>
                                          <p:spTgt spid="1236"/>
                                        </p:tgtEl>
                                      </p:cBhvr>
                                    </p:animEffect>
                                  </p:childTnLst>
                                </p:cTn>
                              </p:par>
                              <p:par>
                                <p:cTn id="3772" nodeType="withEffect" fill="hold" presetClass="entr" presetID="10">
                                  <p:stCondLst>
                                    <p:cond delay="0"/>
                                  </p:stCondLst>
                                  <p:childTnLst>
                                    <p:set>
                                      <p:cBhvr>
                                        <p:cTn id="3773" dur="1" fill="hold">
                                          <p:stCondLst>
                                            <p:cond delay="0"/>
                                          </p:stCondLst>
                                        </p:cTn>
                                        <p:tgtEl>
                                          <p:spTgt spid="1237"/>
                                        </p:tgtEl>
                                        <p:attrNameLst>
                                          <p:attrName>style.visibility</p:attrName>
                                        </p:attrNameLst>
                                      </p:cBhvr>
                                      <p:to>
                                        <p:strVal val="visible"/>
                                      </p:to>
                                    </p:set>
                                    <p:animEffect filter="fade" transition="in">
                                      <p:cBhvr additive="repl">
                                        <p:cTn id="3774" dur="500"/>
                                        <p:tgtEl>
                                          <p:spTgt spid="1237"/>
                                        </p:tgtEl>
                                      </p:cBhvr>
                                    </p:animEffect>
                                  </p:childTnLst>
                                </p:cTn>
                              </p:par>
                              <p:par>
                                <p:cTn id="3775" nodeType="withEffect" fill="hold" presetClass="entr" presetID="10">
                                  <p:stCondLst>
                                    <p:cond delay="0"/>
                                  </p:stCondLst>
                                  <p:childTnLst>
                                    <p:set>
                                      <p:cBhvr>
                                        <p:cTn id="3776" dur="1" fill="hold">
                                          <p:stCondLst>
                                            <p:cond delay="0"/>
                                          </p:stCondLst>
                                        </p:cTn>
                                        <p:tgtEl>
                                          <p:spTgt spid="1240"/>
                                        </p:tgtEl>
                                        <p:attrNameLst>
                                          <p:attrName>style.visibility</p:attrName>
                                        </p:attrNameLst>
                                      </p:cBhvr>
                                      <p:to>
                                        <p:strVal val="visible"/>
                                      </p:to>
                                    </p:set>
                                    <p:animEffect filter="fade" transition="in">
                                      <p:cBhvr additive="repl">
                                        <p:cTn id="3777" dur="500"/>
                                        <p:tgtEl>
                                          <p:spTgt spid="1240"/>
                                        </p:tgtEl>
                                      </p:cBhvr>
                                    </p:animEffect>
                                  </p:childTnLst>
                                </p:cTn>
                              </p:par>
                              <p:par>
                                <p:cTn id="3778" nodeType="withEffect" fill="hold" presetClass="entr" presetID="10">
                                  <p:stCondLst>
                                    <p:cond delay="0"/>
                                  </p:stCondLst>
                                  <p:childTnLst>
                                    <p:set>
                                      <p:cBhvr>
                                        <p:cTn id="3779" dur="1" fill="hold">
                                          <p:stCondLst>
                                            <p:cond delay="0"/>
                                          </p:stCondLst>
                                        </p:cTn>
                                        <p:tgtEl>
                                          <p:spTgt spid="1241"/>
                                        </p:tgtEl>
                                        <p:attrNameLst>
                                          <p:attrName>style.visibility</p:attrName>
                                        </p:attrNameLst>
                                      </p:cBhvr>
                                      <p:to>
                                        <p:strVal val="visible"/>
                                      </p:to>
                                    </p:set>
                                    <p:animEffect filter="fade" transition="in">
                                      <p:cBhvr additive="repl">
                                        <p:cTn id="3780" dur="500"/>
                                        <p:tgtEl>
                                          <p:spTgt spid="1241"/>
                                        </p:tgtEl>
                                      </p:cBhvr>
                                    </p:animEffect>
                                  </p:childTnLst>
                                </p:cTn>
                              </p:par>
                              <p:par>
                                <p:cTn id="3781" nodeType="withEffect" fill="hold" presetClass="entr" presetID="10">
                                  <p:stCondLst>
                                    <p:cond delay="0"/>
                                  </p:stCondLst>
                                  <p:childTnLst>
                                    <p:set>
                                      <p:cBhvr>
                                        <p:cTn id="3782" dur="1" fill="hold">
                                          <p:stCondLst>
                                            <p:cond delay="0"/>
                                          </p:stCondLst>
                                        </p:cTn>
                                        <p:tgtEl>
                                          <p:spTgt spid="1244"/>
                                        </p:tgtEl>
                                        <p:attrNameLst>
                                          <p:attrName>style.visibility</p:attrName>
                                        </p:attrNameLst>
                                      </p:cBhvr>
                                      <p:to>
                                        <p:strVal val="visible"/>
                                      </p:to>
                                    </p:set>
                                    <p:animEffect filter="fade" transition="in">
                                      <p:cBhvr additive="repl">
                                        <p:cTn id="3783" dur="500"/>
                                        <p:tgtEl>
                                          <p:spTgt spid="1244"/>
                                        </p:tgtEl>
                                      </p:cBhvr>
                                    </p:animEffect>
                                  </p:childTnLst>
                                </p:cTn>
                              </p:par>
                              <p:par>
                                <p:cTn id="3784" nodeType="withEffect" fill="hold" presetClass="entr" presetID="10">
                                  <p:stCondLst>
                                    <p:cond delay="0"/>
                                  </p:stCondLst>
                                  <p:childTnLst>
                                    <p:set>
                                      <p:cBhvr>
                                        <p:cTn id="3785" dur="1" fill="hold">
                                          <p:stCondLst>
                                            <p:cond delay="0"/>
                                          </p:stCondLst>
                                        </p:cTn>
                                        <p:tgtEl>
                                          <p:spTgt spid="1245"/>
                                        </p:tgtEl>
                                        <p:attrNameLst>
                                          <p:attrName>style.visibility</p:attrName>
                                        </p:attrNameLst>
                                      </p:cBhvr>
                                      <p:to>
                                        <p:strVal val="visible"/>
                                      </p:to>
                                    </p:set>
                                    <p:animEffect filter="fade" transition="in">
                                      <p:cBhvr additive="repl">
                                        <p:cTn id="3786" dur="500"/>
                                        <p:tgtEl>
                                          <p:spTgt spid="1245"/>
                                        </p:tgtEl>
                                      </p:cBhvr>
                                    </p:animEffect>
                                  </p:childTnLst>
                                </p:cTn>
                              </p:par>
                              <p:par>
                                <p:cTn id="3787" nodeType="withEffect" fill="hold" presetClass="exit" presetID="1">
                                  <p:stCondLst>
                                    <p:cond delay="0"/>
                                  </p:stCondLst>
                                  <p:childTnLst>
                                    <p:set>
                                      <p:cBhvr>
                                        <p:cTn id="3788" dur="1" fill="hold">
                                          <p:stCondLst>
                                            <p:cond delay="0"/>
                                          </p:stCondLst>
                                        </p:cTn>
                                        <p:tgtEl>
                                          <p:spTgt spid="1235"/>
                                        </p:tgtEl>
                                        <p:attrNameLst>
                                          <p:attrName>style.visibility</p:attrName>
                                        </p:attrNameLst>
                                      </p:cBhvr>
                                      <p:to>
                                        <p:strVal val="hidden"/>
                                      </p:to>
                                    </p:set>
                                  </p:childTnLst>
                                </p:cTn>
                              </p:par>
                              <p:par>
                                <p:cTn id="3789" nodeType="withEffect" fill="hold" presetClass="exit" presetID="1">
                                  <p:stCondLst>
                                    <p:cond delay="0"/>
                                  </p:stCondLst>
                                  <p:childTnLst>
                                    <p:set>
                                      <p:cBhvr>
                                        <p:cTn id="3790" dur="1" fill="hold">
                                          <p:stCondLst>
                                            <p:cond delay="0"/>
                                          </p:stCondLst>
                                        </p:cTn>
                                        <p:tgtEl>
                                          <p:spTgt spid="1234"/>
                                        </p:tgtEl>
                                        <p:attrNameLst>
                                          <p:attrName>style.visibility</p:attrName>
                                        </p:attrNameLst>
                                      </p:cBhvr>
                                      <p:to>
                                        <p:strVal val="hidden"/>
                                      </p:to>
                                    </p:set>
                                  </p:childTnLst>
                                </p:cTn>
                              </p:par>
                              <p:par>
                                <p:cTn id="3791" nodeType="withEffect" fill="hold" presetClass="exit" presetID="1">
                                  <p:stCondLst>
                                    <p:cond delay="0"/>
                                  </p:stCondLst>
                                  <p:childTnLst>
                                    <p:set>
                                      <p:cBhvr>
                                        <p:cTn id="3792" dur="1" fill="hold">
                                          <p:stCondLst>
                                            <p:cond delay="0"/>
                                          </p:stCondLst>
                                        </p:cTn>
                                        <p:tgtEl>
                                          <p:spTgt spid="1239"/>
                                        </p:tgtEl>
                                        <p:attrNameLst>
                                          <p:attrName>style.visibility</p:attrName>
                                        </p:attrNameLst>
                                      </p:cBhvr>
                                      <p:to>
                                        <p:strVal val="hidden"/>
                                      </p:to>
                                    </p:set>
                                  </p:childTnLst>
                                </p:cTn>
                              </p:par>
                              <p:par>
                                <p:cTn id="3793" nodeType="withEffect" fill="hold" presetClass="exit" presetID="1">
                                  <p:stCondLst>
                                    <p:cond delay="0"/>
                                  </p:stCondLst>
                                  <p:childTnLst>
                                    <p:set>
                                      <p:cBhvr>
                                        <p:cTn id="3794" dur="1" fill="hold">
                                          <p:stCondLst>
                                            <p:cond delay="0"/>
                                          </p:stCondLst>
                                        </p:cTn>
                                        <p:tgtEl>
                                          <p:spTgt spid="1238"/>
                                        </p:tgtEl>
                                        <p:attrNameLst>
                                          <p:attrName>style.visibility</p:attrName>
                                        </p:attrNameLst>
                                      </p:cBhvr>
                                      <p:to>
                                        <p:strVal val="hidden"/>
                                      </p:to>
                                    </p:set>
                                  </p:childTnLst>
                                </p:cTn>
                              </p:par>
                              <p:par>
                                <p:cTn id="3795" nodeType="withEffect" fill="hold" presetClass="exit" presetID="1">
                                  <p:stCondLst>
                                    <p:cond delay="0"/>
                                  </p:stCondLst>
                                  <p:childTnLst>
                                    <p:set>
                                      <p:cBhvr>
                                        <p:cTn id="3796" dur="1" fill="hold">
                                          <p:stCondLst>
                                            <p:cond delay="0"/>
                                          </p:stCondLst>
                                        </p:cTn>
                                        <p:tgtEl>
                                          <p:spTgt spid="1243"/>
                                        </p:tgtEl>
                                        <p:attrNameLst>
                                          <p:attrName>style.visibility</p:attrName>
                                        </p:attrNameLst>
                                      </p:cBhvr>
                                      <p:to>
                                        <p:strVal val="hidden"/>
                                      </p:to>
                                    </p:set>
                                  </p:childTnLst>
                                </p:cTn>
                              </p:par>
                              <p:par>
                                <p:cTn id="3797" nodeType="withEffect" fill="hold" presetClass="exit" presetID="1">
                                  <p:stCondLst>
                                    <p:cond delay="0"/>
                                  </p:stCondLst>
                                  <p:childTnLst>
                                    <p:set>
                                      <p:cBhvr>
                                        <p:cTn id="3798" dur="1" fill="hold">
                                          <p:stCondLst>
                                            <p:cond delay="0"/>
                                          </p:stCondLst>
                                        </p:cTn>
                                        <p:tgtEl>
                                          <p:spTgt spid="1242"/>
                                        </p:tgtEl>
                                        <p:attrNameLst>
                                          <p:attrName>style.visibility</p:attrName>
                                        </p:attrNameLst>
                                      </p:cBhvr>
                                      <p:to>
                                        <p:strVal val="hidden"/>
                                      </p:to>
                                    </p:set>
                                  </p:childTnLst>
                                </p:cTn>
                              </p:par>
                              <p:par>
                                <p:cTn id="3799" nodeType="withEffect" fill="hold" presetClass="exit" presetID="1">
                                  <p:stCondLst>
                                    <p:cond delay="0"/>
                                  </p:stCondLst>
                                  <p:childTnLst>
                                    <p:set>
                                      <p:cBhvr>
                                        <p:cTn id="3800" dur="1" fill="hold">
                                          <p:stCondLst>
                                            <p:cond delay="0"/>
                                          </p:stCondLst>
                                        </p:cTn>
                                        <p:tgtEl>
                                          <p:spTgt spid="1247"/>
                                        </p:tgtEl>
                                        <p:attrNameLst>
                                          <p:attrName>style.visibility</p:attrName>
                                        </p:attrNameLst>
                                      </p:cBhvr>
                                      <p:to>
                                        <p:strVal val="hidden"/>
                                      </p:to>
                                    </p:set>
                                  </p:childTnLst>
                                </p:cTn>
                              </p:par>
                              <p:par>
                                <p:cTn id="3801" nodeType="withEffect" fill="hold" presetClass="exit" presetID="1">
                                  <p:stCondLst>
                                    <p:cond delay="0"/>
                                  </p:stCondLst>
                                  <p:childTnLst>
                                    <p:set>
                                      <p:cBhvr>
                                        <p:cTn id="3802" dur="1" fill="hold">
                                          <p:stCondLst>
                                            <p:cond delay="0"/>
                                          </p:stCondLst>
                                        </p:cTn>
                                        <p:tgtEl>
                                          <p:spTgt spid="12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803" restart="whenNotActive" nodeType="interactiveSeq" fill="hold">
                <p:stCondLst>
                  <p:cond delay="0" evt="onClick">
                    <p:tgtEl>
                      <p:spTgt spid="1232"/>
                    </p:tgtEl>
                  </p:cond>
                </p:stCondLst>
                <p:childTnLst>
                  <p:par>
                    <p:cTn id="3804" fill="hold">
                      <p:stCondLst>
                        <p:cond delay="0" evt="onClick">
                          <p:tgtEl>
                            <p:spTgt spid="1232"/>
                          </p:tgtEl>
                        </p:cond>
                      </p:stCondLst>
                      <p:childTnLst>
                        <p:par>
                          <p:cTn id="3805" fill="hold">
                            <p:stCondLst>
                              <p:cond delay="0"/>
                            </p:stCondLst>
                            <p:childTnLst>
                              <p:par>
                                <p:cTn id="3806" nodeType="clickEffect" fill="hold" presetClass="entr" presetID="16" presetSubtype="21">
                                  <p:stCondLst>
                                    <p:cond delay="0"/>
                                  </p:stCondLst>
                                  <p:childTnLst>
                                    <p:set>
                                      <p:cBhvr>
                                        <p:cTn id="3807" dur="1" fill="hold">
                                          <p:stCondLst>
                                            <p:cond delay="0"/>
                                          </p:stCondLst>
                                        </p:cTn>
                                        <p:tgtEl>
                                          <p:spTgt spid="1235"/>
                                        </p:tgtEl>
                                        <p:attrNameLst>
                                          <p:attrName>style.visibility</p:attrName>
                                        </p:attrNameLst>
                                      </p:cBhvr>
                                      <p:to>
                                        <p:strVal val="visible"/>
                                      </p:to>
                                    </p:set>
                                    <p:animEffect filter="barn(inVertical)" transition="in">
                                      <p:cBhvr additive="repl">
                                        <p:cTn id="3808" dur="500"/>
                                        <p:tgtEl>
                                          <p:spTgt spid="1235"/>
                                        </p:tgtEl>
                                      </p:cBhvr>
                                    </p:animEffect>
                                  </p:childTnLst>
                                </p:cTn>
                              </p:par>
                              <p:par>
                                <p:cTn id="3809" nodeType="withEffect" fill="hold" presetClass="entr" presetID="16" presetSubtype="21">
                                  <p:stCondLst>
                                    <p:cond delay="0"/>
                                  </p:stCondLst>
                                  <p:childTnLst>
                                    <p:set>
                                      <p:cBhvr>
                                        <p:cTn id="3810" dur="1" fill="hold">
                                          <p:stCondLst>
                                            <p:cond delay="0"/>
                                          </p:stCondLst>
                                        </p:cTn>
                                        <p:tgtEl>
                                          <p:spTgt spid="1234"/>
                                        </p:tgtEl>
                                        <p:attrNameLst>
                                          <p:attrName>style.visibility</p:attrName>
                                        </p:attrNameLst>
                                      </p:cBhvr>
                                      <p:to>
                                        <p:strVal val="visible"/>
                                      </p:to>
                                    </p:set>
                                    <p:animEffect filter="barn(inVertical)" transition="in">
                                      <p:cBhvr additive="repl">
                                        <p:cTn id="3811" dur="500"/>
                                        <p:tgtEl>
                                          <p:spTgt spid="1234"/>
                                        </p:tgtEl>
                                      </p:cBhvr>
                                    </p:animEffect>
                                  </p:childTnLst>
                                </p:cTn>
                              </p:par>
                              <p:par>
                                <p:cTn id="3812" nodeType="withEffect" fill="hold" presetClass="emph" presetID="1" presetSubtype="2">
                                  <p:stCondLst>
                                    <p:cond delay="0"/>
                                  </p:stCondLst>
                                  <p:childTnLst>
                                    <p:animClr clrSpc="rgb">
                                      <p:cBhvr>
                                        <p:cTn id="3813" dur="500" fill="hold"/>
                                        <p:tgtEl>
                                          <p:spTgt spid="1233"/>
                                        </p:tgtEl>
                                        <p:attrNameLst>
                                          <p:attrName>fillcolor</p:attrName>
                                        </p:attrNameLst>
                                      </p:cBhvr>
                                      <p:to>
                                        <a:srgbClr val="8a80e4"/>
                                      </p:to>
                                    </p:animClr>
                                    <p:set>
                                      <p:cBhvr>
                                        <p:cTn id="3814" dur="500" fill="hold"/>
                                        <p:tgtEl>
                                          <p:spTgt spid="1233"/>
                                        </p:tgtEl>
                                        <p:attrNameLst>
                                          <p:attrName>fill.type</p:attrName>
                                        </p:attrNameLst>
                                      </p:cBhvr>
                                      <p:to>
                                        <p:strVal val="solid"/>
                                      </p:to>
                                    </p:set>
                                    <p:set>
                                      <p:cBhvr>
                                        <p:cTn id="3815" dur="500" fill="hold"/>
                                        <p:tgtEl>
                                          <p:spTgt spid="1233"/>
                                        </p:tgtEl>
                                        <p:attrNameLst>
                                          <p:attrName>fill.on</p:attrName>
                                        </p:attrNameLst>
                                      </p:cBhvr>
                                      <p:to>
                                        <p:strVal val="true"/>
                                      </p:to>
                                    </p:set>
                                  </p:childTnLst>
                                </p:cTn>
                              </p:par>
                              <p:par>
                                <p:cTn id="3816" nodeType="withEffect" fill="hold" presetClass="emph" presetID="1" presetSubtype="2">
                                  <p:stCondLst>
                                    <p:cond delay="0"/>
                                  </p:stCondLst>
                                  <p:childTnLst>
                                    <p:animClr clrSpc="rgb">
                                      <p:cBhvr>
                                        <p:cTn id="3817" dur="500" fill="hold"/>
                                        <p:tgtEl>
                                          <p:spTgt spid="1237"/>
                                        </p:tgtEl>
                                        <p:attrNameLst>
                                          <p:attrName>fillcolor</p:attrName>
                                        </p:attrNameLst>
                                      </p:cBhvr>
                                      <p:to>
                                        <a:srgbClr val="95b3d7"/>
                                      </p:to>
                                    </p:animClr>
                                    <p:set>
                                      <p:cBhvr>
                                        <p:cTn id="3818" dur="500" fill="hold"/>
                                        <p:tgtEl>
                                          <p:spTgt spid="1237"/>
                                        </p:tgtEl>
                                        <p:attrNameLst>
                                          <p:attrName>fill.type</p:attrName>
                                        </p:attrNameLst>
                                      </p:cBhvr>
                                      <p:to>
                                        <p:strVal val="solid"/>
                                      </p:to>
                                    </p:set>
                                    <p:set>
                                      <p:cBhvr>
                                        <p:cTn id="3819" dur="500" fill="hold"/>
                                        <p:tgtEl>
                                          <p:spTgt spid="1237"/>
                                        </p:tgtEl>
                                        <p:attrNameLst>
                                          <p:attrName>fill.on</p:attrName>
                                        </p:attrNameLst>
                                      </p:cBhvr>
                                      <p:to>
                                        <p:strVal val="true"/>
                                      </p:to>
                                    </p:set>
                                  </p:childTnLst>
                                </p:cTn>
                              </p:par>
                              <p:par>
                                <p:cTn id="3820" nodeType="withEffect" fill="hold" presetClass="emph" presetID="1" presetSubtype="2">
                                  <p:stCondLst>
                                    <p:cond delay="0"/>
                                  </p:stCondLst>
                                  <p:childTnLst>
                                    <p:animClr clrSpc="rgb">
                                      <p:cBhvr>
                                        <p:cTn id="3821" dur="500" fill="hold"/>
                                        <p:tgtEl>
                                          <p:spTgt spid="1241"/>
                                        </p:tgtEl>
                                        <p:attrNameLst>
                                          <p:attrName>fillcolor</p:attrName>
                                        </p:attrNameLst>
                                      </p:cBhvr>
                                      <p:to>
                                        <a:srgbClr val="95b3d7"/>
                                      </p:to>
                                    </p:animClr>
                                    <p:set>
                                      <p:cBhvr>
                                        <p:cTn id="3822" dur="500" fill="hold"/>
                                        <p:tgtEl>
                                          <p:spTgt spid="1241"/>
                                        </p:tgtEl>
                                        <p:attrNameLst>
                                          <p:attrName>fill.type</p:attrName>
                                        </p:attrNameLst>
                                      </p:cBhvr>
                                      <p:to>
                                        <p:strVal val="solid"/>
                                      </p:to>
                                    </p:set>
                                    <p:set>
                                      <p:cBhvr>
                                        <p:cTn id="3823" dur="500" fill="hold"/>
                                        <p:tgtEl>
                                          <p:spTgt spid="1241"/>
                                        </p:tgtEl>
                                        <p:attrNameLst>
                                          <p:attrName>fill.on</p:attrName>
                                        </p:attrNameLst>
                                      </p:cBhvr>
                                      <p:to>
                                        <p:strVal val="true"/>
                                      </p:to>
                                    </p:set>
                                  </p:childTnLst>
                                </p:cTn>
                              </p:par>
                              <p:par>
                                <p:cTn id="3824" nodeType="withEffect" fill="hold" presetClass="emph" presetID="1" presetSubtype="2">
                                  <p:stCondLst>
                                    <p:cond delay="0"/>
                                  </p:stCondLst>
                                  <p:childTnLst>
                                    <p:animClr clrSpc="rgb">
                                      <p:cBhvr>
                                        <p:cTn id="3825" dur="500" fill="hold"/>
                                        <p:tgtEl>
                                          <p:spTgt spid="1245"/>
                                        </p:tgtEl>
                                        <p:attrNameLst>
                                          <p:attrName>fillcolor</p:attrName>
                                        </p:attrNameLst>
                                      </p:cBhvr>
                                      <p:to>
                                        <a:srgbClr val="95b3d7"/>
                                      </p:to>
                                    </p:animClr>
                                    <p:set>
                                      <p:cBhvr>
                                        <p:cTn id="3826" dur="500" fill="hold"/>
                                        <p:tgtEl>
                                          <p:spTgt spid="1245"/>
                                        </p:tgtEl>
                                        <p:attrNameLst>
                                          <p:attrName>fill.type</p:attrName>
                                        </p:attrNameLst>
                                      </p:cBhvr>
                                      <p:to>
                                        <p:strVal val="solid"/>
                                      </p:to>
                                    </p:set>
                                    <p:set>
                                      <p:cBhvr>
                                        <p:cTn id="3827" dur="500" fill="hold"/>
                                        <p:tgtEl>
                                          <p:spTgt spid="1245"/>
                                        </p:tgtEl>
                                        <p:attrNameLst>
                                          <p:attrName>fill.on</p:attrName>
                                        </p:attrNameLst>
                                      </p:cBhvr>
                                      <p:to>
                                        <p:strVal val="true"/>
                                      </p:to>
                                    </p:set>
                                  </p:childTnLst>
                                </p:cTn>
                              </p:par>
                              <p:par>
                                <p:cTn id="3828" nodeType="withEffect" fill="hold" presetClass="exit" presetID="10">
                                  <p:stCondLst>
                                    <p:cond delay="0"/>
                                  </p:stCondLst>
                                  <p:childTnLst>
                                    <p:animEffect filter="fade" transition="out">
                                      <p:cBhvr additive="repl">
                                        <p:cTn id="3829" dur="500"/>
                                        <p:tgtEl>
                                          <p:spTgt spid="1239"/>
                                        </p:tgtEl>
                                      </p:cBhvr>
                                    </p:animEffect>
                                    <p:set>
                                      <p:cBhvr>
                                        <p:cTn id="3830" dur="1" fill="hold">
                                          <p:stCondLst>
                                            <p:cond delay="499"/>
                                          </p:stCondLst>
                                        </p:cTn>
                                        <p:tgtEl>
                                          <p:spTgt spid="1239"/>
                                        </p:tgtEl>
                                        <p:attrNameLst>
                                          <p:attrName>style.visibility</p:attrName>
                                        </p:attrNameLst>
                                      </p:cBhvr>
                                      <p:to>
                                        <p:strVal val="hidden"/>
                                      </p:to>
                                    </p:set>
                                  </p:childTnLst>
                                </p:cTn>
                              </p:par>
                              <p:par>
                                <p:cTn id="3831" nodeType="withEffect" fill="hold" presetClass="exit" presetID="10">
                                  <p:stCondLst>
                                    <p:cond delay="0"/>
                                  </p:stCondLst>
                                  <p:childTnLst>
                                    <p:animEffect filter="fade" transition="out">
                                      <p:cBhvr additive="repl">
                                        <p:cTn id="3832" dur="500"/>
                                        <p:tgtEl>
                                          <p:spTgt spid="1238"/>
                                        </p:tgtEl>
                                      </p:cBhvr>
                                    </p:animEffect>
                                    <p:set>
                                      <p:cBhvr>
                                        <p:cTn id="3833" dur="1" fill="hold">
                                          <p:stCondLst>
                                            <p:cond delay="499"/>
                                          </p:stCondLst>
                                        </p:cTn>
                                        <p:tgtEl>
                                          <p:spTgt spid="1238"/>
                                        </p:tgtEl>
                                        <p:attrNameLst>
                                          <p:attrName>style.visibility</p:attrName>
                                        </p:attrNameLst>
                                      </p:cBhvr>
                                      <p:to>
                                        <p:strVal val="hidden"/>
                                      </p:to>
                                    </p:set>
                                  </p:childTnLst>
                                </p:cTn>
                              </p:par>
                              <p:par>
                                <p:cTn id="3834" nodeType="withEffect" fill="hold" presetClass="exit" presetID="10">
                                  <p:stCondLst>
                                    <p:cond delay="0"/>
                                  </p:stCondLst>
                                  <p:childTnLst>
                                    <p:animEffect filter="fade" transition="out">
                                      <p:cBhvr additive="repl">
                                        <p:cTn id="3835" dur="500"/>
                                        <p:tgtEl>
                                          <p:spTgt spid="1243"/>
                                        </p:tgtEl>
                                      </p:cBhvr>
                                    </p:animEffect>
                                    <p:set>
                                      <p:cBhvr>
                                        <p:cTn id="3836" dur="1" fill="hold">
                                          <p:stCondLst>
                                            <p:cond delay="499"/>
                                          </p:stCondLst>
                                        </p:cTn>
                                        <p:tgtEl>
                                          <p:spTgt spid="1243"/>
                                        </p:tgtEl>
                                        <p:attrNameLst>
                                          <p:attrName>style.visibility</p:attrName>
                                        </p:attrNameLst>
                                      </p:cBhvr>
                                      <p:to>
                                        <p:strVal val="hidden"/>
                                      </p:to>
                                    </p:set>
                                  </p:childTnLst>
                                </p:cTn>
                              </p:par>
                              <p:par>
                                <p:cTn id="3837" nodeType="withEffect" fill="hold" presetClass="exit" presetID="10">
                                  <p:stCondLst>
                                    <p:cond delay="0"/>
                                  </p:stCondLst>
                                  <p:childTnLst>
                                    <p:animEffect filter="fade" transition="out">
                                      <p:cBhvr additive="repl">
                                        <p:cTn id="3838" dur="500"/>
                                        <p:tgtEl>
                                          <p:spTgt spid="1242"/>
                                        </p:tgtEl>
                                      </p:cBhvr>
                                    </p:animEffect>
                                    <p:set>
                                      <p:cBhvr>
                                        <p:cTn id="3839" dur="1" fill="hold">
                                          <p:stCondLst>
                                            <p:cond delay="499"/>
                                          </p:stCondLst>
                                        </p:cTn>
                                        <p:tgtEl>
                                          <p:spTgt spid="1242"/>
                                        </p:tgtEl>
                                        <p:attrNameLst>
                                          <p:attrName>style.visibility</p:attrName>
                                        </p:attrNameLst>
                                      </p:cBhvr>
                                      <p:to>
                                        <p:strVal val="hidden"/>
                                      </p:to>
                                    </p:set>
                                  </p:childTnLst>
                                </p:cTn>
                              </p:par>
                              <p:par>
                                <p:cTn id="3840" nodeType="withEffect" fill="hold" presetClass="exit" presetID="10">
                                  <p:stCondLst>
                                    <p:cond delay="0"/>
                                  </p:stCondLst>
                                  <p:childTnLst>
                                    <p:animEffect filter="fade" transition="out">
                                      <p:cBhvr additive="repl">
                                        <p:cTn id="3841" dur="500"/>
                                        <p:tgtEl>
                                          <p:spTgt spid="1247"/>
                                        </p:tgtEl>
                                      </p:cBhvr>
                                    </p:animEffect>
                                    <p:set>
                                      <p:cBhvr>
                                        <p:cTn id="3842" dur="1" fill="hold">
                                          <p:stCondLst>
                                            <p:cond delay="499"/>
                                          </p:stCondLst>
                                        </p:cTn>
                                        <p:tgtEl>
                                          <p:spTgt spid="1247"/>
                                        </p:tgtEl>
                                        <p:attrNameLst>
                                          <p:attrName>style.visibility</p:attrName>
                                        </p:attrNameLst>
                                      </p:cBhvr>
                                      <p:to>
                                        <p:strVal val="hidden"/>
                                      </p:to>
                                    </p:set>
                                  </p:childTnLst>
                                </p:cTn>
                              </p:par>
                              <p:par>
                                <p:cTn id="3843" nodeType="withEffect" fill="hold" presetClass="exit" presetID="10">
                                  <p:stCondLst>
                                    <p:cond delay="0"/>
                                  </p:stCondLst>
                                  <p:childTnLst>
                                    <p:animEffect filter="fade" transition="out">
                                      <p:cBhvr additive="repl">
                                        <p:cTn id="3844" dur="500"/>
                                        <p:tgtEl>
                                          <p:spTgt spid="1246"/>
                                        </p:tgtEl>
                                      </p:cBhvr>
                                    </p:animEffect>
                                    <p:set>
                                      <p:cBhvr>
                                        <p:cTn id="3845" dur="1" fill="hold">
                                          <p:stCondLst>
                                            <p:cond delay="499"/>
                                          </p:stCondLst>
                                        </p:cTn>
                                        <p:tgtEl>
                                          <p:spTgt spid="12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846" restart="whenNotActive" nodeType="interactiveSeq" fill="hold">
                <p:stCondLst>
                  <p:cond delay="0" evt="onClick">
                    <p:tgtEl>
                      <p:spTgt spid="1235"/>
                    </p:tgtEl>
                  </p:cond>
                </p:stCondLst>
                <p:childTnLst>
                  <p:par>
                    <p:cTn id="3847" fill="hold">
                      <p:stCondLst>
                        <p:cond delay="0" evt="onClick">
                          <p:tgtEl>
                            <p:spTgt spid="1235"/>
                          </p:tgtEl>
                        </p:cond>
                      </p:stCondLst>
                      <p:childTnLst>
                        <p:par>
                          <p:cTn id="3848" fill="hold">
                            <p:stCondLst>
                              <p:cond delay="0"/>
                            </p:stCondLst>
                            <p:childTnLst>
                              <p:par>
                                <p:cTn id="3849" nodeType="clickEffect" fill="hold" presetClass="exit" presetID="9">
                                  <p:stCondLst>
                                    <p:cond delay="0"/>
                                  </p:stCondLst>
                                  <p:childTnLst>
                                    <p:animEffect filter="dissolve" transition="out">
                                      <p:cBhvr additive="repl">
                                        <p:cTn id="3850" dur="500"/>
                                        <p:tgtEl>
                                          <p:spTgt spid="1235"/>
                                        </p:tgtEl>
                                      </p:cBhvr>
                                    </p:animEffect>
                                    <p:set>
                                      <p:cBhvr>
                                        <p:cTn id="3851" dur="1" fill="hold">
                                          <p:stCondLst>
                                            <p:cond delay="499"/>
                                          </p:stCondLst>
                                        </p:cTn>
                                        <p:tgtEl>
                                          <p:spTgt spid="1235"/>
                                        </p:tgtEl>
                                        <p:attrNameLst>
                                          <p:attrName>style.visibility</p:attrName>
                                        </p:attrNameLst>
                                      </p:cBhvr>
                                      <p:to>
                                        <p:strVal val="hidden"/>
                                      </p:to>
                                    </p:set>
                                  </p:childTnLst>
                                </p:cTn>
                              </p:par>
                              <p:par>
                                <p:cTn id="3852" nodeType="withEffect" fill="hold" presetClass="exit" presetID="9">
                                  <p:stCondLst>
                                    <p:cond delay="0"/>
                                  </p:stCondLst>
                                  <p:childTnLst>
                                    <p:animEffect filter="dissolve" transition="out">
                                      <p:cBhvr additive="repl">
                                        <p:cTn id="3853" dur="500"/>
                                        <p:tgtEl>
                                          <p:spTgt spid="1234"/>
                                        </p:tgtEl>
                                      </p:cBhvr>
                                    </p:animEffect>
                                    <p:set>
                                      <p:cBhvr>
                                        <p:cTn id="3854" dur="1" fill="hold">
                                          <p:stCondLst>
                                            <p:cond delay="499"/>
                                          </p:stCondLst>
                                        </p:cTn>
                                        <p:tgtEl>
                                          <p:spTgt spid="1234"/>
                                        </p:tgtEl>
                                        <p:attrNameLst>
                                          <p:attrName>style.visibility</p:attrName>
                                        </p:attrNameLst>
                                      </p:cBhvr>
                                      <p:to>
                                        <p:strVal val="hidden"/>
                                      </p:to>
                                    </p:set>
                                  </p:childTnLst>
                                </p:cTn>
                              </p:par>
                              <p:par>
                                <p:cTn id="3855" nodeType="withEffect" fill="hold" presetClass="emph" presetID="1" presetSubtype="2">
                                  <p:stCondLst>
                                    <p:cond delay="0"/>
                                  </p:stCondLst>
                                  <p:childTnLst>
                                    <p:animClr clrSpc="rgb">
                                      <p:cBhvr>
                                        <p:cTn id="3856" dur="500" fill="hold"/>
                                        <p:tgtEl>
                                          <p:spTgt spid="1233"/>
                                        </p:tgtEl>
                                        <p:attrNameLst>
                                          <p:attrName>fillcolor</p:attrName>
                                        </p:attrNameLst>
                                      </p:cBhvr>
                                      <p:to>
                                        <a:srgbClr val="95b3d7"/>
                                      </p:to>
                                    </p:animClr>
                                    <p:set>
                                      <p:cBhvr>
                                        <p:cTn id="3857" dur="500" fill="hold"/>
                                        <p:tgtEl>
                                          <p:spTgt spid="1233"/>
                                        </p:tgtEl>
                                        <p:attrNameLst>
                                          <p:attrName>fill.type</p:attrName>
                                        </p:attrNameLst>
                                      </p:cBhvr>
                                      <p:to>
                                        <p:strVal val="solid"/>
                                      </p:to>
                                    </p:set>
                                    <p:set>
                                      <p:cBhvr>
                                        <p:cTn id="3858" dur="500" fill="hold"/>
                                        <p:tgtEl>
                                          <p:spTgt spid="123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859" restart="whenNotActive" nodeType="interactiveSeq" fill="hold">
                <p:stCondLst>
                  <p:cond delay="0" evt="onClick">
                    <p:tgtEl>
                      <p:spTgt spid="1236"/>
                    </p:tgtEl>
                  </p:cond>
                </p:stCondLst>
                <p:childTnLst>
                  <p:par>
                    <p:cTn id="3860" fill="hold">
                      <p:stCondLst>
                        <p:cond delay="0" evt="onClick">
                          <p:tgtEl>
                            <p:spTgt spid="1236"/>
                          </p:tgtEl>
                        </p:cond>
                      </p:stCondLst>
                      <p:childTnLst>
                        <p:par>
                          <p:cTn id="3861" fill="hold">
                            <p:stCondLst>
                              <p:cond delay="0"/>
                            </p:stCondLst>
                            <p:childTnLst>
                              <p:par>
                                <p:cTn id="3862" nodeType="clickEffect" fill="hold" presetClass="entr" presetID="16" presetSubtype="21">
                                  <p:stCondLst>
                                    <p:cond delay="0"/>
                                  </p:stCondLst>
                                  <p:childTnLst>
                                    <p:set>
                                      <p:cBhvr>
                                        <p:cTn id="3863" dur="1" fill="hold">
                                          <p:stCondLst>
                                            <p:cond delay="0"/>
                                          </p:stCondLst>
                                        </p:cTn>
                                        <p:tgtEl>
                                          <p:spTgt spid="1239"/>
                                        </p:tgtEl>
                                        <p:attrNameLst>
                                          <p:attrName>style.visibility</p:attrName>
                                        </p:attrNameLst>
                                      </p:cBhvr>
                                      <p:to>
                                        <p:strVal val="visible"/>
                                      </p:to>
                                    </p:set>
                                    <p:animEffect filter="barn(inVertical)" transition="in">
                                      <p:cBhvr additive="repl">
                                        <p:cTn id="3864" dur="500"/>
                                        <p:tgtEl>
                                          <p:spTgt spid="1239"/>
                                        </p:tgtEl>
                                      </p:cBhvr>
                                    </p:animEffect>
                                  </p:childTnLst>
                                </p:cTn>
                              </p:par>
                              <p:par>
                                <p:cTn id="3865" nodeType="withEffect" fill="hold" presetClass="entr" presetID="16" presetSubtype="21">
                                  <p:stCondLst>
                                    <p:cond delay="0"/>
                                  </p:stCondLst>
                                  <p:childTnLst>
                                    <p:set>
                                      <p:cBhvr>
                                        <p:cTn id="3866" dur="1" fill="hold">
                                          <p:stCondLst>
                                            <p:cond delay="0"/>
                                          </p:stCondLst>
                                        </p:cTn>
                                        <p:tgtEl>
                                          <p:spTgt spid="1238"/>
                                        </p:tgtEl>
                                        <p:attrNameLst>
                                          <p:attrName>style.visibility</p:attrName>
                                        </p:attrNameLst>
                                      </p:cBhvr>
                                      <p:to>
                                        <p:strVal val="visible"/>
                                      </p:to>
                                    </p:set>
                                    <p:animEffect filter="barn(inVertical)" transition="in">
                                      <p:cBhvr additive="repl">
                                        <p:cTn id="3867" dur="500"/>
                                        <p:tgtEl>
                                          <p:spTgt spid="1238"/>
                                        </p:tgtEl>
                                      </p:cBhvr>
                                    </p:animEffect>
                                  </p:childTnLst>
                                </p:cTn>
                              </p:par>
                              <p:par>
                                <p:cTn id="3868" nodeType="withEffect" fill="hold" presetClass="emph" presetID="1" presetSubtype="2">
                                  <p:stCondLst>
                                    <p:cond delay="0"/>
                                  </p:stCondLst>
                                  <p:childTnLst>
                                    <p:animClr clrSpc="rgb">
                                      <p:cBhvr>
                                        <p:cTn id="3869" dur="500" fill="hold"/>
                                        <p:tgtEl>
                                          <p:spTgt spid="1237"/>
                                        </p:tgtEl>
                                        <p:attrNameLst>
                                          <p:attrName>fillcolor</p:attrName>
                                        </p:attrNameLst>
                                      </p:cBhvr>
                                      <p:to>
                                        <a:srgbClr val="8a80e4"/>
                                      </p:to>
                                    </p:animClr>
                                    <p:set>
                                      <p:cBhvr>
                                        <p:cTn id="3870" dur="500" fill="hold"/>
                                        <p:tgtEl>
                                          <p:spTgt spid="1237"/>
                                        </p:tgtEl>
                                        <p:attrNameLst>
                                          <p:attrName>fill.type</p:attrName>
                                        </p:attrNameLst>
                                      </p:cBhvr>
                                      <p:to>
                                        <p:strVal val="solid"/>
                                      </p:to>
                                    </p:set>
                                    <p:set>
                                      <p:cBhvr>
                                        <p:cTn id="3871" dur="500" fill="hold"/>
                                        <p:tgtEl>
                                          <p:spTgt spid="1237"/>
                                        </p:tgtEl>
                                        <p:attrNameLst>
                                          <p:attrName>fill.on</p:attrName>
                                        </p:attrNameLst>
                                      </p:cBhvr>
                                      <p:to>
                                        <p:strVal val="true"/>
                                      </p:to>
                                    </p:set>
                                  </p:childTnLst>
                                </p:cTn>
                              </p:par>
                              <p:par>
                                <p:cTn id="3872" nodeType="withEffect" fill="hold" presetClass="emph" presetID="1" presetSubtype="2">
                                  <p:stCondLst>
                                    <p:cond delay="0"/>
                                  </p:stCondLst>
                                  <p:childTnLst>
                                    <p:animClr clrSpc="rgb">
                                      <p:cBhvr>
                                        <p:cTn id="3873" dur="500" fill="hold"/>
                                        <p:tgtEl>
                                          <p:spTgt spid="1233"/>
                                        </p:tgtEl>
                                        <p:attrNameLst>
                                          <p:attrName>fillcolor</p:attrName>
                                        </p:attrNameLst>
                                      </p:cBhvr>
                                      <p:to>
                                        <a:srgbClr val="95b3d7"/>
                                      </p:to>
                                    </p:animClr>
                                    <p:set>
                                      <p:cBhvr>
                                        <p:cTn id="3874" dur="500" fill="hold"/>
                                        <p:tgtEl>
                                          <p:spTgt spid="1233"/>
                                        </p:tgtEl>
                                        <p:attrNameLst>
                                          <p:attrName>fill.type</p:attrName>
                                        </p:attrNameLst>
                                      </p:cBhvr>
                                      <p:to>
                                        <p:strVal val="solid"/>
                                      </p:to>
                                    </p:set>
                                    <p:set>
                                      <p:cBhvr>
                                        <p:cTn id="3875" dur="500" fill="hold"/>
                                        <p:tgtEl>
                                          <p:spTgt spid="1233"/>
                                        </p:tgtEl>
                                        <p:attrNameLst>
                                          <p:attrName>fill.on</p:attrName>
                                        </p:attrNameLst>
                                      </p:cBhvr>
                                      <p:to>
                                        <p:strVal val="true"/>
                                      </p:to>
                                    </p:set>
                                  </p:childTnLst>
                                </p:cTn>
                              </p:par>
                              <p:par>
                                <p:cTn id="3876" nodeType="withEffect" fill="hold" presetClass="emph" presetID="1" presetSubtype="2">
                                  <p:stCondLst>
                                    <p:cond delay="0"/>
                                  </p:stCondLst>
                                  <p:childTnLst>
                                    <p:animClr clrSpc="rgb">
                                      <p:cBhvr>
                                        <p:cTn id="3877" dur="500" fill="hold"/>
                                        <p:tgtEl>
                                          <p:spTgt spid="1241"/>
                                        </p:tgtEl>
                                        <p:attrNameLst>
                                          <p:attrName>fillcolor</p:attrName>
                                        </p:attrNameLst>
                                      </p:cBhvr>
                                      <p:to>
                                        <a:srgbClr val="95b3d7"/>
                                      </p:to>
                                    </p:animClr>
                                    <p:set>
                                      <p:cBhvr>
                                        <p:cTn id="3878" dur="500" fill="hold"/>
                                        <p:tgtEl>
                                          <p:spTgt spid="1241"/>
                                        </p:tgtEl>
                                        <p:attrNameLst>
                                          <p:attrName>fill.type</p:attrName>
                                        </p:attrNameLst>
                                      </p:cBhvr>
                                      <p:to>
                                        <p:strVal val="solid"/>
                                      </p:to>
                                    </p:set>
                                    <p:set>
                                      <p:cBhvr>
                                        <p:cTn id="3879" dur="500" fill="hold"/>
                                        <p:tgtEl>
                                          <p:spTgt spid="1241"/>
                                        </p:tgtEl>
                                        <p:attrNameLst>
                                          <p:attrName>fill.on</p:attrName>
                                        </p:attrNameLst>
                                      </p:cBhvr>
                                      <p:to>
                                        <p:strVal val="true"/>
                                      </p:to>
                                    </p:set>
                                  </p:childTnLst>
                                </p:cTn>
                              </p:par>
                              <p:par>
                                <p:cTn id="3880" nodeType="withEffect" fill="hold" presetClass="emph" presetID="1" presetSubtype="2">
                                  <p:stCondLst>
                                    <p:cond delay="0"/>
                                  </p:stCondLst>
                                  <p:childTnLst>
                                    <p:animClr clrSpc="rgb">
                                      <p:cBhvr>
                                        <p:cTn id="3881" dur="500" fill="hold"/>
                                        <p:tgtEl>
                                          <p:spTgt spid="1245"/>
                                        </p:tgtEl>
                                        <p:attrNameLst>
                                          <p:attrName>fillcolor</p:attrName>
                                        </p:attrNameLst>
                                      </p:cBhvr>
                                      <p:to>
                                        <a:srgbClr val="95b3d7"/>
                                      </p:to>
                                    </p:animClr>
                                    <p:set>
                                      <p:cBhvr>
                                        <p:cTn id="3882" dur="500" fill="hold"/>
                                        <p:tgtEl>
                                          <p:spTgt spid="1245"/>
                                        </p:tgtEl>
                                        <p:attrNameLst>
                                          <p:attrName>fill.type</p:attrName>
                                        </p:attrNameLst>
                                      </p:cBhvr>
                                      <p:to>
                                        <p:strVal val="solid"/>
                                      </p:to>
                                    </p:set>
                                    <p:set>
                                      <p:cBhvr>
                                        <p:cTn id="3883" dur="500" fill="hold"/>
                                        <p:tgtEl>
                                          <p:spTgt spid="1245"/>
                                        </p:tgtEl>
                                        <p:attrNameLst>
                                          <p:attrName>fill.on</p:attrName>
                                        </p:attrNameLst>
                                      </p:cBhvr>
                                      <p:to>
                                        <p:strVal val="true"/>
                                      </p:to>
                                    </p:set>
                                  </p:childTnLst>
                                </p:cTn>
                              </p:par>
                              <p:par>
                                <p:cTn id="3884" nodeType="withEffect" fill="hold" presetClass="exit" presetID="10">
                                  <p:stCondLst>
                                    <p:cond delay="0"/>
                                  </p:stCondLst>
                                  <p:childTnLst>
                                    <p:animEffect filter="fade" transition="out">
                                      <p:cBhvr additive="repl">
                                        <p:cTn id="3885" dur="500"/>
                                        <p:tgtEl>
                                          <p:spTgt spid="1235"/>
                                        </p:tgtEl>
                                      </p:cBhvr>
                                    </p:animEffect>
                                    <p:set>
                                      <p:cBhvr>
                                        <p:cTn id="3886" dur="1" fill="hold">
                                          <p:stCondLst>
                                            <p:cond delay="499"/>
                                          </p:stCondLst>
                                        </p:cTn>
                                        <p:tgtEl>
                                          <p:spTgt spid="1235"/>
                                        </p:tgtEl>
                                        <p:attrNameLst>
                                          <p:attrName>style.visibility</p:attrName>
                                        </p:attrNameLst>
                                      </p:cBhvr>
                                      <p:to>
                                        <p:strVal val="hidden"/>
                                      </p:to>
                                    </p:set>
                                  </p:childTnLst>
                                </p:cTn>
                              </p:par>
                              <p:par>
                                <p:cTn id="3887" nodeType="withEffect" fill="hold" presetClass="exit" presetID="10">
                                  <p:stCondLst>
                                    <p:cond delay="0"/>
                                  </p:stCondLst>
                                  <p:childTnLst>
                                    <p:animEffect filter="fade" transition="out">
                                      <p:cBhvr additive="repl">
                                        <p:cTn id="3888" dur="500"/>
                                        <p:tgtEl>
                                          <p:spTgt spid="1234"/>
                                        </p:tgtEl>
                                      </p:cBhvr>
                                    </p:animEffect>
                                    <p:set>
                                      <p:cBhvr>
                                        <p:cTn id="3889" dur="1" fill="hold">
                                          <p:stCondLst>
                                            <p:cond delay="499"/>
                                          </p:stCondLst>
                                        </p:cTn>
                                        <p:tgtEl>
                                          <p:spTgt spid="1234"/>
                                        </p:tgtEl>
                                        <p:attrNameLst>
                                          <p:attrName>style.visibility</p:attrName>
                                        </p:attrNameLst>
                                      </p:cBhvr>
                                      <p:to>
                                        <p:strVal val="hidden"/>
                                      </p:to>
                                    </p:set>
                                  </p:childTnLst>
                                </p:cTn>
                              </p:par>
                              <p:par>
                                <p:cTn id="3890" nodeType="withEffect" fill="hold" presetClass="exit" presetID="10">
                                  <p:stCondLst>
                                    <p:cond delay="0"/>
                                  </p:stCondLst>
                                  <p:childTnLst>
                                    <p:animEffect filter="fade" transition="out">
                                      <p:cBhvr additive="repl">
                                        <p:cTn id="3891" dur="500"/>
                                        <p:tgtEl>
                                          <p:spTgt spid="1243"/>
                                        </p:tgtEl>
                                      </p:cBhvr>
                                    </p:animEffect>
                                    <p:set>
                                      <p:cBhvr>
                                        <p:cTn id="3892" dur="1" fill="hold">
                                          <p:stCondLst>
                                            <p:cond delay="499"/>
                                          </p:stCondLst>
                                        </p:cTn>
                                        <p:tgtEl>
                                          <p:spTgt spid="1243"/>
                                        </p:tgtEl>
                                        <p:attrNameLst>
                                          <p:attrName>style.visibility</p:attrName>
                                        </p:attrNameLst>
                                      </p:cBhvr>
                                      <p:to>
                                        <p:strVal val="hidden"/>
                                      </p:to>
                                    </p:set>
                                  </p:childTnLst>
                                </p:cTn>
                              </p:par>
                              <p:par>
                                <p:cTn id="3893" nodeType="withEffect" fill="hold" presetClass="exit" presetID="10">
                                  <p:stCondLst>
                                    <p:cond delay="0"/>
                                  </p:stCondLst>
                                  <p:childTnLst>
                                    <p:animEffect filter="fade" transition="out">
                                      <p:cBhvr additive="repl">
                                        <p:cTn id="3894" dur="500"/>
                                        <p:tgtEl>
                                          <p:spTgt spid="1242"/>
                                        </p:tgtEl>
                                      </p:cBhvr>
                                    </p:animEffect>
                                    <p:set>
                                      <p:cBhvr>
                                        <p:cTn id="3895" dur="1" fill="hold">
                                          <p:stCondLst>
                                            <p:cond delay="499"/>
                                          </p:stCondLst>
                                        </p:cTn>
                                        <p:tgtEl>
                                          <p:spTgt spid="1242"/>
                                        </p:tgtEl>
                                        <p:attrNameLst>
                                          <p:attrName>style.visibility</p:attrName>
                                        </p:attrNameLst>
                                      </p:cBhvr>
                                      <p:to>
                                        <p:strVal val="hidden"/>
                                      </p:to>
                                    </p:set>
                                  </p:childTnLst>
                                </p:cTn>
                              </p:par>
                              <p:par>
                                <p:cTn id="3896" nodeType="withEffect" fill="hold" presetClass="exit" presetID="10">
                                  <p:stCondLst>
                                    <p:cond delay="0"/>
                                  </p:stCondLst>
                                  <p:childTnLst>
                                    <p:animEffect filter="fade" transition="out">
                                      <p:cBhvr additive="repl">
                                        <p:cTn id="3897" dur="500"/>
                                        <p:tgtEl>
                                          <p:spTgt spid="1247"/>
                                        </p:tgtEl>
                                      </p:cBhvr>
                                    </p:animEffect>
                                    <p:set>
                                      <p:cBhvr>
                                        <p:cTn id="3898" dur="1" fill="hold">
                                          <p:stCondLst>
                                            <p:cond delay="499"/>
                                          </p:stCondLst>
                                        </p:cTn>
                                        <p:tgtEl>
                                          <p:spTgt spid="1247"/>
                                        </p:tgtEl>
                                        <p:attrNameLst>
                                          <p:attrName>style.visibility</p:attrName>
                                        </p:attrNameLst>
                                      </p:cBhvr>
                                      <p:to>
                                        <p:strVal val="hidden"/>
                                      </p:to>
                                    </p:set>
                                  </p:childTnLst>
                                </p:cTn>
                              </p:par>
                              <p:par>
                                <p:cTn id="3899" nodeType="withEffect" fill="hold" presetClass="exit" presetID="10">
                                  <p:stCondLst>
                                    <p:cond delay="0"/>
                                  </p:stCondLst>
                                  <p:childTnLst>
                                    <p:animEffect filter="fade" transition="out">
                                      <p:cBhvr additive="repl">
                                        <p:cTn id="3900" dur="500"/>
                                        <p:tgtEl>
                                          <p:spTgt spid="1246"/>
                                        </p:tgtEl>
                                      </p:cBhvr>
                                    </p:animEffect>
                                    <p:set>
                                      <p:cBhvr>
                                        <p:cTn id="3901" dur="1" fill="hold">
                                          <p:stCondLst>
                                            <p:cond delay="499"/>
                                          </p:stCondLst>
                                        </p:cTn>
                                        <p:tgtEl>
                                          <p:spTgt spid="12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902" restart="whenNotActive" nodeType="interactiveSeq" fill="hold">
                <p:stCondLst>
                  <p:cond delay="0" evt="onClick">
                    <p:tgtEl>
                      <p:spTgt spid="1239"/>
                    </p:tgtEl>
                  </p:cond>
                </p:stCondLst>
                <p:childTnLst>
                  <p:par>
                    <p:cTn id="3903" fill="hold">
                      <p:stCondLst>
                        <p:cond delay="0" evt="onClick">
                          <p:tgtEl>
                            <p:spTgt spid="1239"/>
                          </p:tgtEl>
                        </p:cond>
                      </p:stCondLst>
                      <p:childTnLst>
                        <p:par>
                          <p:cTn id="3904" fill="hold">
                            <p:stCondLst>
                              <p:cond delay="0"/>
                            </p:stCondLst>
                            <p:childTnLst>
                              <p:par>
                                <p:cTn id="3905" nodeType="clickEffect" fill="hold" presetClass="exit" presetID="9">
                                  <p:stCondLst>
                                    <p:cond delay="0"/>
                                  </p:stCondLst>
                                  <p:childTnLst>
                                    <p:animEffect filter="dissolve" transition="out">
                                      <p:cBhvr additive="repl">
                                        <p:cTn id="3906" dur="500"/>
                                        <p:tgtEl>
                                          <p:spTgt spid="1239"/>
                                        </p:tgtEl>
                                      </p:cBhvr>
                                    </p:animEffect>
                                    <p:set>
                                      <p:cBhvr>
                                        <p:cTn id="3907" dur="1" fill="hold">
                                          <p:stCondLst>
                                            <p:cond delay="499"/>
                                          </p:stCondLst>
                                        </p:cTn>
                                        <p:tgtEl>
                                          <p:spTgt spid="1239"/>
                                        </p:tgtEl>
                                        <p:attrNameLst>
                                          <p:attrName>style.visibility</p:attrName>
                                        </p:attrNameLst>
                                      </p:cBhvr>
                                      <p:to>
                                        <p:strVal val="hidden"/>
                                      </p:to>
                                    </p:set>
                                  </p:childTnLst>
                                </p:cTn>
                              </p:par>
                              <p:par>
                                <p:cTn id="3908" nodeType="withEffect" fill="hold" presetClass="exit" presetID="9">
                                  <p:stCondLst>
                                    <p:cond delay="0"/>
                                  </p:stCondLst>
                                  <p:childTnLst>
                                    <p:animEffect filter="dissolve" transition="out">
                                      <p:cBhvr additive="repl">
                                        <p:cTn id="3909" dur="500"/>
                                        <p:tgtEl>
                                          <p:spTgt spid="1238"/>
                                        </p:tgtEl>
                                      </p:cBhvr>
                                    </p:animEffect>
                                    <p:set>
                                      <p:cBhvr>
                                        <p:cTn id="3910" dur="1" fill="hold">
                                          <p:stCondLst>
                                            <p:cond delay="499"/>
                                          </p:stCondLst>
                                        </p:cTn>
                                        <p:tgtEl>
                                          <p:spTgt spid="1238"/>
                                        </p:tgtEl>
                                        <p:attrNameLst>
                                          <p:attrName>style.visibility</p:attrName>
                                        </p:attrNameLst>
                                      </p:cBhvr>
                                      <p:to>
                                        <p:strVal val="hidden"/>
                                      </p:to>
                                    </p:set>
                                  </p:childTnLst>
                                </p:cTn>
                              </p:par>
                              <p:par>
                                <p:cTn id="3911" nodeType="withEffect" fill="hold" presetClass="emph" presetID="1" presetSubtype="2">
                                  <p:stCondLst>
                                    <p:cond delay="0"/>
                                  </p:stCondLst>
                                  <p:childTnLst>
                                    <p:animClr clrSpc="rgb">
                                      <p:cBhvr>
                                        <p:cTn id="3912" dur="500" fill="hold"/>
                                        <p:tgtEl>
                                          <p:spTgt spid="1237"/>
                                        </p:tgtEl>
                                        <p:attrNameLst>
                                          <p:attrName>fillcolor</p:attrName>
                                        </p:attrNameLst>
                                      </p:cBhvr>
                                      <p:to>
                                        <a:srgbClr val="95b3d7"/>
                                      </p:to>
                                    </p:animClr>
                                    <p:set>
                                      <p:cBhvr>
                                        <p:cTn id="3913" dur="500" fill="hold"/>
                                        <p:tgtEl>
                                          <p:spTgt spid="1237"/>
                                        </p:tgtEl>
                                        <p:attrNameLst>
                                          <p:attrName>fill.type</p:attrName>
                                        </p:attrNameLst>
                                      </p:cBhvr>
                                      <p:to>
                                        <p:strVal val="solid"/>
                                      </p:to>
                                    </p:set>
                                    <p:set>
                                      <p:cBhvr>
                                        <p:cTn id="3914" dur="500" fill="hold"/>
                                        <p:tgtEl>
                                          <p:spTgt spid="123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915" restart="whenNotActive" nodeType="interactiveSeq" fill="hold">
                <p:stCondLst>
                  <p:cond delay="0" evt="onClick">
                    <p:tgtEl>
                      <p:spTgt spid="1240"/>
                    </p:tgtEl>
                  </p:cond>
                </p:stCondLst>
                <p:childTnLst>
                  <p:par>
                    <p:cTn id="3916" fill="hold">
                      <p:stCondLst>
                        <p:cond delay="0" evt="onClick">
                          <p:tgtEl>
                            <p:spTgt spid="1240"/>
                          </p:tgtEl>
                        </p:cond>
                      </p:stCondLst>
                      <p:childTnLst>
                        <p:par>
                          <p:cTn id="3917" fill="hold">
                            <p:stCondLst>
                              <p:cond delay="0"/>
                            </p:stCondLst>
                            <p:childTnLst>
                              <p:par>
                                <p:cTn id="3918" nodeType="clickEffect" fill="hold" presetClass="entr" presetID="16" presetSubtype="21">
                                  <p:stCondLst>
                                    <p:cond delay="0"/>
                                  </p:stCondLst>
                                  <p:childTnLst>
                                    <p:set>
                                      <p:cBhvr>
                                        <p:cTn id="3919" dur="1" fill="hold">
                                          <p:stCondLst>
                                            <p:cond delay="0"/>
                                          </p:stCondLst>
                                        </p:cTn>
                                        <p:tgtEl>
                                          <p:spTgt spid="1243"/>
                                        </p:tgtEl>
                                        <p:attrNameLst>
                                          <p:attrName>style.visibility</p:attrName>
                                        </p:attrNameLst>
                                      </p:cBhvr>
                                      <p:to>
                                        <p:strVal val="visible"/>
                                      </p:to>
                                    </p:set>
                                    <p:animEffect filter="barn(inVertical)" transition="in">
                                      <p:cBhvr additive="repl">
                                        <p:cTn id="3920" dur="500"/>
                                        <p:tgtEl>
                                          <p:spTgt spid="1243"/>
                                        </p:tgtEl>
                                      </p:cBhvr>
                                    </p:animEffect>
                                  </p:childTnLst>
                                </p:cTn>
                              </p:par>
                              <p:par>
                                <p:cTn id="3921" nodeType="withEffect" fill="hold" presetClass="entr" presetID="16" presetSubtype="21">
                                  <p:stCondLst>
                                    <p:cond delay="0"/>
                                  </p:stCondLst>
                                  <p:childTnLst>
                                    <p:set>
                                      <p:cBhvr>
                                        <p:cTn id="3922" dur="1" fill="hold">
                                          <p:stCondLst>
                                            <p:cond delay="0"/>
                                          </p:stCondLst>
                                        </p:cTn>
                                        <p:tgtEl>
                                          <p:spTgt spid="1242"/>
                                        </p:tgtEl>
                                        <p:attrNameLst>
                                          <p:attrName>style.visibility</p:attrName>
                                        </p:attrNameLst>
                                      </p:cBhvr>
                                      <p:to>
                                        <p:strVal val="visible"/>
                                      </p:to>
                                    </p:set>
                                    <p:animEffect filter="barn(inVertical)" transition="in">
                                      <p:cBhvr additive="repl">
                                        <p:cTn id="3923" dur="500"/>
                                        <p:tgtEl>
                                          <p:spTgt spid="1242"/>
                                        </p:tgtEl>
                                      </p:cBhvr>
                                    </p:animEffect>
                                  </p:childTnLst>
                                </p:cTn>
                              </p:par>
                              <p:par>
                                <p:cTn id="3924" nodeType="withEffect" fill="hold" presetClass="emph" presetID="1" presetSubtype="2">
                                  <p:stCondLst>
                                    <p:cond delay="0"/>
                                  </p:stCondLst>
                                  <p:childTnLst>
                                    <p:animClr clrSpc="rgb">
                                      <p:cBhvr>
                                        <p:cTn id="3925" dur="500" fill="hold"/>
                                        <p:tgtEl>
                                          <p:spTgt spid="1241"/>
                                        </p:tgtEl>
                                        <p:attrNameLst>
                                          <p:attrName>fillcolor</p:attrName>
                                        </p:attrNameLst>
                                      </p:cBhvr>
                                      <p:to>
                                        <a:srgbClr val="8a80e4"/>
                                      </p:to>
                                    </p:animClr>
                                    <p:set>
                                      <p:cBhvr>
                                        <p:cTn id="3926" dur="500" fill="hold"/>
                                        <p:tgtEl>
                                          <p:spTgt spid="1241"/>
                                        </p:tgtEl>
                                        <p:attrNameLst>
                                          <p:attrName>fill.type</p:attrName>
                                        </p:attrNameLst>
                                      </p:cBhvr>
                                      <p:to>
                                        <p:strVal val="solid"/>
                                      </p:to>
                                    </p:set>
                                    <p:set>
                                      <p:cBhvr>
                                        <p:cTn id="3927" dur="500" fill="hold"/>
                                        <p:tgtEl>
                                          <p:spTgt spid="1241"/>
                                        </p:tgtEl>
                                        <p:attrNameLst>
                                          <p:attrName>fill.on</p:attrName>
                                        </p:attrNameLst>
                                      </p:cBhvr>
                                      <p:to>
                                        <p:strVal val="true"/>
                                      </p:to>
                                    </p:set>
                                  </p:childTnLst>
                                </p:cTn>
                              </p:par>
                              <p:par>
                                <p:cTn id="3928" nodeType="withEffect" fill="hold" presetClass="emph" presetID="1" presetSubtype="2">
                                  <p:stCondLst>
                                    <p:cond delay="0"/>
                                  </p:stCondLst>
                                  <p:childTnLst>
                                    <p:animClr clrSpc="rgb">
                                      <p:cBhvr>
                                        <p:cTn id="3929" dur="500" fill="hold"/>
                                        <p:tgtEl>
                                          <p:spTgt spid="1233"/>
                                        </p:tgtEl>
                                        <p:attrNameLst>
                                          <p:attrName>fillcolor</p:attrName>
                                        </p:attrNameLst>
                                      </p:cBhvr>
                                      <p:to>
                                        <a:srgbClr val="95b3d7"/>
                                      </p:to>
                                    </p:animClr>
                                    <p:set>
                                      <p:cBhvr>
                                        <p:cTn id="3930" dur="500" fill="hold"/>
                                        <p:tgtEl>
                                          <p:spTgt spid="1233"/>
                                        </p:tgtEl>
                                        <p:attrNameLst>
                                          <p:attrName>fill.type</p:attrName>
                                        </p:attrNameLst>
                                      </p:cBhvr>
                                      <p:to>
                                        <p:strVal val="solid"/>
                                      </p:to>
                                    </p:set>
                                    <p:set>
                                      <p:cBhvr>
                                        <p:cTn id="3931" dur="500" fill="hold"/>
                                        <p:tgtEl>
                                          <p:spTgt spid="1233"/>
                                        </p:tgtEl>
                                        <p:attrNameLst>
                                          <p:attrName>fill.on</p:attrName>
                                        </p:attrNameLst>
                                      </p:cBhvr>
                                      <p:to>
                                        <p:strVal val="true"/>
                                      </p:to>
                                    </p:set>
                                  </p:childTnLst>
                                </p:cTn>
                              </p:par>
                              <p:par>
                                <p:cTn id="3932" nodeType="withEffect" fill="hold" presetClass="emph" presetID="1" presetSubtype="2">
                                  <p:stCondLst>
                                    <p:cond delay="0"/>
                                  </p:stCondLst>
                                  <p:childTnLst>
                                    <p:animClr clrSpc="rgb">
                                      <p:cBhvr>
                                        <p:cTn id="3933" dur="500" fill="hold"/>
                                        <p:tgtEl>
                                          <p:spTgt spid="1237"/>
                                        </p:tgtEl>
                                        <p:attrNameLst>
                                          <p:attrName>fillcolor</p:attrName>
                                        </p:attrNameLst>
                                      </p:cBhvr>
                                      <p:to>
                                        <a:srgbClr val="95b3d7"/>
                                      </p:to>
                                    </p:animClr>
                                    <p:set>
                                      <p:cBhvr>
                                        <p:cTn id="3934" dur="500" fill="hold"/>
                                        <p:tgtEl>
                                          <p:spTgt spid="1237"/>
                                        </p:tgtEl>
                                        <p:attrNameLst>
                                          <p:attrName>fill.type</p:attrName>
                                        </p:attrNameLst>
                                      </p:cBhvr>
                                      <p:to>
                                        <p:strVal val="solid"/>
                                      </p:to>
                                    </p:set>
                                    <p:set>
                                      <p:cBhvr>
                                        <p:cTn id="3935" dur="500" fill="hold"/>
                                        <p:tgtEl>
                                          <p:spTgt spid="1237"/>
                                        </p:tgtEl>
                                        <p:attrNameLst>
                                          <p:attrName>fill.on</p:attrName>
                                        </p:attrNameLst>
                                      </p:cBhvr>
                                      <p:to>
                                        <p:strVal val="true"/>
                                      </p:to>
                                    </p:set>
                                  </p:childTnLst>
                                </p:cTn>
                              </p:par>
                              <p:par>
                                <p:cTn id="3936" nodeType="withEffect" fill="hold" presetClass="emph" presetID="1" presetSubtype="2">
                                  <p:stCondLst>
                                    <p:cond delay="0"/>
                                  </p:stCondLst>
                                  <p:childTnLst>
                                    <p:animClr clrSpc="rgb">
                                      <p:cBhvr>
                                        <p:cTn id="3937" dur="500" fill="hold"/>
                                        <p:tgtEl>
                                          <p:spTgt spid="1245"/>
                                        </p:tgtEl>
                                        <p:attrNameLst>
                                          <p:attrName>fillcolor</p:attrName>
                                        </p:attrNameLst>
                                      </p:cBhvr>
                                      <p:to>
                                        <a:srgbClr val="95b3d7"/>
                                      </p:to>
                                    </p:animClr>
                                    <p:set>
                                      <p:cBhvr>
                                        <p:cTn id="3938" dur="500" fill="hold"/>
                                        <p:tgtEl>
                                          <p:spTgt spid="1245"/>
                                        </p:tgtEl>
                                        <p:attrNameLst>
                                          <p:attrName>fill.type</p:attrName>
                                        </p:attrNameLst>
                                      </p:cBhvr>
                                      <p:to>
                                        <p:strVal val="solid"/>
                                      </p:to>
                                    </p:set>
                                    <p:set>
                                      <p:cBhvr>
                                        <p:cTn id="3939" dur="500" fill="hold"/>
                                        <p:tgtEl>
                                          <p:spTgt spid="1245"/>
                                        </p:tgtEl>
                                        <p:attrNameLst>
                                          <p:attrName>fill.on</p:attrName>
                                        </p:attrNameLst>
                                      </p:cBhvr>
                                      <p:to>
                                        <p:strVal val="true"/>
                                      </p:to>
                                    </p:set>
                                  </p:childTnLst>
                                </p:cTn>
                              </p:par>
                              <p:par>
                                <p:cTn id="3940" nodeType="withEffect" fill="hold" presetClass="exit" presetID="10">
                                  <p:stCondLst>
                                    <p:cond delay="0"/>
                                  </p:stCondLst>
                                  <p:childTnLst>
                                    <p:animEffect filter="fade" transition="out">
                                      <p:cBhvr additive="repl">
                                        <p:cTn id="3941" dur="500"/>
                                        <p:tgtEl>
                                          <p:spTgt spid="1235"/>
                                        </p:tgtEl>
                                      </p:cBhvr>
                                    </p:animEffect>
                                    <p:set>
                                      <p:cBhvr>
                                        <p:cTn id="3942" dur="1" fill="hold">
                                          <p:stCondLst>
                                            <p:cond delay="499"/>
                                          </p:stCondLst>
                                        </p:cTn>
                                        <p:tgtEl>
                                          <p:spTgt spid="1235"/>
                                        </p:tgtEl>
                                        <p:attrNameLst>
                                          <p:attrName>style.visibility</p:attrName>
                                        </p:attrNameLst>
                                      </p:cBhvr>
                                      <p:to>
                                        <p:strVal val="hidden"/>
                                      </p:to>
                                    </p:set>
                                  </p:childTnLst>
                                </p:cTn>
                              </p:par>
                              <p:par>
                                <p:cTn id="3943" nodeType="withEffect" fill="hold" presetClass="exit" presetID="10">
                                  <p:stCondLst>
                                    <p:cond delay="0"/>
                                  </p:stCondLst>
                                  <p:childTnLst>
                                    <p:animEffect filter="fade" transition="out">
                                      <p:cBhvr additive="repl">
                                        <p:cTn id="3944" dur="500"/>
                                        <p:tgtEl>
                                          <p:spTgt spid="1234"/>
                                        </p:tgtEl>
                                      </p:cBhvr>
                                    </p:animEffect>
                                    <p:set>
                                      <p:cBhvr>
                                        <p:cTn id="3945" dur="1" fill="hold">
                                          <p:stCondLst>
                                            <p:cond delay="499"/>
                                          </p:stCondLst>
                                        </p:cTn>
                                        <p:tgtEl>
                                          <p:spTgt spid="1234"/>
                                        </p:tgtEl>
                                        <p:attrNameLst>
                                          <p:attrName>style.visibility</p:attrName>
                                        </p:attrNameLst>
                                      </p:cBhvr>
                                      <p:to>
                                        <p:strVal val="hidden"/>
                                      </p:to>
                                    </p:set>
                                  </p:childTnLst>
                                </p:cTn>
                              </p:par>
                              <p:par>
                                <p:cTn id="3946" nodeType="withEffect" fill="hold" presetClass="exit" presetID="10">
                                  <p:stCondLst>
                                    <p:cond delay="0"/>
                                  </p:stCondLst>
                                  <p:childTnLst>
                                    <p:animEffect filter="fade" transition="out">
                                      <p:cBhvr additive="repl">
                                        <p:cTn id="3947" dur="500"/>
                                        <p:tgtEl>
                                          <p:spTgt spid="1239"/>
                                        </p:tgtEl>
                                      </p:cBhvr>
                                    </p:animEffect>
                                    <p:set>
                                      <p:cBhvr>
                                        <p:cTn id="3948" dur="1" fill="hold">
                                          <p:stCondLst>
                                            <p:cond delay="499"/>
                                          </p:stCondLst>
                                        </p:cTn>
                                        <p:tgtEl>
                                          <p:spTgt spid="1239"/>
                                        </p:tgtEl>
                                        <p:attrNameLst>
                                          <p:attrName>style.visibility</p:attrName>
                                        </p:attrNameLst>
                                      </p:cBhvr>
                                      <p:to>
                                        <p:strVal val="hidden"/>
                                      </p:to>
                                    </p:set>
                                  </p:childTnLst>
                                </p:cTn>
                              </p:par>
                              <p:par>
                                <p:cTn id="3949" nodeType="withEffect" fill="hold" presetClass="exit" presetID="10">
                                  <p:stCondLst>
                                    <p:cond delay="0"/>
                                  </p:stCondLst>
                                  <p:childTnLst>
                                    <p:animEffect filter="fade" transition="out">
                                      <p:cBhvr additive="repl">
                                        <p:cTn id="3950" dur="500"/>
                                        <p:tgtEl>
                                          <p:spTgt spid="1238"/>
                                        </p:tgtEl>
                                      </p:cBhvr>
                                    </p:animEffect>
                                    <p:set>
                                      <p:cBhvr>
                                        <p:cTn id="3951" dur="1" fill="hold">
                                          <p:stCondLst>
                                            <p:cond delay="499"/>
                                          </p:stCondLst>
                                        </p:cTn>
                                        <p:tgtEl>
                                          <p:spTgt spid="1238"/>
                                        </p:tgtEl>
                                        <p:attrNameLst>
                                          <p:attrName>style.visibility</p:attrName>
                                        </p:attrNameLst>
                                      </p:cBhvr>
                                      <p:to>
                                        <p:strVal val="hidden"/>
                                      </p:to>
                                    </p:set>
                                  </p:childTnLst>
                                </p:cTn>
                              </p:par>
                              <p:par>
                                <p:cTn id="3952" nodeType="withEffect" fill="hold" presetClass="exit" presetID="10">
                                  <p:stCondLst>
                                    <p:cond delay="0"/>
                                  </p:stCondLst>
                                  <p:childTnLst>
                                    <p:animEffect filter="fade" transition="out">
                                      <p:cBhvr additive="repl">
                                        <p:cTn id="3953" dur="500"/>
                                        <p:tgtEl>
                                          <p:spTgt spid="1247"/>
                                        </p:tgtEl>
                                      </p:cBhvr>
                                    </p:animEffect>
                                    <p:set>
                                      <p:cBhvr>
                                        <p:cTn id="3954" dur="1" fill="hold">
                                          <p:stCondLst>
                                            <p:cond delay="499"/>
                                          </p:stCondLst>
                                        </p:cTn>
                                        <p:tgtEl>
                                          <p:spTgt spid="1247"/>
                                        </p:tgtEl>
                                        <p:attrNameLst>
                                          <p:attrName>style.visibility</p:attrName>
                                        </p:attrNameLst>
                                      </p:cBhvr>
                                      <p:to>
                                        <p:strVal val="hidden"/>
                                      </p:to>
                                    </p:set>
                                  </p:childTnLst>
                                </p:cTn>
                              </p:par>
                              <p:par>
                                <p:cTn id="3955" nodeType="withEffect" fill="hold" presetClass="exit" presetID="10">
                                  <p:stCondLst>
                                    <p:cond delay="0"/>
                                  </p:stCondLst>
                                  <p:childTnLst>
                                    <p:animEffect filter="fade" transition="out">
                                      <p:cBhvr additive="repl">
                                        <p:cTn id="3956" dur="500"/>
                                        <p:tgtEl>
                                          <p:spTgt spid="1246"/>
                                        </p:tgtEl>
                                      </p:cBhvr>
                                    </p:animEffect>
                                    <p:set>
                                      <p:cBhvr>
                                        <p:cTn id="3957" dur="1" fill="hold">
                                          <p:stCondLst>
                                            <p:cond delay="499"/>
                                          </p:stCondLst>
                                        </p:cTn>
                                        <p:tgtEl>
                                          <p:spTgt spid="12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3958" restart="whenNotActive" nodeType="interactiveSeq" fill="hold">
                <p:stCondLst>
                  <p:cond delay="0" evt="onClick">
                    <p:tgtEl>
                      <p:spTgt spid="1243"/>
                    </p:tgtEl>
                  </p:cond>
                </p:stCondLst>
                <p:childTnLst>
                  <p:par>
                    <p:cTn id="3959" fill="hold">
                      <p:stCondLst>
                        <p:cond delay="0" evt="onClick">
                          <p:tgtEl>
                            <p:spTgt spid="1243"/>
                          </p:tgtEl>
                        </p:cond>
                      </p:stCondLst>
                      <p:childTnLst>
                        <p:par>
                          <p:cTn id="3960" fill="hold">
                            <p:stCondLst>
                              <p:cond delay="0"/>
                            </p:stCondLst>
                            <p:childTnLst>
                              <p:par>
                                <p:cTn id="3961" nodeType="clickEffect" fill="hold" presetClass="exit" presetID="9">
                                  <p:stCondLst>
                                    <p:cond delay="0"/>
                                  </p:stCondLst>
                                  <p:childTnLst>
                                    <p:animEffect filter="dissolve" transition="out">
                                      <p:cBhvr additive="repl">
                                        <p:cTn id="3962" dur="500"/>
                                        <p:tgtEl>
                                          <p:spTgt spid="1243"/>
                                        </p:tgtEl>
                                      </p:cBhvr>
                                    </p:animEffect>
                                    <p:set>
                                      <p:cBhvr>
                                        <p:cTn id="3963" dur="1" fill="hold">
                                          <p:stCondLst>
                                            <p:cond delay="499"/>
                                          </p:stCondLst>
                                        </p:cTn>
                                        <p:tgtEl>
                                          <p:spTgt spid="1243"/>
                                        </p:tgtEl>
                                        <p:attrNameLst>
                                          <p:attrName>style.visibility</p:attrName>
                                        </p:attrNameLst>
                                      </p:cBhvr>
                                      <p:to>
                                        <p:strVal val="hidden"/>
                                      </p:to>
                                    </p:set>
                                  </p:childTnLst>
                                </p:cTn>
                              </p:par>
                              <p:par>
                                <p:cTn id="3964" nodeType="withEffect" fill="hold" presetClass="exit" presetID="9">
                                  <p:stCondLst>
                                    <p:cond delay="0"/>
                                  </p:stCondLst>
                                  <p:childTnLst>
                                    <p:animEffect filter="dissolve" transition="out">
                                      <p:cBhvr additive="repl">
                                        <p:cTn id="3965" dur="500"/>
                                        <p:tgtEl>
                                          <p:spTgt spid="1242"/>
                                        </p:tgtEl>
                                      </p:cBhvr>
                                    </p:animEffect>
                                    <p:set>
                                      <p:cBhvr>
                                        <p:cTn id="3966" dur="1" fill="hold">
                                          <p:stCondLst>
                                            <p:cond delay="499"/>
                                          </p:stCondLst>
                                        </p:cTn>
                                        <p:tgtEl>
                                          <p:spTgt spid="1242"/>
                                        </p:tgtEl>
                                        <p:attrNameLst>
                                          <p:attrName>style.visibility</p:attrName>
                                        </p:attrNameLst>
                                      </p:cBhvr>
                                      <p:to>
                                        <p:strVal val="hidden"/>
                                      </p:to>
                                    </p:set>
                                  </p:childTnLst>
                                </p:cTn>
                              </p:par>
                              <p:par>
                                <p:cTn id="3967" nodeType="withEffect" fill="hold" presetClass="emph" presetID="1" presetSubtype="2">
                                  <p:stCondLst>
                                    <p:cond delay="0"/>
                                  </p:stCondLst>
                                  <p:childTnLst>
                                    <p:animClr clrSpc="rgb">
                                      <p:cBhvr>
                                        <p:cTn id="3968" dur="500" fill="hold"/>
                                        <p:tgtEl>
                                          <p:spTgt spid="1241"/>
                                        </p:tgtEl>
                                        <p:attrNameLst>
                                          <p:attrName>fillcolor</p:attrName>
                                        </p:attrNameLst>
                                      </p:cBhvr>
                                      <p:to>
                                        <a:srgbClr val="95b3d7"/>
                                      </p:to>
                                    </p:animClr>
                                    <p:set>
                                      <p:cBhvr>
                                        <p:cTn id="3969" dur="500" fill="hold"/>
                                        <p:tgtEl>
                                          <p:spTgt spid="1241"/>
                                        </p:tgtEl>
                                        <p:attrNameLst>
                                          <p:attrName>fill.type</p:attrName>
                                        </p:attrNameLst>
                                      </p:cBhvr>
                                      <p:to>
                                        <p:strVal val="solid"/>
                                      </p:to>
                                    </p:set>
                                    <p:set>
                                      <p:cBhvr>
                                        <p:cTn id="3970" dur="500" fill="hold"/>
                                        <p:tgtEl>
                                          <p:spTgt spid="124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3971" restart="whenNotActive" nodeType="interactiveSeq" fill="hold">
                <p:stCondLst>
                  <p:cond delay="0" evt="onClick">
                    <p:tgtEl>
                      <p:spTgt spid="1244"/>
                    </p:tgtEl>
                  </p:cond>
                </p:stCondLst>
                <p:childTnLst>
                  <p:par>
                    <p:cTn id="3972" fill="hold">
                      <p:stCondLst>
                        <p:cond delay="0" evt="onClick">
                          <p:tgtEl>
                            <p:spTgt spid="1244"/>
                          </p:tgtEl>
                        </p:cond>
                      </p:stCondLst>
                      <p:childTnLst>
                        <p:par>
                          <p:cTn id="3973" fill="hold">
                            <p:stCondLst>
                              <p:cond delay="0"/>
                            </p:stCondLst>
                            <p:childTnLst>
                              <p:par>
                                <p:cTn id="3974" nodeType="clickEffect" fill="hold" presetClass="entr" presetID="16" presetSubtype="21">
                                  <p:stCondLst>
                                    <p:cond delay="0"/>
                                  </p:stCondLst>
                                  <p:childTnLst>
                                    <p:set>
                                      <p:cBhvr>
                                        <p:cTn id="3975" dur="1" fill="hold">
                                          <p:stCondLst>
                                            <p:cond delay="0"/>
                                          </p:stCondLst>
                                        </p:cTn>
                                        <p:tgtEl>
                                          <p:spTgt spid="1247"/>
                                        </p:tgtEl>
                                        <p:attrNameLst>
                                          <p:attrName>style.visibility</p:attrName>
                                        </p:attrNameLst>
                                      </p:cBhvr>
                                      <p:to>
                                        <p:strVal val="visible"/>
                                      </p:to>
                                    </p:set>
                                    <p:animEffect filter="barn(inVertical)" transition="in">
                                      <p:cBhvr additive="repl">
                                        <p:cTn id="3976" dur="500"/>
                                        <p:tgtEl>
                                          <p:spTgt spid="1247"/>
                                        </p:tgtEl>
                                      </p:cBhvr>
                                    </p:animEffect>
                                  </p:childTnLst>
                                </p:cTn>
                              </p:par>
                              <p:par>
                                <p:cTn id="3977" nodeType="withEffect" fill="hold" presetClass="entr" presetID="16" presetSubtype="21">
                                  <p:stCondLst>
                                    <p:cond delay="0"/>
                                  </p:stCondLst>
                                  <p:childTnLst>
                                    <p:set>
                                      <p:cBhvr>
                                        <p:cTn id="3978" dur="1" fill="hold">
                                          <p:stCondLst>
                                            <p:cond delay="0"/>
                                          </p:stCondLst>
                                        </p:cTn>
                                        <p:tgtEl>
                                          <p:spTgt spid="1246"/>
                                        </p:tgtEl>
                                        <p:attrNameLst>
                                          <p:attrName>style.visibility</p:attrName>
                                        </p:attrNameLst>
                                      </p:cBhvr>
                                      <p:to>
                                        <p:strVal val="visible"/>
                                      </p:to>
                                    </p:set>
                                    <p:animEffect filter="barn(inVertical)" transition="in">
                                      <p:cBhvr additive="repl">
                                        <p:cTn id="3979" dur="500"/>
                                        <p:tgtEl>
                                          <p:spTgt spid="1246"/>
                                        </p:tgtEl>
                                      </p:cBhvr>
                                    </p:animEffect>
                                  </p:childTnLst>
                                </p:cTn>
                              </p:par>
                              <p:par>
                                <p:cTn id="3980" nodeType="withEffect" fill="hold" presetClass="emph" presetID="1" presetSubtype="2">
                                  <p:stCondLst>
                                    <p:cond delay="0"/>
                                  </p:stCondLst>
                                  <p:childTnLst>
                                    <p:animClr clrSpc="rgb">
                                      <p:cBhvr>
                                        <p:cTn id="3981" dur="500" fill="hold"/>
                                        <p:tgtEl>
                                          <p:spTgt spid="1245"/>
                                        </p:tgtEl>
                                        <p:attrNameLst>
                                          <p:attrName>fillcolor</p:attrName>
                                        </p:attrNameLst>
                                      </p:cBhvr>
                                      <p:to>
                                        <a:srgbClr val="8a80e4"/>
                                      </p:to>
                                    </p:animClr>
                                    <p:set>
                                      <p:cBhvr>
                                        <p:cTn id="3982" dur="500" fill="hold"/>
                                        <p:tgtEl>
                                          <p:spTgt spid="1245"/>
                                        </p:tgtEl>
                                        <p:attrNameLst>
                                          <p:attrName>fill.type</p:attrName>
                                        </p:attrNameLst>
                                      </p:cBhvr>
                                      <p:to>
                                        <p:strVal val="solid"/>
                                      </p:to>
                                    </p:set>
                                    <p:set>
                                      <p:cBhvr>
                                        <p:cTn id="3983" dur="500" fill="hold"/>
                                        <p:tgtEl>
                                          <p:spTgt spid="1245"/>
                                        </p:tgtEl>
                                        <p:attrNameLst>
                                          <p:attrName>fill.on</p:attrName>
                                        </p:attrNameLst>
                                      </p:cBhvr>
                                      <p:to>
                                        <p:strVal val="true"/>
                                      </p:to>
                                    </p:set>
                                  </p:childTnLst>
                                </p:cTn>
                              </p:par>
                              <p:par>
                                <p:cTn id="3984" nodeType="withEffect" fill="hold" presetClass="emph" presetID="1" presetSubtype="2">
                                  <p:stCondLst>
                                    <p:cond delay="0"/>
                                  </p:stCondLst>
                                  <p:childTnLst>
                                    <p:animClr clrSpc="rgb">
                                      <p:cBhvr>
                                        <p:cTn id="3985" dur="500" fill="hold"/>
                                        <p:tgtEl>
                                          <p:spTgt spid="1233"/>
                                        </p:tgtEl>
                                        <p:attrNameLst>
                                          <p:attrName>fillcolor</p:attrName>
                                        </p:attrNameLst>
                                      </p:cBhvr>
                                      <p:to>
                                        <a:srgbClr val="95b3d7"/>
                                      </p:to>
                                    </p:animClr>
                                    <p:set>
                                      <p:cBhvr>
                                        <p:cTn id="3986" dur="500" fill="hold"/>
                                        <p:tgtEl>
                                          <p:spTgt spid="1233"/>
                                        </p:tgtEl>
                                        <p:attrNameLst>
                                          <p:attrName>fill.type</p:attrName>
                                        </p:attrNameLst>
                                      </p:cBhvr>
                                      <p:to>
                                        <p:strVal val="solid"/>
                                      </p:to>
                                    </p:set>
                                    <p:set>
                                      <p:cBhvr>
                                        <p:cTn id="3987" dur="500" fill="hold"/>
                                        <p:tgtEl>
                                          <p:spTgt spid="1233"/>
                                        </p:tgtEl>
                                        <p:attrNameLst>
                                          <p:attrName>fill.on</p:attrName>
                                        </p:attrNameLst>
                                      </p:cBhvr>
                                      <p:to>
                                        <p:strVal val="true"/>
                                      </p:to>
                                    </p:set>
                                  </p:childTnLst>
                                </p:cTn>
                              </p:par>
                              <p:par>
                                <p:cTn id="3988" nodeType="withEffect" fill="hold" presetClass="emph" presetID="1" presetSubtype="2">
                                  <p:stCondLst>
                                    <p:cond delay="0"/>
                                  </p:stCondLst>
                                  <p:childTnLst>
                                    <p:animClr clrSpc="rgb">
                                      <p:cBhvr>
                                        <p:cTn id="3989" dur="500" fill="hold"/>
                                        <p:tgtEl>
                                          <p:spTgt spid="1237"/>
                                        </p:tgtEl>
                                        <p:attrNameLst>
                                          <p:attrName>fillcolor</p:attrName>
                                        </p:attrNameLst>
                                      </p:cBhvr>
                                      <p:to>
                                        <a:srgbClr val="95b3d7"/>
                                      </p:to>
                                    </p:animClr>
                                    <p:set>
                                      <p:cBhvr>
                                        <p:cTn id="3990" dur="500" fill="hold"/>
                                        <p:tgtEl>
                                          <p:spTgt spid="1237"/>
                                        </p:tgtEl>
                                        <p:attrNameLst>
                                          <p:attrName>fill.type</p:attrName>
                                        </p:attrNameLst>
                                      </p:cBhvr>
                                      <p:to>
                                        <p:strVal val="solid"/>
                                      </p:to>
                                    </p:set>
                                    <p:set>
                                      <p:cBhvr>
                                        <p:cTn id="3991" dur="500" fill="hold"/>
                                        <p:tgtEl>
                                          <p:spTgt spid="1237"/>
                                        </p:tgtEl>
                                        <p:attrNameLst>
                                          <p:attrName>fill.on</p:attrName>
                                        </p:attrNameLst>
                                      </p:cBhvr>
                                      <p:to>
                                        <p:strVal val="true"/>
                                      </p:to>
                                    </p:set>
                                  </p:childTnLst>
                                </p:cTn>
                              </p:par>
                              <p:par>
                                <p:cTn id="3992" nodeType="withEffect" fill="hold" presetClass="emph" presetID="1" presetSubtype="2">
                                  <p:stCondLst>
                                    <p:cond delay="0"/>
                                  </p:stCondLst>
                                  <p:childTnLst>
                                    <p:animClr clrSpc="rgb">
                                      <p:cBhvr>
                                        <p:cTn id="3993" dur="500" fill="hold"/>
                                        <p:tgtEl>
                                          <p:spTgt spid="1241"/>
                                        </p:tgtEl>
                                        <p:attrNameLst>
                                          <p:attrName>fillcolor</p:attrName>
                                        </p:attrNameLst>
                                      </p:cBhvr>
                                      <p:to>
                                        <a:srgbClr val="95b3d7"/>
                                      </p:to>
                                    </p:animClr>
                                    <p:set>
                                      <p:cBhvr>
                                        <p:cTn id="3994" dur="500" fill="hold"/>
                                        <p:tgtEl>
                                          <p:spTgt spid="1241"/>
                                        </p:tgtEl>
                                        <p:attrNameLst>
                                          <p:attrName>fill.type</p:attrName>
                                        </p:attrNameLst>
                                      </p:cBhvr>
                                      <p:to>
                                        <p:strVal val="solid"/>
                                      </p:to>
                                    </p:set>
                                    <p:set>
                                      <p:cBhvr>
                                        <p:cTn id="3995" dur="500" fill="hold"/>
                                        <p:tgtEl>
                                          <p:spTgt spid="1241"/>
                                        </p:tgtEl>
                                        <p:attrNameLst>
                                          <p:attrName>fill.on</p:attrName>
                                        </p:attrNameLst>
                                      </p:cBhvr>
                                      <p:to>
                                        <p:strVal val="true"/>
                                      </p:to>
                                    </p:set>
                                  </p:childTnLst>
                                </p:cTn>
                              </p:par>
                              <p:par>
                                <p:cTn id="3996" nodeType="withEffect" fill="hold" presetClass="exit" presetID="10">
                                  <p:stCondLst>
                                    <p:cond delay="0"/>
                                  </p:stCondLst>
                                  <p:childTnLst>
                                    <p:animEffect filter="fade" transition="out">
                                      <p:cBhvr additive="repl">
                                        <p:cTn id="3997" dur="500"/>
                                        <p:tgtEl>
                                          <p:spTgt spid="1235"/>
                                        </p:tgtEl>
                                      </p:cBhvr>
                                    </p:animEffect>
                                    <p:set>
                                      <p:cBhvr>
                                        <p:cTn id="3998" dur="1" fill="hold">
                                          <p:stCondLst>
                                            <p:cond delay="499"/>
                                          </p:stCondLst>
                                        </p:cTn>
                                        <p:tgtEl>
                                          <p:spTgt spid="1235"/>
                                        </p:tgtEl>
                                        <p:attrNameLst>
                                          <p:attrName>style.visibility</p:attrName>
                                        </p:attrNameLst>
                                      </p:cBhvr>
                                      <p:to>
                                        <p:strVal val="hidden"/>
                                      </p:to>
                                    </p:set>
                                  </p:childTnLst>
                                </p:cTn>
                              </p:par>
                              <p:par>
                                <p:cTn id="3999" nodeType="withEffect" fill="hold" presetClass="exit" presetID="10">
                                  <p:stCondLst>
                                    <p:cond delay="0"/>
                                  </p:stCondLst>
                                  <p:childTnLst>
                                    <p:animEffect filter="fade" transition="out">
                                      <p:cBhvr additive="repl">
                                        <p:cTn id="4000" dur="500"/>
                                        <p:tgtEl>
                                          <p:spTgt spid="1234"/>
                                        </p:tgtEl>
                                      </p:cBhvr>
                                    </p:animEffect>
                                    <p:set>
                                      <p:cBhvr>
                                        <p:cTn id="4001" dur="1" fill="hold">
                                          <p:stCondLst>
                                            <p:cond delay="499"/>
                                          </p:stCondLst>
                                        </p:cTn>
                                        <p:tgtEl>
                                          <p:spTgt spid="1234"/>
                                        </p:tgtEl>
                                        <p:attrNameLst>
                                          <p:attrName>style.visibility</p:attrName>
                                        </p:attrNameLst>
                                      </p:cBhvr>
                                      <p:to>
                                        <p:strVal val="hidden"/>
                                      </p:to>
                                    </p:set>
                                  </p:childTnLst>
                                </p:cTn>
                              </p:par>
                              <p:par>
                                <p:cTn id="4002" nodeType="withEffect" fill="hold" presetClass="exit" presetID="10">
                                  <p:stCondLst>
                                    <p:cond delay="0"/>
                                  </p:stCondLst>
                                  <p:childTnLst>
                                    <p:animEffect filter="fade" transition="out">
                                      <p:cBhvr additive="repl">
                                        <p:cTn id="4003" dur="500"/>
                                        <p:tgtEl>
                                          <p:spTgt spid="1239"/>
                                        </p:tgtEl>
                                      </p:cBhvr>
                                    </p:animEffect>
                                    <p:set>
                                      <p:cBhvr>
                                        <p:cTn id="4004" dur="1" fill="hold">
                                          <p:stCondLst>
                                            <p:cond delay="499"/>
                                          </p:stCondLst>
                                        </p:cTn>
                                        <p:tgtEl>
                                          <p:spTgt spid="1239"/>
                                        </p:tgtEl>
                                        <p:attrNameLst>
                                          <p:attrName>style.visibility</p:attrName>
                                        </p:attrNameLst>
                                      </p:cBhvr>
                                      <p:to>
                                        <p:strVal val="hidden"/>
                                      </p:to>
                                    </p:set>
                                  </p:childTnLst>
                                </p:cTn>
                              </p:par>
                              <p:par>
                                <p:cTn id="4005" nodeType="withEffect" fill="hold" presetClass="exit" presetID="10">
                                  <p:stCondLst>
                                    <p:cond delay="0"/>
                                  </p:stCondLst>
                                  <p:childTnLst>
                                    <p:animEffect filter="fade" transition="out">
                                      <p:cBhvr additive="repl">
                                        <p:cTn id="4006" dur="500"/>
                                        <p:tgtEl>
                                          <p:spTgt spid="1238"/>
                                        </p:tgtEl>
                                      </p:cBhvr>
                                    </p:animEffect>
                                    <p:set>
                                      <p:cBhvr>
                                        <p:cTn id="4007" dur="1" fill="hold">
                                          <p:stCondLst>
                                            <p:cond delay="499"/>
                                          </p:stCondLst>
                                        </p:cTn>
                                        <p:tgtEl>
                                          <p:spTgt spid="1238"/>
                                        </p:tgtEl>
                                        <p:attrNameLst>
                                          <p:attrName>style.visibility</p:attrName>
                                        </p:attrNameLst>
                                      </p:cBhvr>
                                      <p:to>
                                        <p:strVal val="hidden"/>
                                      </p:to>
                                    </p:set>
                                  </p:childTnLst>
                                </p:cTn>
                              </p:par>
                              <p:par>
                                <p:cTn id="4008" nodeType="withEffect" fill="hold" presetClass="exit" presetID="10">
                                  <p:stCondLst>
                                    <p:cond delay="0"/>
                                  </p:stCondLst>
                                  <p:childTnLst>
                                    <p:animEffect filter="fade" transition="out">
                                      <p:cBhvr additive="repl">
                                        <p:cTn id="4009" dur="500"/>
                                        <p:tgtEl>
                                          <p:spTgt spid="1243"/>
                                        </p:tgtEl>
                                      </p:cBhvr>
                                    </p:animEffect>
                                    <p:set>
                                      <p:cBhvr>
                                        <p:cTn id="4010" dur="1" fill="hold">
                                          <p:stCondLst>
                                            <p:cond delay="499"/>
                                          </p:stCondLst>
                                        </p:cTn>
                                        <p:tgtEl>
                                          <p:spTgt spid="1243"/>
                                        </p:tgtEl>
                                        <p:attrNameLst>
                                          <p:attrName>style.visibility</p:attrName>
                                        </p:attrNameLst>
                                      </p:cBhvr>
                                      <p:to>
                                        <p:strVal val="hidden"/>
                                      </p:to>
                                    </p:set>
                                  </p:childTnLst>
                                </p:cTn>
                              </p:par>
                              <p:par>
                                <p:cTn id="4011" nodeType="withEffect" fill="hold" presetClass="exit" presetID="10">
                                  <p:stCondLst>
                                    <p:cond delay="0"/>
                                  </p:stCondLst>
                                  <p:childTnLst>
                                    <p:animEffect filter="fade" transition="out">
                                      <p:cBhvr additive="repl">
                                        <p:cTn id="4012" dur="500"/>
                                        <p:tgtEl>
                                          <p:spTgt spid="1242"/>
                                        </p:tgtEl>
                                      </p:cBhvr>
                                    </p:animEffect>
                                    <p:set>
                                      <p:cBhvr>
                                        <p:cTn id="4013" dur="1" fill="hold">
                                          <p:stCondLst>
                                            <p:cond delay="499"/>
                                          </p:stCondLst>
                                        </p:cTn>
                                        <p:tgtEl>
                                          <p:spTgt spid="124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014" restart="whenNotActive" nodeType="interactiveSeq" fill="hold">
                <p:stCondLst>
                  <p:cond delay="0" evt="onClick">
                    <p:tgtEl>
                      <p:spTgt spid="1247"/>
                    </p:tgtEl>
                  </p:cond>
                </p:stCondLst>
                <p:childTnLst>
                  <p:par>
                    <p:cTn id="4015" fill="hold">
                      <p:stCondLst>
                        <p:cond delay="0" evt="onClick">
                          <p:tgtEl>
                            <p:spTgt spid="1247"/>
                          </p:tgtEl>
                        </p:cond>
                      </p:stCondLst>
                      <p:childTnLst>
                        <p:par>
                          <p:cTn id="4016" fill="hold">
                            <p:stCondLst>
                              <p:cond delay="0"/>
                            </p:stCondLst>
                            <p:childTnLst>
                              <p:par>
                                <p:cTn id="4017" nodeType="clickEffect" fill="hold" presetClass="exit" presetID="9">
                                  <p:stCondLst>
                                    <p:cond delay="0"/>
                                  </p:stCondLst>
                                  <p:childTnLst>
                                    <p:animEffect filter="dissolve" transition="out">
                                      <p:cBhvr additive="repl">
                                        <p:cTn id="4018" dur="500"/>
                                        <p:tgtEl>
                                          <p:spTgt spid="1247"/>
                                        </p:tgtEl>
                                      </p:cBhvr>
                                    </p:animEffect>
                                    <p:set>
                                      <p:cBhvr>
                                        <p:cTn id="4019" dur="1" fill="hold">
                                          <p:stCondLst>
                                            <p:cond delay="499"/>
                                          </p:stCondLst>
                                        </p:cTn>
                                        <p:tgtEl>
                                          <p:spTgt spid="1247"/>
                                        </p:tgtEl>
                                        <p:attrNameLst>
                                          <p:attrName>style.visibility</p:attrName>
                                        </p:attrNameLst>
                                      </p:cBhvr>
                                      <p:to>
                                        <p:strVal val="hidden"/>
                                      </p:to>
                                    </p:set>
                                  </p:childTnLst>
                                </p:cTn>
                              </p:par>
                              <p:par>
                                <p:cTn id="4020" nodeType="withEffect" fill="hold" presetClass="exit" presetID="9">
                                  <p:stCondLst>
                                    <p:cond delay="0"/>
                                  </p:stCondLst>
                                  <p:childTnLst>
                                    <p:animEffect filter="dissolve" transition="out">
                                      <p:cBhvr additive="repl">
                                        <p:cTn id="4021" dur="500"/>
                                        <p:tgtEl>
                                          <p:spTgt spid="1246"/>
                                        </p:tgtEl>
                                      </p:cBhvr>
                                    </p:animEffect>
                                    <p:set>
                                      <p:cBhvr>
                                        <p:cTn id="4022" dur="1" fill="hold">
                                          <p:stCondLst>
                                            <p:cond delay="499"/>
                                          </p:stCondLst>
                                        </p:cTn>
                                        <p:tgtEl>
                                          <p:spTgt spid="1246"/>
                                        </p:tgtEl>
                                        <p:attrNameLst>
                                          <p:attrName>style.visibility</p:attrName>
                                        </p:attrNameLst>
                                      </p:cBhvr>
                                      <p:to>
                                        <p:strVal val="hidden"/>
                                      </p:to>
                                    </p:set>
                                  </p:childTnLst>
                                </p:cTn>
                              </p:par>
                              <p:par>
                                <p:cTn id="4023" nodeType="withEffect" fill="hold" presetClass="emph" presetID="1" presetSubtype="2">
                                  <p:stCondLst>
                                    <p:cond delay="0"/>
                                  </p:stCondLst>
                                  <p:childTnLst>
                                    <p:animClr clrSpc="rgb">
                                      <p:cBhvr>
                                        <p:cTn id="4024" dur="500" fill="hold"/>
                                        <p:tgtEl>
                                          <p:spTgt spid="1245"/>
                                        </p:tgtEl>
                                        <p:attrNameLst>
                                          <p:attrName>fillcolor</p:attrName>
                                        </p:attrNameLst>
                                      </p:cBhvr>
                                      <p:to>
                                        <a:srgbClr val="95b3d7"/>
                                      </p:to>
                                    </p:animClr>
                                    <p:set>
                                      <p:cBhvr>
                                        <p:cTn id="4025" dur="500" fill="hold"/>
                                        <p:tgtEl>
                                          <p:spTgt spid="1245"/>
                                        </p:tgtEl>
                                        <p:attrNameLst>
                                          <p:attrName>fill.type</p:attrName>
                                        </p:attrNameLst>
                                      </p:cBhvr>
                                      <p:to>
                                        <p:strVal val="solid"/>
                                      </p:to>
                                    </p:set>
                                    <p:set>
                                      <p:cBhvr>
                                        <p:cTn id="4026" dur="500" fill="hold"/>
                                        <p:tgtEl>
                                          <p:spTgt spid="124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8"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249"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250"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1"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03</a:t>
            </a:r>
            <a:br>
              <a:rPr sz="4400"/>
            </a:br>
            <a:endParaRPr b="0" lang="pt-BR" sz="2800" spc="-1" strike="noStrike">
              <a:solidFill>
                <a:schemeClr val="dk1"/>
              </a:solidFill>
              <a:latin typeface="Arial"/>
            </a:endParaRPr>
          </a:p>
        </p:txBody>
      </p:sp>
      <p:sp>
        <p:nvSpPr>
          <p:cNvPr id="1252"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Qual é o indicador usado nos sistemas “AEROVANE” instalados em nossos navios?</a:t>
            </a:r>
            <a:endParaRPr b="0" lang="pt-BR" sz="1600" spc="-1" strike="noStrike">
              <a:solidFill>
                <a:srgbClr val="000000"/>
              </a:solidFill>
              <a:latin typeface="Arial"/>
            </a:endParaRPr>
          </a:p>
        </p:txBody>
      </p:sp>
      <p:sp>
        <p:nvSpPr>
          <p:cNvPr id="1253"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254"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135</a:t>
            </a:r>
            <a:endParaRPr b="0" lang="pt-BR" sz="1800" spc="-1" strike="noStrike">
              <a:solidFill>
                <a:srgbClr val="000000"/>
              </a:solidFill>
              <a:latin typeface="Arial"/>
            </a:endParaRPr>
          </a:p>
        </p:txBody>
      </p:sp>
      <p:sp>
        <p:nvSpPr>
          <p:cNvPr id="1255"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56"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57"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258"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120 </a:t>
            </a:r>
            <a:endParaRPr b="0" lang="pt-BR" sz="1800" spc="-1" strike="noStrike">
              <a:solidFill>
                <a:srgbClr val="000000"/>
              </a:solidFill>
              <a:latin typeface="Arial"/>
            </a:endParaRPr>
          </a:p>
        </p:txBody>
      </p:sp>
      <p:sp>
        <p:nvSpPr>
          <p:cNvPr id="1259"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60"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61"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262"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115 </a:t>
            </a:r>
            <a:endParaRPr b="0" lang="pt-BR" sz="1800" spc="-1" strike="noStrike">
              <a:solidFill>
                <a:srgbClr val="000000"/>
              </a:solidFill>
              <a:latin typeface="Arial"/>
            </a:endParaRPr>
          </a:p>
        </p:txBody>
      </p:sp>
      <p:sp>
        <p:nvSpPr>
          <p:cNvPr id="1263"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64"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65"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266"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110</a:t>
            </a:r>
            <a:endParaRPr b="0" lang="pt-BR" sz="1800" spc="-1" strike="noStrike">
              <a:solidFill>
                <a:srgbClr val="000000"/>
              </a:solidFill>
              <a:latin typeface="Arial"/>
            </a:endParaRPr>
          </a:p>
        </p:txBody>
      </p:sp>
      <p:sp>
        <p:nvSpPr>
          <p:cNvPr id="1267"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68"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027" dur="indefinite" restart="never" nodeType="tmRoot">
          <p:childTnLst>
            <p:seq>
              <p:cTn id="4028" dur="indefinite" nodeType="mainSeq">
                <p:childTnLst>
                  <p:par>
                    <p:cTn id="4029" fill="hold">
                      <p:stCondLst>
                        <p:cond delay="0"/>
                      </p:stCondLst>
                      <p:childTnLst>
                        <p:par>
                          <p:cTn id="4030" fill="hold">
                            <p:stCondLst>
                              <p:cond delay="0"/>
                            </p:stCondLst>
                            <p:childTnLst>
                              <p:par>
                                <p:cTn id="4031" nodeType="withEffect" fill="hold" presetClass="entr" presetID="10">
                                  <p:stCondLst>
                                    <p:cond delay="0"/>
                                  </p:stCondLst>
                                  <p:childTnLst>
                                    <p:set>
                                      <p:cBhvr>
                                        <p:cTn id="4032" dur="1" fill="hold">
                                          <p:stCondLst>
                                            <p:cond delay="0"/>
                                          </p:stCondLst>
                                        </p:cTn>
                                        <p:tgtEl>
                                          <p:spTgt spid="1254"/>
                                        </p:tgtEl>
                                        <p:attrNameLst>
                                          <p:attrName>style.visibility</p:attrName>
                                        </p:attrNameLst>
                                      </p:cBhvr>
                                      <p:to>
                                        <p:strVal val="visible"/>
                                      </p:to>
                                    </p:set>
                                    <p:animEffect filter="fade" transition="in">
                                      <p:cBhvr additive="repl">
                                        <p:cTn id="4033" dur="500"/>
                                        <p:tgtEl>
                                          <p:spTgt spid="1254"/>
                                        </p:tgtEl>
                                      </p:cBhvr>
                                    </p:animEffect>
                                  </p:childTnLst>
                                </p:cTn>
                              </p:par>
                              <p:par>
                                <p:cTn id="4034" nodeType="withEffect" fill="hold" presetClass="entr" presetID="10">
                                  <p:stCondLst>
                                    <p:cond delay="0"/>
                                  </p:stCondLst>
                                  <p:childTnLst>
                                    <p:set>
                                      <p:cBhvr>
                                        <p:cTn id="4035" dur="1" fill="hold">
                                          <p:stCondLst>
                                            <p:cond delay="0"/>
                                          </p:stCondLst>
                                        </p:cTn>
                                        <p:tgtEl>
                                          <p:spTgt spid="1253"/>
                                        </p:tgtEl>
                                        <p:attrNameLst>
                                          <p:attrName>style.visibility</p:attrName>
                                        </p:attrNameLst>
                                      </p:cBhvr>
                                      <p:to>
                                        <p:strVal val="visible"/>
                                      </p:to>
                                    </p:set>
                                    <p:animEffect filter="fade" transition="in">
                                      <p:cBhvr additive="repl">
                                        <p:cTn id="4036" dur="500"/>
                                        <p:tgtEl>
                                          <p:spTgt spid="1253"/>
                                        </p:tgtEl>
                                      </p:cBhvr>
                                    </p:animEffect>
                                  </p:childTnLst>
                                </p:cTn>
                              </p:par>
                              <p:par>
                                <p:cTn id="4037" nodeType="withEffect" fill="hold" presetClass="entr" presetID="10">
                                  <p:stCondLst>
                                    <p:cond delay="0"/>
                                  </p:stCondLst>
                                  <p:childTnLst>
                                    <p:set>
                                      <p:cBhvr>
                                        <p:cTn id="4038" dur="1" fill="hold">
                                          <p:stCondLst>
                                            <p:cond delay="0"/>
                                          </p:stCondLst>
                                        </p:cTn>
                                        <p:tgtEl>
                                          <p:spTgt spid="1257"/>
                                        </p:tgtEl>
                                        <p:attrNameLst>
                                          <p:attrName>style.visibility</p:attrName>
                                        </p:attrNameLst>
                                      </p:cBhvr>
                                      <p:to>
                                        <p:strVal val="visible"/>
                                      </p:to>
                                    </p:set>
                                    <p:animEffect filter="fade" transition="in">
                                      <p:cBhvr additive="repl">
                                        <p:cTn id="4039" dur="500"/>
                                        <p:tgtEl>
                                          <p:spTgt spid="1257"/>
                                        </p:tgtEl>
                                      </p:cBhvr>
                                    </p:animEffect>
                                  </p:childTnLst>
                                </p:cTn>
                              </p:par>
                              <p:par>
                                <p:cTn id="4040" nodeType="withEffect" fill="hold" presetClass="entr" presetID="10">
                                  <p:stCondLst>
                                    <p:cond delay="0"/>
                                  </p:stCondLst>
                                  <p:childTnLst>
                                    <p:set>
                                      <p:cBhvr>
                                        <p:cTn id="4041" dur="1" fill="hold">
                                          <p:stCondLst>
                                            <p:cond delay="0"/>
                                          </p:stCondLst>
                                        </p:cTn>
                                        <p:tgtEl>
                                          <p:spTgt spid="1258"/>
                                        </p:tgtEl>
                                        <p:attrNameLst>
                                          <p:attrName>style.visibility</p:attrName>
                                        </p:attrNameLst>
                                      </p:cBhvr>
                                      <p:to>
                                        <p:strVal val="visible"/>
                                      </p:to>
                                    </p:set>
                                    <p:animEffect filter="fade" transition="in">
                                      <p:cBhvr additive="repl">
                                        <p:cTn id="4042" dur="500"/>
                                        <p:tgtEl>
                                          <p:spTgt spid="1258"/>
                                        </p:tgtEl>
                                      </p:cBhvr>
                                    </p:animEffect>
                                  </p:childTnLst>
                                </p:cTn>
                              </p:par>
                              <p:par>
                                <p:cTn id="4043" nodeType="withEffect" fill="hold" presetClass="entr" presetID="10">
                                  <p:stCondLst>
                                    <p:cond delay="0"/>
                                  </p:stCondLst>
                                  <p:childTnLst>
                                    <p:set>
                                      <p:cBhvr>
                                        <p:cTn id="4044" dur="1" fill="hold">
                                          <p:stCondLst>
                                            <p:cond delay="0"/>
                                          </p:stCondLst>
                                        </p:cTn>
                                        <p:tgtEl>
                                          <p:spTgt spid="1261"/>
                                        </p:tgtEl>
                                        <p:attrNameLst>
                                          <p:attrName>style.visibility</p:attrName>
                                        </p:attrNameLst>
                                      </p:cBhvr>
                                      <p:to>
                                        <p:strVal val="visible"/>
                                      </p:to>
                                    </p:set>
                                    <p:animEffect filter="fade" transition="in">
                                      <p:cBhvr additive="repl">
                                        <p:cTn id="4045" dur="500"/>
                                        <p:tgtEl>
                                          <p:spTgt spid="1261"/>
                                        </p:tgtEl>
                                      </p:cBhvr>
                                    </p:animEffect>
                                  </p:childTnLst>
                                </p:cTn>
                              </p:par>
                              <p:par>
                                <p:cTn id="4046" nodeType="withEffect" fill="hold" presetClass="entr" presetID="10">
                                  <p:stCondLst>
                                    <p:cond delay="0"/>
                                  </p:stCondLst>
                                  <p:childTnLst>
                                    <p:set>
                                      <p:cBhvr>
                                        <p:cTn id="4047" dur="1" fill="hold">
                                          <p:stCondLst>
                                            <p:cond delay="0"/>
                                          </p:stCondLst>
                                        </p:cTn>
                                        <p:tgtEl>
                                          <p:spTgt spid="1262"/>
                                        </p:tgtEl>
                                        <p:attrNameLst>
                                          <p:attrName>style.visibility</p:attrName>
                                        </p:attrNameLst>
                                      </p:cBhvr>
                                      <p:to>
                                        <p:strVal val="visible"/>
                                      </p:to>
                                    </p:set>
                                    <p:animEffect filter="fade" transition="in">
                                      <p:cBhvr additive="repl">
                                        <p:cTn id="4048" dur="500"/>
                                        <p:tgtEl>
                                          <p:spTgt spid="1262"/>
                                        </p:tgtEl>
                                      </p:cBhvr>
                                    </p:animEffect>
                                  </p:childTnLst>
                                </p:cTn>
                              </p:par>
                              <p:par>
                                <p:cTn id="4049" nodeType="withEffect" fill="hold" presetClass="entr" presetID="10">
                                  <p:stCondLst>
                                    <p:cond delay="0"/>
                                  </p:stCondLst>
                                  <p:childTnLst>
                                    <p:set>
                                      <p:cBhvr>
                                        <p:cTn id="4050" dur="1" fill="hold">
                                          <p:stCondLst>
                                            <p:cond delay="0"/>
                                          </p:stCondLst>
                                        </p:cTn>
                                        <p:tgtEl>
                                          <p:spTgt spid="1265"/>
                                        </p:tgtEl>
                                        <p:attrNameLst>
                                          <p:attrName>style.visibility</p:attrName>
                                        </p:attrNameLst>
                                      </p:cBhvr>
                                      <p:to>
                                        <p:strVal val="visible"/>
                                      </p:to>
                                    </p:set>
                                    <p:animEffect filter="fade" transition="in">
                                      <p:cBhvr additive="repl">
                                        <p:cTn id="4051" dur="500"/>
                                        <p:tgtEl>
                                          <p:spTgt spid="1265"/>
                                        </p:tgtEl>
                                      </p:cBhvr>
                                    </p:animEffect>
                                  </p:childTnLst>
                                </p:cTn>
                              </p:par>
                              <p:par>
                                <p:cTn id="4052" nodeType="withEffect" fill="hold" presetClass="entr" presetID="10">
                                  <p:stCondLst>
                                    <p:cond delay="0"/>
                                  </p:stCondLst>
                                  <p:childTnLst>
                                    <p:set>
                                      <p:cBhvr>
                                        <p:cTn id="4053" dur="1" fill="hold">
                                          <p:stCondLst>
                                            <p:cond delay="0"/>
                                          </p:stCondLst>
                                        </p:cTn>
                                        <p:tgtEl>
                                          <p:spTgt spid="1266"/>
                                        </p:tgtEl>
                                        <p:attrNameLst>
                                          <p:attrName>style.visibility</p:attrName>
                                        </p:attrNameLst>
                                      </p:cBhvr>
                                      <p:to>
                                        <p:strVal val="visible"/>
                                      </p:to>
                                    </p:set>
                                    <p:animEffect filter="fade" transition="in">
                                      <p:cBhvr additive="repl">
                                        <p:cTn id="4054" dur="500"/>
                                        <p:tgtEl>
                                          <p:spTgt spid="1266"/>
                                        </p:tgtEl>
                                      </p:cBhvr>
                                    </p:animEffect>
                                  </p:childTnLst>
                                </p:cTn>
                              </p:par>
                              <p:par>
                                <p:cTn id="4055" nodeType="withEffect" fill="hold" presetClass="exit" presetID="1">
                                  <p:stCondLst>
                                    <p:cond delay="0"/>
                                  </p:stCondLst>
                                  <p:childTnLst>
                                    <p:set>
                                      <p:cBhvr>
                                        <p:cTn id="4056" dur="1" fill="hold">
                                          <p:stCondLst>
                                            <p:cond delay="0"/>
                                          </p:stCondLst>
                                        </p:cTn>
                                        <p:tgtEl>
                                          <p:spTgt spid="1256"/>
                                        </p:tgtEl>
                                        <p:attrNameLst>
                                          <p:attrName>style.visibility</p:attrName>
                                        </p:attrNameLst>
                                      </p:cBhvr>
                                      <p:to>
                                        <p:strVal val="hidden"/>
                                      </p:to>
                                    </p:set>
                                  </p:childTnLst>
                                </p:cTn>
                              </p:par>
                              <p:par>
                                <p:cTn id="4057" nodeType="withEffect" fill="hold" presetClass="exit" presetID="1">
                                  <p:stCondLst>
                                    <p:cond delay="0"/>
                                  </p:stCondLst>
                                  <p:childTnLst>
                                    <p:set>
                                      <p:cBhvr>
                                        <p:cTn id="4058" dur="1" fill="hold">
                                          <p:stCondLst>
                                            <p:cond delay="0"/>
                                          </p:stCondLst>
                                        </p:cTn>
                                        <p:tgtEl>
                                          <p:spTgt spid="1255"/>
                                        </p:tgtEl>
                                        <p:attrNameLst>
                                          <p:attrName>style.visibility</p:attrName>
                                        </p:attrNameLst>
                                      </p:cBhvr>
                                      <p:to>
                                        <p:strVal val="hidden"/>
                                      </p:to>
                                    </p:set>
                                  </p:childTnLst>
                                </p:cTn>
                              </p:par>
                              <p:par>
                                <p:cTn id="4059" nodeType="withEffect" fill="hold" presetClass="exit" presetID="1">
                                  <p:stCondLst>
                                    <p:cond delay="0"/>
                                  </p:stCondLst>
                                  <p:childTnLst>
                                    <p:set>
                                      <p:cBhvr>
                                        <p:cTn id="4060" dur="1" fill="hold">
                                          <p:stCondLst>
                                            <p:cond delay="0"/>
                                          </p:stCondLst>
                                        </p:cTn>
                                        <p:tgtEl>
                                          <p:spTgt spid="1260"/>
                                        </p:tgtEl>
                                        <p:attrNameLst>
                                          <p:attrName>style.visibility</p:attrName>
                                        </p:attrNameLst>
                                      </p:cBhvr>
                                      <p:to>
                                        <p:strVal val="hidden"/>
                                      </p:to>
                                    </p:set>
                                  </p:childTnLst>
                                </p:cTn>
                              </p:par>
                              <p:par>
                                <p:cTn id="4061" nodeType="withEffect" fill="hold" presetClass="exit" presetID="1">
                                  <p:stCondLst>
                                    <p:cond delay="0"/>
                                  </p:stCondLst>
                                  <p:childTnLst>
                                    <p:set>
                                      <p:cBhvr>
                                        <p:cTn id="4062" dur="1" fill="hold">
                                          <p:stCondLst>
                                            <p:cond delay="0"/>
                                          </p:stCondLst>
                                        </p:cTn>
                                        <p:tgtEl>
                                          <p:spTgt spid="1259"/>
                                        </p:tgtEl>
                                        <p:attrNameLst>
                                          <p:attrName>style.visibility</p:attrName>
                                        </p:attrNameLst>
                                      </p:cBhvr>
                                      <p:to>
                                        <p:strVal val="hidden"/>
                                      </p:to>
                                    </p:set>
                                  </p:childTnLst>
                                </p:cTn>
                              </p:par>
                              <p:par>
                                <p:cTn id="4063" nodeType="withEffect" fill="hold" presetClass="exit" presetID="1">
                                  <p:stCondLst>
                                    <p:cond delay="0"/>
                                  </p:stCondLst>
                                  <p:childTnLst>
                                    <p:set>
                                      <p:cBhvr>
                                        <p:cTn id="4064" dur="1" fill="hold">
                                          <p:stCondLst>
                                            <p:cond delay="0"/>
                                          </p:stCondLst>
                                        </p:cTn>
                                        <p:tgtEl>
                                          <p:spTgt spid="1264"/>
                                        </p:tgtEl>
                                        <p:attrNameLst>
                                          <p:attrName>style.visibility</p:attrName>
                                        </p:attrNameLst>
                                      </p:cBhvr>
                                      <p:to>
                                        <p:strVal val="hidden"/>
                                      </p:to>
                                    </p:set>
                                  </p:childTnLst>
                                </p:cTn>
                              </p:par>
                              <p:par>
                                <p:cTn id="4065" nodeType="withEffect" fill="hold" presetClass="exit" presetID="1">
                                  <p:stCondLst>
                                    <p:cond delay="0"/>
                                  </p:stCondLst>
                                  <p:childTnLst>
                                    <p:set>
                                      <p:cBhvr>
                                        <p:cTn id="4066" dur="1" fill="hold">
                                          <p:stCondLst>
                                            <p:cond delay="0"/>
                                          </p:stCondLst>
                                        </p:cTn>
                                        <p:tgtEl>
                                          <p:spTgt spid="1263"/>
                                        </p:tgtEl>
                                        <p:attrNameLst>
                                          <p:attrName>style.visibility</p:attrName>
                                        </p:attrNameLst>
                                      </p:cBhvr>
                                      <p:to>
                                        <p:strVal val="hidden"/>
                                      </p:to>
                                    </p:set>
                                  </p:childTnLst>
                                </p:cTn>
                              </p:par>
                              <p:par>
                                <p:cTn id="4067" nodeType="withEffect" fill="hold" presetClass="exit" presetID="1">
                                  <p:stCondLst>
                                    <p:cond delay="0"/>
                                  </p:stCondLst>
                                  <p:childTnLst>
                                    <p:set>
                                      <p:cBhvr>
                                        <p:cTn id="4068" dur="1" fill="hold">
                                          <p:stCondLst>
                                            <p:cond delay="0"/>
                                          </p:stCondLst>
                                        </p:cTn>
                                        <p:tgtEl>
                                          <p:spTgt spid="1268"/>
                                        </p:tgtEl>
                                        <p:attrNameLst>
                                          <p:attrName>style.visibility</p:attrName>
                                        </p:attrNameLst>
                                      </p:cBhvr>
                                      <p:to>
                                        <p:strVal val="hidden"/>
                                      </p:to>
                                    </p:set>
                                  </p:childTnLst>
                                </p:cTn>
                              </p:par>
                              <p:par>
                                <p:cTn id="4069" nodeType="withEffect" fill="hold" presetClass="exit" presetID="1">
                                  <p:stCondLst>
                                    <p:cond delay="0"/>
                                  </p:stCondLst>
                                  <p:childTnLst>
                                    <p:set>
                                      <p:cBhvr>
                                        <p:cTn id="4070" dur="1" fill="hold">
                                          <p:stCondLst>
                                            <p:cond delay="0"/>
                                          </p:stCondLst>
                                        </p:cTn>
                                        <p:tgtEl>
                                          <p:spTgt spid="12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071" restart="whenNotActive" nodeType="interactiveSeq" fill="hold">
                <p:stCondLst>
                  <p:cond delay="0" evt="onClick">
                    <p:tgtEl>
                      <p:spTgt spid="1253"/>
                    </p:tgtEl>
                  </p:cond>
                </p:stCondLst>
                <p:childTnLst>
                  <p:par>
                    <p:cTn id="4072" fill="hold">
                      <p:stCondLst>
                        <p:cond delay="0" evt="onClick">
                          <p:tgtEl>
                            <p:spTgt spid="1253"/>
                          </p:tgtEl>
                        </p:cond>
                      </p:stCondLst>
                      <p:childTnLst>
                        <p:par>
                          <p:cTn id="4073" fill="hold">
                            <p:stCondLst>
                              <p:cond delay="0"/>
                            </p:stCondLst>
                            <p:childTnLst>
                              <p:par>
                                <p:cTn id="4074" nodeType="clickEffect" fill="hold" presetClass="entr" presetID="16" presetSubtype="21">
                                  <p:stCondLst>
                                    <p:cond delay="0"/>
                                  </p:stCondLst>
                                  <p:childTnLst>
                                    <p:set>
                                      <p:cBhvr>
                                        <p:cTn id="4075" dur="1" fill="hold">
                                          <p:stCondLst>
                                            <p:cond delay="0"/>
                                          </p:stCondLst>
                                        </p:cTn>
                                        <p:tgtEl>
                                          <p:spTgt spid="1256"/>
                                        </p:tgtEl>
                                        <p:attrNameLst>
                                          <p:attrName>style.visibility</p:attrName>
                                        </p:attrNameLst>
                                      </p:cBhvr>
                                      <p:to>
                                        <p:strVal val="visible"/>
                                      </p:to>
                                    </p:set>
                                    <p:animEffect filter="barn(inVertical)" transition="in">
                                      <p:cBhvr additive="repl">
                                        <p:cTn id="4076" dur="500"/>
                                        <p:tgtEl>
                                          <p:spTgt spid="1256"/>
                                        </p:tgtEl>
                                      </p:cBhvr>
                                    </p:animEffect>
                                  </p:childTnLst>
                                </p:cTn>
                              </p:par>
                              <p:par>
                                <p:cTn id="4077" nodeType="withEffect" fill="hold" presetClass="entr" presetID="16" presetSubtype="21">
                                  <p:stCondLst>
                                    <p:cond delay="0"/>
                                  </p:stCondLst>
                                  <p:childTnLst>
                                    <p:set>
                                      <p:cBhvr>
                                        <p:cTn id="4078" dur="1" fill="hold">
                                          <p:stCondLst>
                                            <p:cond delay="0"/>
                                          </p:stCondLst>
                                        </p:cTn>
                                        <p:tgtEl>
                                          <p:spTgt spid="1255"/>
                                        </p:tgtEl>
                                        <p:attrNameLst>
                                          <p:attrName>style.visibility</p:attrName>
                                        </p:attrNameLst>
                                      </p:cBhvr>
                                      <p:to>
                                        <p:strVal val="visible"/>
                                      </p:to>
                                    </p:set>
                                    <p:animEffect filter="barn(inVertical)" transition="in">
                                      <p:cBhvr additive="repl">
                                        <p:cTn id="4079" dur="500"/>
                                        <p:tgtEl>
                                          <p:spTgt spid="1255"/>
                                        </p:tgtEl>
                                      </p:cBhvr>
                                    </p:animEffect>
                                  </p:childTnLst>
                                </p:cTn>
                              </p:par>
                              <p:par>
                                <p:cTn id="4080" nodeType="withEffect" fill="hold" presetClass="emph" presetID="1" presetSubtype="2">
                                  <p:stCondLst>
                                    <p:cond delay="0"/>
                                  </p:stCondLst>
                                  <p:childTnLst>
                                    <p:animClr clrSpc="rgb">
                                      <p:cBhvr>
                                        <p:cTn id="4081" dur="500" fill="hold"/>
                                        <p:tgtEl>
                                          <p:spTgt spid="1254"/>
                                        </p:tgtEl>
                                        <p:attrNameLst>
                                          <p:attrName>fillcolor</p:attrName>
                                        </p:attrNameLst>
                                      </p:cBhvr>
                                      <p:to>
                                        <a:srgbClr val="8a80e4"/>
                                      </p:to>
                                    </p:animClr>
                                    <p:set>
                                      <p:cBhvr>
                                        <p:cTn id="4082" dur="500" fill="hold"/>
                                        <p:tgtEl>
                                          <p:spTgt spid="1254"/>
                                        </p:tgtEl>
                                        <p:attrNameLst>
                                          <p:attrName>fill.type</p:attrName>
                                        </p:attrNameLst>
                                      </p:cBhvr>
                                      <p:to>
                                        <p:strVal val="solid"/>
                                      </p:to>
                                    </p:set>
                                    <p:set>
                                      <p:cBhvr>
                                        <p:cTn id="4083" dur="500" fill="hold"/>
                                        <p:tgtEl>
                                          <p:spTgt spid="1254"/>
                                        </p:tgtEl>
                                        <p:attrNameLst>
                                          <p:attrName>fill.on</p:attrName>
                                        </p:attrNameLst>
                                      </p:cBhvr>
                                      <p:to>
                                        <p:strVal val="true"/>
                                      </p:to>
                                    </p:set>
                                  </p:childTnLst>
                                </p:cTn>
                              </p:par>
                              <p:par>
                                <p:cTn id="4084" nodeType="withEffect" fill="hold" presetClass="emph" presetID="1" presetSubtype="2">
                                  <p:stCondLst>
                                    <p:cond delay="0"/>
                                  </p:stCondLst>
                                  <p:childTnLst>
                                    <p:animClr clrSpc="rgb">
                                      <p:cBhvr>
                                        <p:cTn id="4085" dur="500" fill="hold"/>
                                        <p:tgtEl>
                                          <p:spTgt spid="1258"/>
                                        </p:tgtEl>
                                        <p:attrNameLst>
                                          <p:attrName>fillcolor</p:attrName>
                                        </p:attrNameLst>
                                      </p:cBhvr>
                                      <p:to>
                                        <a:srgbClr val="95b3d7"/>
                                      </p:to>
                                    </p:animClr>
                                    <p:set>
                                      <p:cBhvr>
                                        <p:cTn id="4086" dur="500" fill="hold"/>
                                        <p:tgtEl>
                                          <p:spTgt spid="1258"/>
                                        </p:tgtEl>
                                        <p:attrNameLst>
                                          <p:attrName>fill.type</p:attrName>
                                        </p:attrNameLst>
                                      </p:cBhvr>
                                      <p:to>
                                        <p:strVal val="solid"/>
                                      </p:to>
                                    </p:set>
                                    <p:set>
                                      <p:cBhvr>
                                        <p:cTn id="4087" dur="500" fill="hold"/>
                                        <p:tgtEl>
                                          <p:spTgt spid="1258"/>
                                        </p:tgtEl>
                                        <p:attrNameLst>
                                          <p:attrName>fill.on</p:attrName>
                                        </p:attrNameLst>
                                      </p:cBhvr>
                                      <p:to>
                                        <p:strVal val="true"/>
                                      </p:to>
                                    </p:set>
                                  </p:childTnLst>
                                </p:cTn>
                              </p:par>
                              <p:par>
                                <p:cTn id="4088" nodeType="withEffect" fill="hold" presetClass="emph" presetID="1" presetSubtype="2">
                                  <p:stCondLst>
                                    <p:cond delay="0"/>
                                  </p:stCondLst>
                                  <p:childTnLst>
                                    <p:animClr clrSpc="rgb">
                                      <p:cBhvr>
                                        <p:cTn id="4089" dur="500" fill="hold"/>
                                        <p:tgtEl>
                                          <p:spTgt spid="1262"/>
                                        </p:tgtEl>
                                        <p:attrNameLst>
                                          <p:attrName>fillcolor</p:attrName>
                                        </p:attrNameLst>
                                      </p:cBhvr>
                                      <p:to>
                                        <a:srgbClr val="95b3d7"/>
                                      </p:to>
                                    </p:animClr>
                                    <p:set>
                                      <p:cBhvr>
                                        <p:cTn id="4090" dur="500" fill="hold"/>
                                        <p:tgtEl>
                                          <p:spTgt spid="1262"/>
                                        </p:tgtEl>
                                        <p:attrNameLst>
                                          <p:attrName>fill.type</p:attrName>
                                        </p:attrNameLst>
                                      </p:cBhvr>
                                      <p:to>
                                        <p:strVal val="solid"/>
                                      </p:to>
                                    </p:set>
                                    <p:set>
                                      <p:cBhvr>
                                        <p:cTn id="4091" dur="500" fill="hold"/>
                                        <p:tgtEl>
                                          <p:spTgt spid="1262"/>
                                        </p:tgtEl>
                                        <p:attrNameLst>
                                          <p:attrName>fill.on</p:attrName>
                                        </p:attrNameLst>
                                      </p:cBhvr>
                                      <p:to>
                                        <p:strVal val="true"/>
                                      </p:to>
                                    </p:set>
                                  </p:childTnLst>
                                </p:cTn>
                              </p:par>
                              <p:par>
                                <p:cTn id="4092" nodeType="withEffect" fill="hold" presetClass="emph" presetID="1" presetSubtype="2">
                                  <p:stCondLst>
                                    <p:cond delay="0"/>
                                  </p:stCondLst>
                                  <p:childTnLst>
                                    <p:animClr clrSpc="rgb">
                                      <p:cBhvr>
                                        <p:cTn id="4093" dur="500" fill="hold"/>
                                        <p:tgtEl>
                                          <p:spTgt spid="1266"/>
                                        </p:tgtEl>
                                        <p:attrNameLst>
                                          <p:attrName>fillcolor</p:attrName>
                                        </p:attrNameLst>
                                      </p:cBhvr>
                                      <p:to>
                                        <a:srgbClr val="95b3d7"/>
                                      </p:to>
                                    </p:animClr>
                                    <p:set>
                                      <p:cBhvr>
                                        <p:cTn id="4094" dur="500" fill="hold"/>
                                        <p:tgtEl>
                                          <p:spTgt spid="1266"/>
                                        </p:tgtEl>
                                        <p:attrNameLst>
                                          <p:attrName>fill.type</p:attrName>
                                        </p:attrNameLst>
                                      </p:cBhvr>
                                      <p:to>
                                        <p:strVal val="solid"/>
                                      </p:to>
                                    </p:set>
                                    <p:set>
                                      <p:cBhvr>
                                        <p:cTn id="4095" dur="500" fill="hold"/>
                                        <p:tgtEl>
                                          <p:spTgt spid="1266"/>
                                        </p:tgtEl>
                                        <p:attrNameLst>
                                          <p:attrName>fill.on</p:attrName>
                                        </p:attrNameLst>
                                      </p:cBhvr>
                                      <p:to>
                                        <p:strVal val="true"/>
                                      </p:to>
                                    </p:set>
                                  </p:childTnLst>
                                </p:cTn>
                              </p:par>
                              <p:par>
                                <p:cTn id="4096" nodeType="withEffect" fill="hold" presetClass="exit" presetID="10">
                                  <p:stCondLst>
                                    <p:cond delay="0"/>
                                  </p:stCondLst>
                                  <p:childTnLst>
                                    <p:animEffect filter="fade" transition="out">
                                      <p:cBhvr additive="repl">
                                        <p:cTn id="4097" dur="500"/>
                                        <p:tgtEl>
                                          <p:spTgt spid="1260"/>
                                        </p:tgtEl>
                                      </p:cBhvr>
                                    </p:animEffect>
                                    <p:set>
                                      <p:cBhvr>
                                        <p:cTn id="4098" dur="1" fill="hold">
                                          <p:stCondLst>
                                            <p:cond delay="499"/>
                                          </p:stCondLst>
                                        </p:cTn>
                                        <p:tgtEl>
                                          <p:spTgt spid="1260"/>
                                        </p:tgtEl>
                                        <p:attrNameLst>
                                          <p:attrName>style.visibility</p:attrName>
                                        </p:attrNameLst>
                                      </p:cBhvr>
                                      <p:to>
                                        <p:strVal val="hidden"/>
                                      </p:to>
                                    </p:set>
                                  </p:childTnLst>
                                </p:cTn>
                              </p:par>
                              <p:par>
                                <p:cTn id="4099" nodeType="withEffect" fill="hold" presetClass="exit" presetID="10">
                                  <p:stCondLst>
                                    <p:cond delay="0"/>
                                  </p:stCondLst>
                                  <p:childTnLst>
                                    <p:animEffect filter="fade" transition="out">
                                      <p:cBhvr additive="repl">
                                        <p:cTn id="4100" dur="500"/>
                                        <p:tgtEl>
                                          <p:spTgt spid="1259"/>
                                        </p:tgtEl>
                                      </p:cBhvr>
                                    </p:animEffect>
                                    <p:set>
                                      <p:cBhvr>
                                        <p:cTn id="4101" dur="1" fill="hold">
                                          <p:stCondLst>
                                            <p:cond delay="499"/>
                                          </p:stCondLst>
                                        </p:cTn>
                                        <p:tgtEl>
                                          <p:spTgt spid="1259"/>
                                        </p:tgtEl>
                                        <p:attrNameLst>
                                          <p:attrName>style.visibility</p:attrName>
                                        </p:attrNameLst>
                                      </p:cBhvr>
                                      <p:to>
                                        <p:strVal val="hidden"/>
                                      </p:to>
                                    </p:set>
                                  </p:childTnLst>
                                </p:cTn>
                              </p:par>
                              <p:par>
                                <p:cTn id="4102" nodeType="withEffect" fill="hold" presetClass="exit" presetID="10">
                                  <p:stCondLst>
                                    <p:cond delay="0"/>
                                  </p:stCondLst>
                                  <p:childTnLst>
                                    <p:animEffect filter="fade" transition="out">
                                      <p:cBhvr additive="repl">
                                        <p:cTn id="4103" dur="500"/>
                                        <p:tgtEl>
                                          <p:spTgt spid="1264"/>
                                        </p:tgtEl>
                                      </p:cBhvr>
                                    </p:animEffect>
                                    <p:set>
                                      <p:cBhvr>
                                        <p:cTn id="4104" dur="1" fill="hold">
                                          <p:stCondLst>
                                            <p:cond delay="499"/>
                                          </p:stCondLst>
                                        </p:cTn>
                                        <p:tgtEl>
                                          <p:spTgt spid="1264"/>
                                        </p:tgtEl>
                                        <p:attrNameLst>
                                          <p:attrName>style.visibility</p:attrName>
                                        </p:attrNameLst>
                                      </p:cBhvr>
                                      <p:to>
                                        <p:strVal val="hidden"/>
                                      </p:to>
                                    </p:set>
                                  </p:childTnLst>
                                </p:cTn>
                              </p:par>
                              <p:par>
                                <p:cTn id="4105" nodeType="withEffect" fill="hold" presetClass="exit" presetID="10">
                                  <p:stCondLst>
                                    <p:cond delay="0"/>
                                  </p:stCondLst>
                                  <p:childTnLst>
                                    <p:animEffect filter="fade" transition="out">
                                      <p:cBhvr additive="repl">
                                        <p:cTn id="4106" dur="500"/>
                                        <p:tgtEl>
                                          <p:spTgt spid="1263"/>
                                        </p:tgtEl>
                                      </p:cBhvr>
                                    </p:animEffect>
                                    <p:set>
                                      <p:cBhvr>
                                        <p:cTn id="4107" dur="1" fill="hold">
                                          <p:stCondLst>
                                            <p:cond delay="499"/>
                                          </p:stCondLst>
                                        </p:cTn>
                                        <p:tgtEl>
                                          <p:spTgt spid="1263"/>
                                        </p:tgtEl>
                                        <p:attrNameLst>
                                          <p:attrName>style.visibility</p:attrName>
                                        </p:attrNameLst>
                                      </p:cBhvr>
                                      <p:to>
                                        <p:strVal val="hidden"/>
                                      </p:to>
                                    </p:set>
                                  </p:childTnLst>
                                </p:cTn>
                              </p:par>
                              <p:par>
                                <p:cTn id="4108" nodeType="withEffect" fill="hold" presetClass="exit" presetID="10">
                                  <p:stCondLst>
                                    <p:cond delay="0"/>
                                  </p:stCondLst>
                                  <p:childTnLst>
                                    <p:animEffect filter="fade" transition="out">
                                      <p:cBhvr additive="repl">
                                        <p:cTn id="4109" dur="500"/>
                                        <p:tgtEl>
                                          <p:spTgt spid="1268"/>
                                        </p:tgtEl>
                                      </p:cBhvr>
                                    </p:animEffect>
                                    <p:set>
                                      <p:cBhvr>
                                        <p:cTn id="4110" dur="1" fill="hold">
                                          <p:stCondLst>
                                            <p:cond delay="499"/>
                                          </p:stCondLst>
                                        </p:cTn>
                                        <p:tgtEl>
                                          <p:spTgt spid="1268"/>
                                        </p:tgtEl>
                                        <p:attrNameLst>
                                          <p:attrName>style.visibility</p:attrName>
                                        </p:attrNameLst>
                                      </p:cBhvr>
                                      <p:to>
                                        <p:strVal val="hidden"/>
                                      </p:to>
                                    </p:set>
                                  </p:childTnLst>
                                </p:cTn>
                              </p:par>
                              <p:par>
                                <p:cTn id="4111" nodeType="withEffect" fill="hold" presetClass="exit" presetID="10">
                                  <p:stCondLst>
                                    <p:cond delay="0"/>
                                  </p:stCondLst>
                                  <p:childTnLst>
                                    <p:animEffect filter="fade" transition="out">
                                      <p:cBhvr additive="repl">
                                        <p:cTn id="4112" dur="500"/>
                                        <p:tgtEl>
                                          <p:spTgt spid="1267"/>
                                        </p:tgtEl>
                                      </p:cBhvr>
                                    </p:animEffect>
                                    <p:set>
                                      <p:cBhvr>
                                        <p:cTn id="4113" dur="1" fill="hold">
                                          <p:stCondLst>
                                            <p:cond delay="499"/>
                                          </p:stCondLst>
                                        </p:cTn>
                                        <p:tgtEl>
                                          <p:spTgt spid="12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114" restart="whenNotActive" nodeType="interactiveSeq" fill="hold">
                <p:stCondLst>
                  <p:cond delay="0" evt="onClick">
                    <p:tgtEl>
                      <p:spTgt spid="1256"/>
                    </p:tgtEl>
                  </p:cond>
                </p:stCondLst>
                <p:childTnLst>
                  <p:par>
                    <p:cTn id="4115" fill="hold">
                      <p:stCondLst>
                        <p:cond delay="0" evt="onClick">
                          <p:tgtEl>
                            <p:spTgt spid="1256"/>
                          </p:tgtEl>
                        </p:cond>
                      </p:stCondLst>
                      <p:childTnLst>
                        <p:par>
                          <p:cTn id="4116" fill="hold">
                            <p:stCondLst>
                              <p:cond delay="0"/>
                            </p:stCondLst>
                            <p:childTnLst>
                              <p:par>
                                <p:cTn id="4117" nodeType="clickEffect" fill="hold" presetClass="exit" presetID="9">
                                  <p:stCondLst>
                                    <p:cond delay="0"/>
                                  </p:stCondLst>
                                  <p:childTnLst>
                                    <p:animEffect filter="dissolve" transition="out">
                                      <p:cBhvr additive="repl">
                                        <p:cTn id="4118" dur="500"/>
                                        <p:tgtEl>
                                          <p:spTgt spid="1256"/>
                                        </p:tgtEl>
                                      </p:cBhvr>
                                    </p:animEffect>
                                    <p:set>
                                      <p:cBhvr>
                                        <p:cTn id="4119" dur="1" fill="hold">
                                          <p:stCondLst>
                                            <p:cond delay="499"/>
                                          </p:stCondLst>
                                        </p:cTn>
                                        <p:tgtEl>
                                          <p:spTgt spid="1256"/>
                                        </p:tgtEl>
                                        <p:attrNameLst>
                                          <p:attrName>style.visibility</p:attrName>
                                        </p:attrNameLst>
                                      </p:cBhvr>
                                      <p:to>
                                        <p:strVal val="hidden"/>
                                      </p:to>
                                    </p:set>
                                  </p:childTnLst>
                                </p:cTn>
                              </p:par>
                              <p:par>
                                <p:cTn id="4120" nodeType="withEffect" fill="hold" presetClass="exit" presetID="9">
                                  <p:stCondLst>
                                    <p:cond delay="0"/>
                                  </p:stCondLst>
                                  <p:childTnLst>
                                    <p:animEffect filter="dissolve" transition="out">
                                      <p:cBhvr additive="repl">
                                        <p:cTn id="4121" dur="500"/>
                                        <p:tgtEl>
                                          <p:spTgt spid="1255"/>
                                        </p:tgtEl>
                                      </p:cBhvr>
                                    </p:animEffect>
                                    <p:set>
                                      <p:cBhvr>
                                        <p:cTn id="4122" dur="1" fill="hold">
                                          <p:stCondLst>
                                            <p:cond delay="499"/>
                                          </p:stCondLst>
                                        </p:cTn>
                                        <p:tgtEl>
                                          <p:spTgt spid="1255"/>
                                        </p:tgtEl>
                                        <p:attrNameLst>
                                          <p:attrName>style.visibility</p:attrName>
                                        </p:attrNameLst>
                                      </p:cBhvr>
                                      <p:to>
                                        <p:strVal val="hidden"/>
                                      </p:to>
                                    </p:set>
                                  </p:childTnLst>
                                </p:cTn>
                              </p:par>
                              <p:par>
                                <p:cTn id="4123" nodeType="withEffect" fill="hold" presetClass="emph" presetID="1" presetSubtype="2">
                                  <p:stCondLst>
                                    <p:cond delay="0"/>
                                  </p:stCondLst>
                                  <p:childTnLst>
                                    <p:animClr clrSpc="rgb">
                                      <p:cBhvr>
                                        <p:cTn id="4124" dur="500" fill="hold"/>
                                        <p:tgtEl>
                                          <p:spTgt spid="1254"/>
                                        </p:tgtEl>
                                        <p:attrNameLst>
                                          <p:attrName>fillcolor</p:attrName>
                                        </p:attrNameLst>
                                      </p:cBhvr>
                                      <p:to>
                                        <a:srgbClr val="95b3d7"/>
                                      </p:to>
                                    </p:animClr>
                                    <p:set>
                                      <p:cBhvr>
                                        <p:cTn id="4125" dur="500" fill="hold"/>
                                        <p:tgtEl>
                                          <p:spTgt spid="1254"/>
                                        </p:tgtEl>
                                        <p:attrNameLst>
                                          <p:attrName>fill.type</p:attrName>
                                        </p:attrNameLst>
                                      </p:cBhvr>
                                      <p:to>
                                        <p:strVal val="solid"/>
                                      </p:to>
                                    </p:set>
                                    <p:set>
                                      <p:cBhvr>
                                        <p:cTn id="4126" dur="500" fill="hold"/>
                                        <p:tgtEl>
                                          <p:spTgt spid="125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127" restart="whenNotActive" nodeType="interactiveSeq" fill="hold">
                <p:stCondLst>
                  <p:cond delay="0" evt="onClick">
                    <p:tgtEl>
                      <p:spTgt spid="1257"/>
                    </p:tgtEl>
                  </p:cond>
                </p:stCondLst>
                <p:childTnLst>
                  <p:par>
                    <p:cTn id="4128" fill="hold">
                      <p:stCondLst>
                        <p:cond delay="0" evt="onClick">
                          <p:tgtEl>
                            <p:spTgt spid="1257"/>
                          </p:tgtEl>
                        </p:cond>
                      </p:stCondLst>
                      <p:childTnLst>
                        <p:par>
                          <p:cTn id="4129" fill="hold">
                            <p:stCondLst>
                              <p:cond delay="0"/>
                            </p:stCondLst>
                            <p:childTnLst>
                              <p:par>
                                <p:cTn id="4130" nodeType="clickEffect" fill="hold" presetClass="entr" presetID="16" presetSubtype="21">
                                  <p:stCondLst>
                                    <p:cond delay="0"/>
                                  </p:stCondLst>
                                  <p:childTnLst>
                                    <p:set>
                                      <p:cBhvr>
                                        <p:cTn id="4131" dur="1" fill="hold">
                                          <p:stCondLst>
                                            <p:cond delay="0"/>
                                          </p:stCondLst>
                                        </p:cTn>
                                        <p:tgtEl>
                                          <p:spTgt spid="1260"/>
                                        </p:tgtEl>
                                        <p:attrNameLst>
                                          <p:attrName>style.visibility</p:attrName>
                                        </p:attrNameLst>
                                      </p:cBhvr>
                                      <p:to>
                                        <p:strVal val="visible"/>
                                      </p:to>
                                    </p:set>
                                    <p:animEffect filter="barn(inVertical)" transition="in">
                                      <p:cBhvr additive="repl">
                                        <p:cTn id="4132" dur="500"/>
                                        <p:tgtEl>
                                          <p:spTgt spid="1260"/>
                                        </p:tgtEl>
                                      </p:cBhvr>
                                    </p:animEffect>
                                  </p:childTnLst>
                                </p:cTn>
                              </p:par>
                              <p:par>
                                <p:cTn id="4133" nodeType="withEffect" fill="hold" presetClass="entr" presetID="16" presetSubtype="21">
                                  <p:stCondLst>
                                    <p:cond delay="0"/>
                                  </p:stCondLst>
                                  <p:childTnLst>
                                    <p:set>
                                      <p:cBhvr>
                                        <p:cTn id="4134" dur="1" fill="hold">
                                          <p:stCondLst>
                                            <p:cond delay="0"/>
                                          </p:stCondLst>
                                        </p:cTn>
                                        <p:tgtEl>
                                          <p:spTgt spid="1259"/>
                                        </p:tgtEl>
                                        <p:attrNameLst>
                                          <p:attrName>style.visibility</p:attrName>
                                        </p:attrNameLst>
                                      </p:cBhvr>
                                      <p:to>
                                        <p:strVal val="visible"/>
                                      </p:to>
                                    </p:set>
                                    <p:animEffect filter="barn(inVertical)" transition="in">
                                      <p:cBhvr additive="repl">
                                        <p:cTn id="4135" dur="500"/>
                                        <p:tgtEl>
                                          <p:spTgt spid="1259"/>
                                        </p:tgtEl>
                                      </p:cBhvr>
                                    </p:animEffect>
                                  </p:childTnLst>
                                </p:cTn>
                              </p:par>
                              <p:par>
                                <p:cTn id="4136" nodeType="withEffect" fill="hold" presetClass="emph" presetID="1" presetSubtype="2">
                                  <p:stCondLst>
                                    <p:cond delay="0"/>
                                  </p:stCondLst>
                                  <p:childTnLst>
                                    <p:animClr clrSpc="rgb">
                                      <p:cBhvr>
                                        <p:cTn id="4137" dur="500" fill="hold"/>
                                        <p:tgtEl>
                                          <p:spTgt spid="1258"/>
                                        </p:tgtEl>
                                        <p:attrNameLst>
                                          <p:attrName>fillcolor</p:attrName>
                                        </p:attrNameLst>
                                      </p:cBhvr>
                                      <p:to>
                                        <a:srgbClr val="8a80e4"/>
                                      </p:to>
                                    </p:animClr>
                                    <p:set>
                                      <p:cBhvr>
                                        <p:cTn id="4138" dur="500" fill="hold"/>
                                        <p:tgtEl>
                                          <p:spTgt spid="1258"/>
                                        </p:tgtEl>
                                        <p:attrNameLst>
                                          <p:attrName>fill.type</p:attrName>
                                        </p:attrNameLst>
                                      </p:cBhvr>
                                      <p:to>
                                        <p:strVal val="solid"/>
                                      </p:to>
                                    </p:set>
                                    <p:set>
                                      <p:cBhvr>
                                        <p:cTn id="4139" dur="500" fill="hold"/>
                                        <p:tgtEl>
                                          <p:spTgt spid="1258"/>
                                        </p:tgtEl>
                                        <p:attrNameLst>
                                          <p:attrName>fill.on</p:attrName>
                                        </p:attrNameLst>
                                      </p:cBhvr>
                                      <p:to>
                                        <p:strVal val="true"/>
                                      </p:to>
                                    </p:set>
                                  </p:childTnLst>
                                </p:cTn>
                              </p:par>
                              <p:par>
                                <p:cTn id="4140" nodeType="withEffect" fill="hold" presetClass="emph" presetID="1" presetSubtype="2">
                                  <p:stCondLst>
                                    <p:cond delay="0"/>
                                  </p:stCondLst>
                                  <p:childTnLst>
                                    <p:animClr clrSpc="rgb">
                                      <p:cBhvr>
                                        <p:cTn id="4141" dur="500" fill="hold"/>
                                        <p:tgtEl>
                                          <p:spTgt spid="1254"/>
                                        </p:tgtEl>
                                        <p:attrNameLst>
                                          <p:attrName>fillcolor</p:attrName>
                                        </p:attrNameLst>
                                      </p:cBhvr>
                                      <p:to>
                                        <a:srgbClr val="95b3d7"/>
                                      </p:to>
                                    </p:animClr>
                                    <p:set>
                                      <p:cBhvr>
                                        <p:cTn id="4142" dur="500" fill="hold"/>
                                        <p:tgtEl>
                                          <p:spTgt spid="1254"/>
                                        </p:tgtEl>
                                        <p:attrNameLst>
                                          <p:attrName>fill.type</p:attrName>
                                        </p:attrNameLst>
                                      </p:cBhvr>
                                      <p:to>
                                        <p:strVal val="solid"/>
                                      </p:to>
                                    </p:set>
                                    <p:set>
                                      <p:cBhvr>
                                        <p:cTn id="4143" dur="500" fill="hold"/>
                                        <p:tgtEl>
                                          <p:spTgt spid="1254"/>
                                        </p:tgtEl>
                                        <p:attrNameLst>
                                          <p:attrName>fill.on</p:attrName>
                                        </p:attrNameLst>
                                      </p:cBhvr>
                                      <p:to>
                                        <p:strVal val="true"/>
                                      </p:to>
                                    </p:set>
                                  </p:childTnLst>
                                </p:cTn>
                              </p:par>
                              <p:par>
                                <p:cTn id="4144" nodeType="withEffect" fill="hold" presetClass="emph" presetID="1" presetSubtype="2">
                                  <p:stCondLst>
                                    <p:cond delay="0"/>
                                  </p:stCondLst>
                                  <p:childTnLst>
                                    <p:animClr clrSpc="rgb">
                                      <p:cBhvr>
                                        <p:cTn id="4145" dur="500" fill="hold"/>
                                        <p:tgtEl>
                                          <p:spTgt spid="1262"/>
                                        </p:tgtEl>
                                        <p:attrNameLst>
                                          <p:attrName>fillcolor</p:attrName>
                                        </p:attrNameLst>
                                      </p:cBhvr>
                                      <p:to>
                                        <a:srgbClr val="95b3d7"/>
                                      </p:to>
                                    </p:animClr>
                                    <p:set>
                                      <p:cBhvr>
                                        <p:cTn id="4146" dur="500" fill="hold"/>
                                        <p:tgtEl>
                                          <p:spTgt spid="1262"/>
                                        </p:tgtEl>
                                        <p:attrNameLst>
                                          <p:attrName>fill.type</p:attrName>
                                        </p:attrNameLst>
                                      </p:cBhvr>
                                      <p:to>
                                        <p:strVal val="solid"/>
                                      </p:to>
                                    </p:set>
                                    <p:set>
                                      <p:cBhvr>
                                        <p:cTn id="4147" dur="500" fill="hold"/>
                                        <p:tgtEl>
                                          <p:spTgt spid="1262"/>
                                        </p:tgtEl>
                                        <p:attrNameLst>
                                          <p:attrName>fill.on</p:attrName>
                                        </p:attrNameLst>
                                      </p:cBhvr>
                                      <p:to>
                                        <p:strVal val="true"/>
                                      </p:to>
                                    </p:set>
                                  </p:childTnLst>
                                </p:cTn>
                              </p:par>
                              <p:par>
                                <p:cTn id="4148" nodeType="withEffect" fill="hold" presetClass="emph" presetID="1" presetSubtype="2">
                                  <p:stCondLst>
                                    <p:cond delay="0"/>
                                  </p:stCondLst>
                                  <p:childTnLst>
                                    <p:animClr clrSpc="rgb">
                                      <p:cBhvr>
                                        <p:cTn id="4149" dur="500" fill="hold"/>
                                        <p:tgtEl>
                                          <p:spTgt spid="1266"/>
                                        </p:tgtEl>
                                        <p:attrNameLst>
                                          <p:attrName>fillcolor</p:attrName>
                                        </p:attrNameLst>
                                      </p:cBhvr>
                                      <p:to>
                                        <a:srgbClr val="95b3d7"/>
                                      </p:to>
                                    </p:animClr>
                                    <p:set>
                                      <p:cBhvr>
                                        <p:cTn id="4150" dur="500" fill="hold"/>
                                        <p:tgtEl>
                                          <p:spTgt spid="1266"/>
                                        </p:tgtEl>
                                        <p:attrNameLst>
                                          <p:attrName>fill.type</p:attrName>
                                        </p:attrNameLst>
                                      </p:cBhvr>
                                      <p:to>
                                        <p:strVal val="solid"/>
                                      </p:to>
                                    </p:set>
                                    <p:set>
                                      <p:cBhvr>
                                        <p:cTn id="4151" dur="500" fill="hold"/>
                                        <p:tgtEl>
                                          <p:spTgt spid="1266"/>
                                        </p:tgtEl>
                                        <p:attrNameLst>
                                          <p:attrName>fill.on</p:attrName>
                                        </p:attrNameLst>
                                      </p:cBhvr>
                                      <p:to>
                                        <p:strVal val="true"/>
                                      </p:to>
                                    </p:set>
                                  </p:childTnLst>
                                </p:cTn>
                              </p:par>
                              <p:par>
                                <p:cTn id="4152" nodeType="withEffect" fill="hold" presetClass="exit" presetID="10">
                                  <p:stCondLst>
                                    <p:cond delay="0"/>
                                  </p:stCondLst>
                                  <p:childTnLst>
                                    <p:animEffect filter="fade" transition="out">
                                      <p:cBhvr additive="repl">
                                        <p:cTn id="4153" dur="500"/>
                                        <p:tgtEl>
                                          <p:spTgt spid="1256"/>
                                        </p:tgtEl>
                                      </p:cBhvr>
                                    </p:animEffect>
                                    <p:set>
                                      <p:cBhvr>
                                        <p:cTn id="4154" dur="1" fill="hold">
                                          <p:stCondLst>
                                            <p:cond delay="499"/>
                                          </p:stCondLst>
                                        </p:cTn>
                                        <p:tgtEl>
                                          <p:spTgt spid="1256"/>
                                        </p:tgtEl>
                                        <p:attrNameLst>
                                          <p:attrName>style.visibility</p:attrName>
                                        </p:attrNameLst>
                                      </p:cBhvr>
                                      <p:to>
                                        <p:strVal val="hidden"/>
                                      </p:to>
                                    </p:set>
                                  </p:childTnLst>
                                </p:cTn>
                              </p:par>
                              <p:par>
                                <p:cTn id="4155" nodeType="withEffect" fill="hold" presetClass="exit" presetID="10">
                                  <p:stCondLst>
                                    <p:cond delay="0"/>
                                  </p:stCondLst>
                                  <p:childTnLst>
                                    <p:animEffect filter="fade" transition="out">
                                      <p:cBhvr additive="repl">
                                        <p:cTn id="4156" dur="500"/>
                                        <p:tgtEl>
                                          <p:spTgt spid="1255"/>
                                        </p:tgtEl>
                                      </p:cBhvr>
                                    </p:animEffect>
                                    <p:set>
                                      <p:cBhvr>
                                        <p:cTn id="4157" dur="1" fill="hold">
                                          <p:stCondLst>
                                            <p:cond delay="499"/>
                                          </p:stCondLst>
                                        </p:cTn>
                                        <p:tgtEl>
                                          <p:spTgt spid="1255"/>
                                        </p:tgtEl>
                                        <p:attrNameLst>
                                          <p:attrName>style.visibility</p:attrName>
                                        </p:attrNameLst>
                                      </p:cBhvr>
                                      <p:to>
                                        <p:strVal val="hidden"/>
                                      </p:to>
                                    </p:set>
                                  </p:childTnLst>
                                </p:cTn>
                              </p:par>
                              <p:par>
                                <p:cTn id="4158" nodeType="withEffect" fill="hold" presetClass="exit" presetID="10">
                                  <p:stCondLst>
                                    <p:cond delay="0"/>
                                  </p:stCondLst>
                                  <p:childTnLst>
                                    <p:animEffect filter="fade" transition="out">
                                      <p:cBhvr additive="repl">
                                        <p:cTn id="4159" dur="500"/>
                                        <p:tgtEl>
                                          <p:spTgt spid="1264"/>
                                        </p:tgtEl>
                                      </p:cBhvr>
                                    </p:animEffect>
                                    <p:set>
                                      <p:cBhvr>
                                        <p:cTn id="4160" dur="1" fill="hold">
                                          <p:stCondLst>
                                            <p:cond delay="499"/>
                                          </p:stCondLst>
                                        </p:cTn>
                                        <p:tgtEl>
                                          <p:spTgt spid="1264"/>
                                        </p:tgtEl>
                                        <p:attrNameLst>
                                          <p:attrName>style.visibility</p:attrName>
                                        </p:attrNameLst>
                                      </p:cBhvr>
                                      <p:to>
                                        <p:strVal val="hidden"/>
                                      </p:to>
                                    </p:set>
                                  </p:childTnLst>
                                </p:cTn>
                              </p:par>
                              <p:par>
                                <p:cTn id="4161" nodeType="withEffect" fill="hold" presetClass="exit" presetID="10">
                                  <p:stCondLst>
                                    <p:cond delay="0"/>
                                  </p:stCondLst>
                                  <p:childTnLst>
                                    <p:animEffect filter="fade" transition="out">
                                      <p:cBhvr additive="repl">
                                        <p:cTn id="4162" dur="500"/>
                                        <p:tgtEl>
                                          <p:spTgt spid="1263"/>
                                        </p:tgtEl>
                                      </p:cBhvr>
                                    </p:animEffect>
                                    <p:set>
                                      <p:cBhvr>
                                        <p:cTn id="4163" dur="1" fill="hold">
                                          <p:stCondLst>
                                            <p:cond delay="499"/>
                                          </p:stCondLst>
                                        </p:cTn>
                                        <p:tgtEl>
                                          <p:spTgt spid="1263"/>
                                        </p:tgtEl>
                                        <p:attrNameLst>
                                          <p:attrName>style.visibility</p:attrName>
                                        </p:attrNameLst>
                                      </p:cBhvr>
                                      <p:to>
                                        <p:strVal val="hidden"/>
                                      </p:to>
                                    </p:set>
                                  </p:childTnLst>
                                </p:cTn>
                              </p:par>
                              <p:par>
                                <p:cTn id="4164" nodeType="withEffect" fill="hold" presetClass="exit" presetID="10">
                                  <p:stCondLst>
                                    <p:cond delay="0"/>
                                  </p:stCondLst>
                                  <p:childTnLst>
                                    <p:animEffect filter="fade" transition="out">
                                      <p:cBhvr additive="repl">
                                        <p:cTn id="4165" dur="500"/>
                                        <p:tgtEl>
                                          <p:spTgt spid="1268"/>
                                        </p:tgtEl>
                                      </p:cBhvr>
                                    </p:animEffect>
                                    <p:set>
                                      <p:cBhvr>
                                        <p:cTn id="4166" dur="1" fill="hold">
                                          <p:stCondLst>
                                            <p:cond delay="499"/>
                                          </p:stCondLst>
                                        </p:cTn>
                                        <p:tgtEl>
                                          <p:spTgt spid="1268"/>
                                        </p:tgtEl>
                                        <p:attrNameLst>
                                          <p:attrName>style.visibility</p:attrName>
                                        </p:attrNameLst>
                                      </p:cBhvr>
                                      <p:to>
                                        <p:strVal val="hidden"/>
                                      </p:to>
                                    </p:set>
                                  </p:childTnLst>
                                </p:cTn>
                              </p:par>
                              <p:par>
                                <p:cTn id="4167" nodeType="withEffect" fill="hold" presetClass="exit" presetID="10">
                                  <p:stCondLst>
                                    <p:cond delay="0"/>
                                  </p:stCondLst>
                                  <p:childTnLst>
                                    <p:animEffect filter="fade" transition="out">
                                      <p:cBhvr additive="repl">
                                        <p:cTn id="4168" dur="500"/>
                                        <p:tgtEl>
                                          <p:spTgt spid="1267"/>
                                        </p:tgtEl>
                                      </p:cBhvr>
                                    </p:animEffect>
                                    <p:set>
                                      <p:cBhvr>
                                        <p:cTn id="4169" dur="1" fill="hold">
                                          <p:stCondLst>
                                            <p:cond delay="499"/>
                                          </p:stCondLst>
                                        </p:cTn>
                                        <p:tgtEl>
                                          <p:spTgt spid="12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170" restart="whenNotActive" nodeType="interactiveSeq" fill="hold">
                <p:stCondLst>
                  <p:cond delay="0" evt="onClick">
                    <p:tgtEl>
                      <p:spTgt spid="1260"/>
                    </p:tgtEl>
                  </p:cond>
                </p:stCondLst>
                <p:childTnLst>
                  <p:par>
                    <p:cTn id="4171" fill="hold">
                      <p:stCondLst>
                        <p:cond delay="0" evt="onClick">
                          <p:tgtEl>
                            <p:spTgt spid="1260"/>
                          </p:tgtEl>
                        </p:cond>
                      </p:stCondLst>
                      <p:childTnLst>
                        <p:par>
                          <p:cTn id="4172" fill="hold">
                            <p:stCondLst>
                              <p:cond delay="0"/>
                            </p:stCondLst>
                            <p:childTnLst>
                              <p:par>
                                <p:cTn id="4173" nodeType="clickEffect" fill="hold" presetClass="exit" presetID="9">
                                  <p:stCondLst>
                                    <p:cond delay="0"/>
                                  </p:stCondLst>
                                  <p:childTnLst>
                                    <p:animEffect filter="dissolve" transition="out">
                                      <p:cBhvr additive="repl">
                                        <p:cTn id="4174" dur="500"/>
                                        <p:tgtEl>
                                          <p:spTgt spid="1260"/>
                                        </p:tgtEl>
                                      </p:cBhvr>
                                    </p:animEffect>
                                    <p:set>
                                      <p:cBhvr>
                                        <p:cTn id="4175" dur="1" fill="hold">
                                          <p:stCondLst>
                                            <p:cond delay="499"/>
                                          </p:stCondLst>
                                        </p:cTn>
                                        <p:tgtEl>
                                          <p:spTgt spid="1260"/>
                                        </p:tgtEl>
                                        <p:attrNameLst>
                                          <p:attrName>style.visibility</p:attrName>
                                        </p:attrNameLst>
                                      </p:cBhvr>
                                      <p:to>
                                        <p:strVal val="hidden"/>
                                      </p:to>
                                    </p:set>
                                  </p:childTnLst>
                                </p:cTn>
                              </p:par>
                              <p:par>
                                <p:cTn id="4176" nodeType="withEffect" fill="hold" presetClass="exit" presetID="9">
                                  <p:stCondLst>
                                    <p:cond delay="0"/>
                                  </p:stCondLst>
                                  <p:childTnLst>
                                    <p:animEffect filter="dissolve" transition="out">
                                      <p:cBhvr additive="repl">
                                        <p:cTn id="4177" dur="500"/>
                                        <p:tgtEl>
                                          <p:spTgt spid="1259"/>
                                        </p:tgtEl>
                                      </p:cBhvr>
                                    </p:animEffect>
                                    <p:set>
                                      <p:cBhvr>
                                        <p:cTn id="4178" dur="1" fill="hold">
                                          <p:stCondLst>
                                            <p:cond delay="499"/>
                                          </p:stCondLst>
                                        </p:cTn>
                                        <p:tgtEl>
                                          <p:spTgt spid="1259"/>
                                        </p:tgtEl>
                                        <p:attrNameLst>
                                          <p:attrName>style.visibility</p:attrName>
                                        </p:attrNameLst>
                                      </p:cBhvr>
                                      <p:to>
                                        <p:strVal val="hidden"/>
                                      </p:to>
                                    </p:set>
                                  </p:childTnLst>
                                </p:cTn>
                              </p:par>
                              <p:par>
                                <p:cTn id="4179" nodeType="withEffect" fill="hold" presetClass="emph" presetID="1" presetSubtype="2">
                                  <p:stCondLst>
                                    <p:cond delay="0"/>
                                  </p:stCondLst>
                                  <p:childTnLst>
                                    <p:animClr clrSpc="rgb">
                                      <p:cBhvr>
                                        <p:cTn id="4180" dur="500" fill="hold"/>
                                        <p:tgtEl>
                                          <p:spTgt spid="1258"/>
                                        </p:tgtEl>
                                        <p:attrNameLst>
                                          <p:attrName>fillcolor</p:attrName>
                                        </p:attrNameLst>
                                      </p:cBhvr>
                                      <p:to>
                                        <a:srgbClr val="95b3d7"/>
                                      </p:to>
                                    </p:animClr>
                                    <p:set>
                                      <p:cBhvr>
                                        <p:cTn id="4181" dur="500" fill="hold"/>
                                        <p:tgtEl>
                                          <p:spTgt spid="1258"/>
                                        </p:tgtEl>
                                        <p:attrNameLst>
                                          <p:attrName>fill.type</p:attrName>
                                        </p:attrNameLst>
                                      </p:cBhvr>
                                      <p:to>
                                        <p:strVal val="solid"/>
                                      </p:to>
                                    </p:set>
                                    <p:set>
                                      <p:cBhvr>
                                        <p:cTn id="4182" dur="500" fill="hold"/>
                                        <p:tgtEl>
                                          <p:spTgt spid="1258"/>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183" restart="whenNotActive" nodeType="interactiveSeq" fill="hold">
                <p:stCondLst>
                  <p:cond delay="0" evt="onClick">
                    <p:tgtEl>
                      <p:spTgt spid="1261"/>
                    </p:tgtEl>
                  </p:cond>
                </p:stCondLst>
                <p:childTnLst>
                  <p:par>
                    <p:cTn id="4184" fill="hold">
                      <p:stCondLst>
                        <p:cond delay="0" evt="onClick">
                          <p:tgtEl>
                            <p:spTgt spid="1261"/>
                          </p:tgtEl>
                        </p:cond>
                      </p:stCondLst>
                      <p:childTnLst>
                        <p:par>
                          <p:cTn id="4185" fill="hold">
                            <p:stCondLst>
                              <p:cond delay="0"/>
                            </p:stCondLst>
                            <p:childTnLst>
                              <p:par>
                                <p:cTn id="4186" nodeType="clickEffect" fill="hold" presetClass="entr" presetID="16" presetSubtype="21">
                                  <p:stCondLst>
                                    <p:cond delay="0"/>
                                  </p:stCondLst>
                                  <p:childTnLst>
                                    <p:set>
                                      <p:cBhvr>
                                        <p:cTn id="4187" dur="1" fill="hold">
                                          <p:stCondLst>
                                            <p:cond delay="0"/>
                                          </p:stCondLst>
                                        </p:cTn>
                                        <p:tgtEl>
                                          <p:spTgt spid="1264"/>
                                        </p:tgtEl>
                                        <p:attrNameLst>
                                          <p:attrName>style.visibility</p:attrName>
                                        </p:attrNameLst>
                                      </p:cBhvr>
                                      <p:to>
                                        <p:strVal val="visible"/>
                                      </p:to>
                                    </p:set>
                                    <p:animEffect filter="barn(inVertical)" transition="in">
                                      <p:cBhvr additive="repl">
                                        <p:cTn id="4188" dur="500"/>
                                        <p:tgtEl>
                                          <p:spTgt spid="1264"/>
                                        </p:tgtEl>
                                      </p:cBhvr>
                                    </p:animEffect>
                                  </p:childTnLst>
                                </p:cTn>
                              </p:par>
                              <p:par>
                                <p:cTn id="4189" nodeType="withEffect" fill="hold" presetClass="entr" presetID="16" presetSubtype="21">
                                  <p:stCondLst>
                                    <p:cond delay="0"/>
                                  </p:stCondLst>
                                  <p:childTnLst>
                                    <p:set>
                                      <p:cBhvr>
                                        <p:cTn id="4190" dur="1" fill="hold">
                                          <p:stCondLst>
                                            <p:cond delay="0"/>
                                          </p:stCondLst>
                                        </p:cTn>
                                        <p:tgtEl>
                                          <p:spTgt spid="1263"/>
                                        </p:tgtEl>
                                        <p:attrNameLst>
                                          <p:attrName>style.visibility</p:attrName>
                                        </p:attrNameLst>
                                      </p:cBhvr>
                                      <p:to>
                                        <p:strVal val="visible"/>
                                      </p:to>
                                    </p:set>
                                    <p:animEffect filter="barn(inVertical)" transition="in">
                                      <p:cBhvr additive="repl">
                                        <p:cTn id="4191" dur="500"/>
                                        <p:tgtEl>
                                          <p:spTgt spid="1263"/>
                                        </p:tgtEl>
                                      </p:cBhvr>
                                    </p:animEffect>
                                  </p:childTnLst>
                                </p:cTn>
                              </p:par>
                              <p:par>
                                <p:cTn id="4192" nodeType="withEffect" fill="hold" presetClass="emph" presetID="1" presetSubtype="2">
                                  <p:stCondLst>
                                    <p:cond delay="0"/>
                                  </p:stCondLst>
                                  <p:childTnLst>
                                    <p:animClr clrSpc="rgb">
                                      <p:cBhvr>
                                        <p:cTn id="4193" dur="500" fill="hold"/>
                                        <p:tgtEl>
                                          <p:spTgt spid="1262"/>
                                        </p:tgtEl>
                                        <p:attrNameLst>
                                          <p:attrName>fillcolor</p:attrName>
                                        </p:attrNameLst>
                                      </p:cBhvr>
                                      <p:to>
                                        <a:srgbClr val="8a80e4"/>
                                      </p:to>
                                    </p:animClr>
                                    <p:set>
                                      <p:cBhvr>
                                        <p:cTn id="4194" dur="500" fill="hold"/>
                                        <p:tgtEl>
                                          <p:spTgt spid="1262"/>
                                        </p:tgtEl>
                                        <p:attrNameLst>
                                          <p:attrName>fill.type</p:attrName>
                                        </p:attrNameLst>
                                      </p:cBhvr>
                                      <p:to>
                                        <p:strVal val="solid"/>
                                      </p:to>
                                    </p:set>
                                    <p:set>
                                      <p:cBhvr>
                                        <p:cTn id="4195" dur="500" fill="hold"/>
                                        <p:tgtEl>
                                          <p:spTgt spid="1262"/>
                                        </p:tgtEl>
                                        <p:attrNameLst>
                                          <p:attrName>fill.on</p:attrName>
                                        </p:attrNameLst>
                                      </p:cBhvr>
                                      <p:to>
                                        <p:strVal val="true"/>
                                      </p:to>
                                    </p:set>
                                  </p:childTnLst>
                                </p:cTn>
                              </p:par>
                              <p:par>
                                <p:cTn id="4196" nodeType="withEffect" fill="hold" presetClass="emph" presetID="1" presetSubtype="2">
                                  <p:stCondLst>
                                    <p:cond delay="0"/>
                                  </p:stCondLst>
                                  <p:childTnLst>
                                    <p:animClr clrSpc="rgb">
                                      <p:cBhvr>
                                        <p:cTn id="4197" dur="500" fill="hold"/>
                                        <p:tgtEl>
                                          <p:spTgt spid="1254"/>
                                        </p:tgtEl>
                                        <p:attrNameLst>
                                          <p:attrName>fillcolor</p:attrName>
                                        </p:attrNameLst>
                                      </p:cBhvr>
                                      <p:to>
                                        <a:srgbClr val="95b3d7"/>
                                      </p:to>
                                    </p:animClr>
                                    <p:set>
                                      <p:cBhvr>
                                        <p:cTn id="4198" dur="500" fill="hold"/>
                                        <p:tgtEl>
                                          <p:spTgt spid="1254"/>
                                        </p:tgtEl>
                                        <p:attrNameLst>
                                          <p:attrName>fill.type</p:attrName>
                                        </p:attrNameLst>
                                      </p:cBhvr>
                                      <p:to>
                                        <p:strVal val="solid"/>
                                      </p:to>
                                    </p:set>
                                    <p:set>
                                      <p:cBhvr>
                                        <p:cTn id="4199" dur="500" fill="hold"/>
                                        <p:tgtEl>
                                          <p:spTgt spid="1254"/>
                                        </p:tgtEl>
                                        <p:attrNameLst>
                                          <p:attrName>fill.on</p:attrName>
                                        </p:attrNameLst>
                                      </p:cBhvr>
                                      <p:to>
                                        <p:strVal val="true"/>
                                      </p:to>
                                    </p:set>
                                  </p:childTnLst>
                                </p:cTn>
                              </p:par>
                              <p:par>
                                <p:cTn id="4200" nodeType="withEffect" fill="hold" presetClass="emph" presetID="1" presetSubtype="2">
                                  <p:stCondLst>
                                    <p:cond delay="0"/>
                                  </p:stCondLst>
                                  <p:childTnLst>
                                    <p:animClr clrSpc="rgb">
                                      <p:cBhvr>
                                        <p:cTn id="4201" dur="500" fill="hold"/>
                                        <p:tgtEl>
                                          <p:spTgt spid="1258"/>
                                        </p:tgtEl>
                                        <p:attrNameLst>
                                          <p:attrName>fillcolor</p:attrName>
                                        </p:attrNameLst>
                                      </p:cBhvr>
                                      <p:to>
                                        <a:srgbClr val="95b3d7"/>
                                      </p:to>
                                    </p:animClr>
                                    <p:set>
                                      <p:cBhvr>
                                        <p:cTn id="4202" dur="500" fill="hold"/>
                                        <p:tgtEl>
                                          <p:spTgt spid="1258"/>
                                        </p:tgtEl>
                                        <p:attrNameLst>
                                          <p:attrName>fill.type</p:attrName>
                                        </p:attrNameLst>
                                      </p:cBhvr>
                                      <p:to>
                                        <p:strVal val="solid"/>
                                      </p:to>
                                    </p:set>
                                    <p:set>
                                      <p:cBhvr>
                                        <p:cTn id="4203" dur="500" fill="hold"/>
                                        <p:tgtEl>
                                          <p:spTgt spid="1258"/>
                                        </p:tgtEl>
                                        <p:attrNameLst>
                                          <p:attrName>fill.on</p:attrName>
                                        </p:attrNameLst>
                                      </p:cBhvr>
                                      <p:to>
                                        <p:strVal val="true"/>
                                      </p:to>
                                    </p:set>
                                  </p:childTnLst>
                                </p:cTn>
                              </p:par>
                              <p:par>
                                <p:cTn id="4204" nodeType="withEffect" fill="hold" presetClass="emph" presetID="1" presetSubtype="2">
                                  <p:stCondLst>
                                    <p:cond delay="0"/>
                                  </p:stCondLst>
                                  <p:childTnLst>
                                    <p:animClr clrSpc="rgb">
                                      <p:cBhvr>
                                        <p:cTn id="4205" dur="500" fill="hold"/>
                                        <p:tgtEl>
                                          <p:spTgt spid="1266"/>
                                        </p:tgtEl>
                                        <p:attrNameLst>
                                          <p:attrName>fillcolor</p:attrName>
                                        </p:attrNameLst>
                                      </p:cBhvr>
                                      <p:to>
                                        <a:srgbClr val="95b3d7"/>
                                      </p:to>
                                    </p:animClr>
                                    <p:set>
                                      <p:cBhvr>
                                        <p:cTn id="4206" dur="500" fill="hold"/>
                                        <p:tgtEl>
                                          <p:spTgt spid="1266"/>
                                        </p:tgtEl>
                                        <p:attrNameLst>
                                          <p:attrName>fill.type</p:attrName>
                                        </p:attrNameLst>
                                      </p:cBhvr>
                                      <p:to>
                                        <p:strVal val="solid"/>
                                      </p:to>
                                    </p:set>
                                    <p:set>
                                      <p:cBhvr>
                                        <p:cTn id="4207" dur="500" fill="hold"/>
                                        <p:tgtEl>
                                          <p:spTgt spid="1266"/>
                                        </p:tgtEl>
                                        <p:attrNameLst>
                                          <p:attrName>fill.on</p:attrName>
                                        </p:attrNameLst>
                                      </p:cBhvr>
                                      <p:to>
                                        <p:strVal val="true"/>
                                      </p:to>
                                    </p:set>
                                  </p:childTnLst>
                                </p:cTn>
                              </p:par>
                              <p:par>
                                <p:cTn id="4208" nodeType="withEffect" fill="hold" presetClass="exit" presetID="10">
                                  <p:stCondLst>
                                    <p:cond delay="0"/>
                                  </p:stCondLst>
                                  <p:childTnLst>
                                    <p:animEffect filter="fade" transition="out">
                                      <p:cBhvr additive="repl">
                                        <p:cTn id="4209" dur="500"/>
                                        <p:tgtEl>
                                          <p:spTgt spid="1256"/>
                                        </p:tgtEl>
                                      </p:cBhvr>
                                    </p:animEffect>
                                    <p:set>
                                      <p:cBhvr>
                                        <p:cTn id="4210" dur="1" fill="hold">
                                          <p:stCondLst>
                                            <p:cond delay="499"/>
                                          </p:stCondLst>
                                        </p:cTn>
                                        <p:tgtEl>
                                          <p:spTgt spid="1256"/>
                                        </p:tgtEl>
                                        <p:attrNameLst>
                                          <p:attrName>style.visibility</p:attrName>
                                        </p:attrNameLst>
                                      </p:cBhvr>
                                      <p:to>
                                        <p:strVal val="hidden"/>
                                      </p:to>
                                    </p:set>
                                  </p:childTnLst>
                                </p:cTn>
                              </p:par>
                              <p:par>
                                <p:cTn id="4211" nodeType="withEffect" fill="hold" presetClass="exit" presetID="10">
                                  <p:stCondLst>
                                    <p:cond delay="0"/>
                                  </p:stCondLst>
                                  <p:childTnLst>
                                    <p:animEffect filter="fade" transition="out">
                                      <p:cBhvr additive="repl">
                                        <p:cTn id="4212" dur="500"/>
                                        <p:tgtEl>
                                          <p:spTgt spid="1255"/>
                                        </p:tgtEl>
                                      </p:cBhvr>
                                    </p:animEffect>
                                    <p:set>
                                      <p:cBhvr>
                                        <p:cTn id="4213" dur="1" fill="hold">
                                          <p:stCondLst>
                                            <p:cond delay="499"/>
                                          </p:stCondLst>
                                        </p:cTn>
                                        <p:tgtEl>
                                          <p:spTgt spid="1255"/>
                                        </p:tgtEl>
                                        <p:attrNameLst>
                                          <p:attrName>style.visibility</p:attrName>
                                        </p:attrNameLst>
                                      </p:cBhvr>
                                      <p:to>
                                        <p:strVal val="hidden"/>
                                      </p:to>
                                    </p:set>
                                  </p:childTnLst>
                                </p:cTn>
                              </p:par>
                              <p:par>
                                <p:cTn id="4214" nodeType="withEffect" fill="hold" presetClass="exit" presetID="10">
                                  <p:stCondLst>
                                    <p:cond delay="0"/>
                                  </p:stCondLst>
                                  <p:childTnLst>
                                    <p:animEffect filter="fade" transition="out">
                                      <p:cBhvr additive="repl">
                                        <p:cTn id="4215" dur="500"/>
                                        <p:tgtEl>
                                          <p:spTgt spid="1260"/>
                                        </p:tgtEl>
                                      </p:cBhvr>
                                    </p:animEffect>
                                    <p:set>
                                      <p:cBhvr>
                                        <p:cTn id="4216" dur="1" fill="hold">
                                          <p:stCondLst>
                                            <p:cond delay="499"/>
                                          </p:stCondLst>
                                        </p:cTn>
                                        <p:tgtEl>
                                          <p:spTgt spid="1260"/>
                                        </p:tgtEl>
                                        <p:attrNameLst>
                                          <p:attrName>style.visibility</p:attrName>
                                        </p:attrNameLst>
                                      </p:cBhvr>
                                      <p:to>
                                        <p:strVal val="hidden"/>
                                      </p:to>
                                    </p:set>
                                  </p:childTnLst>
                                </p:cTn>
                              </p:par>
                              <p:par>
                                <p:cTn id="4217" nodeType="withEffect" fill="hold" presetClass="exit" presetID="10">
                                  <p:stCondLst>
                                    <p:cond delay="0"/>
                                  </p:stCondLst>
                                  <p:childTnLst>
                                    <p:animEffect filter="fade" transition="out">
                                      <p:cBhvr additive="repl">
                                        <p:cTn id="4218" dur="500"/>
                                        <p:tgtEl>
                                          <p:spTgt spid="1259"/>
                                        </p:tgtEl>
                                      </p:cBhvr>
                                    </p:animEffect>
                                    <p:set>
                                      <p:cBhvr>
                                        <p:cTn id="4219" dur="1" fill="hold">
                                          <p:stCondLst>
                                            <p:cond delay="499"/>
                                          </p:stCondLst>
                                        </p:cTn>
                                        <p:tgtEl>
                                          <p:spTgt spid="1259"/>
                                        </p:tgtEl>
                                        <p:attrNameLst>
                                          <p:attrName>style.visibility</p:attrName>
                                        </p:attrNameLst>
                                      </p:cBhvr>
                                      <p:to>
                                        <p:strVal val="hidden"/>
                                      </p:to>
                                    </p:set>
                                  </p:childTnLst>
                                </p:cTn>
                              </p:par>
                              <p:par>
                                <p:cTn id="4220" nodeType="withEffect" fill="hold" presetClass="exit" presetID="10">
                                  <p:stCondLst>
                                    <p:cond delay="0"/>
                                  </p:stCondLst>
                                  <p:childTnLst>
                                    <p:animEffect filter="fade" transition="out">
                                      <p:cBhvr additive="repl">
                                        <p:cTn id="4221" dur="500"/>
                                        <p:tgtEl>
                                          <p:spTgt spid="1268"/>
                                        </p:tgtEl>
                                      </p:cBhvr>
                                    </p:animEffect>
                                    <p:set>
                                      <p:cBhvr>
                                        <p:cTn id="4222" dur="1" fill="hold">
                                          <p:stCondLst>
                                            <p:cond delay="499"/>
                                          </p:stCondLst>
                                        </p:cTn>
                                        <p:tgtEl>
                                          <p:spTgt spid="1268"/>
                                        </p:tgtEl>
                                        <p:attrNameLst>
                                          <p:attrName>style.visibility</p:attrName>
                                        </p:attrNameLst>
                                      </p:cBhvr>
                                      <p:to>
                                        <p:strVal val="hidden"/>
                                      </p:to>
                                    </p:set>
                                  </p:childTnLst>
                                </p:cTn>
                              </p:par>
                              <p:par>
                                <p:cTn id="4223" nodeType="withEffect" fill="hold" presetClass="exit" presetID="10">
                                  <p:stCondLst>
                                    <p:cond delay="0"/>
                                  </p:stCondLst>
                                  <p:childTnLst>
                                    <p:animEffect filter="fade" transition="out">
                                      <p:cBhvr additive="repl">
                                        <p:cTn id="4224" dur="500"/>
                                        <p:tgtEl>
                                          <p:spTgt spid="1267"/>
                                        </p:tgtEl>
                                      </p:cBhvr>
                                    </p:animEffect>
                                    <p:set>
                                      <p:cBhvr>
                                        <p:cTn id="4225" dur="1" fill="hold">
                                          <p:stCondLst>
                                            <p:cond delay="499"/>
                                          </p:stCondLst>
                                        </p:cTn>
                                        <p:tgtEl>
                                          <p:spTgt spid="12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226" restart="whenNotActive" nodeType="interactiveSeq" fill="hold">
                <p:stCondLst>
                  <p:cond delay="0" evt="onClick">
                    <p:tgtEl>
                      <p:spTgt spid="1264"/>
                    </p:tgtEl>
                  </p:cond>
                </p:stCondLst>
                <p:childTnLst>
                  <p:par>
                    <p:cTn id="4227" fill="hold">
                      <p:stCondLst>
                        <p:cond delay="0" evt="onClick">
                          <p:tgtEl>
                            <p:spTgt spid="1264"/>
                          </p:tgtEl>
                        </p:cond>
                      </p:stCondLst>
                      <p:childTnLst>
                        <p:par>
                          <p:cTn id="4228" fill="hold">
                            <p:stCondLst>
                              <p:cond delay="0"/>
                            </p:stCondLst>
                            <p:childTnLst>
                              <p:par>
                                <p:cTn id="4229" nodeType="clickEffect" fill="hold" presetClass="exit" presetID="9">
                                  <p:stCondLst>
                                    <p:cond delay="0"/>
                                  </p:stCondLst>
                                  <p:childTnLst>
                                    <p:animEffect filter="dissolve" transition="out">
                                      <p:cBhvr additive="repl">
                                        <p:cTn id="4230" dur="500"/>
                                        <p:tgtEl>
                                          <p:spTgt spid="1264"/>
                                        </p:tgtEl>
                                      </p:cBhvr>
                                    </p:animEffect>
                                    <p:set>
                                      <p:cBhvr>
                                        <p:cTn id="4231" dur="1" fill="hold">
                                          <p:stCondLst>
                                            <p:cond delay="499"/>
                                          </p:stCondLst>
                                        </p:cTn>
                                        <p:tgtEl>
                                          <p:spTgt spid="1264"/>
                                        </p:tgtEl>
                                        <p:attrNameLst>
                                          <p:attrName>style.visibility</p:attrName>
                                        </p:attrNameLst>
                                      </p:cBhvr>
                                      <p:to>
                                        <p:strVal val="hidden"/>
                                      </p:to>
                                    </p:set>
                                  </p:childTnLst>
                                </p:cTn>
                              </p:par>
                              <p:par>
                                <p:cTn id="4232" nodeType="withEffect" fill="hold" presetClass="exit" presetID="9">
                                  <p:stCondLst>
                                    <p:cond delay="0"/>
                                  </p:stCondLst>
                                  <p:childTnLst>
                                    <p:animEffect filter="dissolve" transition="out">
                                      <p:cBhvr additive="repl">
                                        <p:cTn id="4233" dur="500"/>
                                        <p:tgtEl>
                                          <p:spTgt spid="1263"/>
                                        </p:tgtEl>
                                      </p:cBhvr>
                                    </p:animEffect>
                                    <p:set>
                                      <p:cBhvr>
                                        <p:cTn id="4234" dur="1" fill="hold">
                                          <p:stCondLst>
                                            <p:cond delay="499"/>
                                          </p:stCondLst>
                                        </p:cTn>
                                        <p:tgtEl>
                                          <p:spTgt spid="1263"/>
                                        </p:tgtEl>
                                        <p:attrNameLst>
                                          <p:attrName>style.visibility</p:attrName>
                                        </p:attrNameLst>
                                      </p:cBhvr>
                                      <p:to>
                                        <p:strVal val="hidden"/>
                                      </p:to>
                                    </p:set>
                                  </p:childTnLst>
                                </p:cTn>
                              </p:par>
                              <p:par>
                                <p:cTn id="4235" nodeType="withEffect" fill="hold" presetClass="emph" presetID="1" presetSubtype="2">
                                  <p:stCondLst>
                                    <p:cond delay="0"/>
                                  </p:stCondLst>
                                  <p:childTnLst>
                                    <p:animClr clrSpc="rgb">
                                      <p:cBhvr>
                                        <p:cTn id="4236" dur="500" fill="hold"/>
                                        <p:tgtEl>
                                          <p:spTgt spid="1262"/>
                                        </p:tgtEl>
                                        <p:attrNameLst>
                                          <p:attrName>fillcolor</p:attrName>
                                        </p:attrNameLst>
                                      </p:cBhvr>
                                      <p:to>
                                        <a:srgbClr val="95b3d7"/>
                                      </p:to>
                                    </p:animClr>
                                    <p:set>
                                      <p:cBhvr>
                                        <p:cTn id="4237" dur="500" fill="hold"/>
                                        <p:tgtEl>
                                          <p:spTgt spid="1262"/>
                                        </p:tgtEl>
                                        <p:attrNameLst>
                                          <p:attrName>fill.type</p:attrName>
                                        </p:attrNameLst>
                                      </p:cBhvr>
                                      <p:to>
                                        <p:strVal val="solid"/>
                                      </p:to>
                                    </p:set>
                                    <p:set>
                                      <p:cBhvr>
                                        <p:cTn id="4238" dur="500" fill="hold"/>
                                        <p:tgtEl>
                                          <p:spTgt spid="126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239" restart="whenNotActive" nodeType="interactiveSeq" fill="hold">
                <p:stCondLst>
                  <p:cond delay="0" evt="onClick">
                    <p:tgtEl>
                      <p:spTgt spid="1265"/>
                    </p:tgtEl>
                  </p:cond>
                </p:stCondLst>
                <p:childTnLst>
                  <p:par>
                    <p:cTn id="4240" fill="hold">
                      <p:stCondLst>
                        <p:cond delay="0" evt="onClick">
                          <p:tgtEl>
                            <p:spTgt spid="1265"/>
                          </p:tgtEl>
                        </p:cond>
                      </p:stCondLst>
                      <p:childTnLst>
                        <p:par>
                          <p:cTn id="4241" fill="hold">
                            <p:stCondLst>
                              <p:cond delay="0"/>
                            </p:stCondLst>
                            <p:childTnLst>
                              <p:par>
                                <p:cTn id="4242" nodeType="clickEffect" fill="hold" presetClass="entr" presetID="16" presetSubtype="21">
                                  <p:stCondLst>
                                    <p:cond delay="0"/>
                                  </p:stCondLst>
                                  <p:childTnLst>
                                    <p:set>
                                      <p:cBhvr>
                                        <p:cTn id="4243" dur="1" fill="hold">
                                          <p:stCondLst>
                                            <p:cond delay="0"/>
                                          </p:stCondLst>
                                        </p:cTn>
                                        <p:tgtEl>
                                          <p:spTgt spid="1268"/>
                                        </p:tgtEl>
                                        <p:attrNameLst>
                                          <p:attrName>style.visibility</p:attrName>
                                        </p:attrNameLst>
                                      </p:cBhvr>
                                      <p:to>
                                        <p:strVal val="visible"/>
                                      </p:to>
                                    </p:set>
                                    <p:animEffect filter="barn(inVertical)" transition="in">
                                      <p:cBhvr additive="repl">
                                        <p:cTn id="4244" dur="500"/>
                                        <p:tgtEl>
                                          <p:spTgt spid="1268"/>
                                        </p:tgtEl>
                                      </p:cBhvr>
                                    </p:animEffect>
                                  </p:childTnLst>
                                </p:cTn>
                              </p:par>
                              <p:par>
                                <p:cTn id="4245" nodeType="withEffect" fill="hold" presetClass="entr" presetID="16" presetSubtype="21">
                                  <p:stCondLst>
                                    <p:cond delay="0"/>
                                  </p:stCondLst>
                                  <p:childTnLst>
                                    <p:set>
                                      <p:cBhvr>
                                        <p:cTn id="4246" dur="1" fill="hold">
                                          <p:stCondLst>
                                            <p:cond delay="0"/>
                                          </p:stCondLst>
                                        </p:cTn>
                                        <p:tgtEl>
                                          <p:spTgt spid="1267"/>
                                        </p:tgtEl>
                                        <p:attrNameLst>
                                          <p:attrName>style.visibility</p:attrName>
                                        </p:attrNameLst>
                                      </p:cBhvr>
                                      <p:to>
                                        <p:strVal val="visible"/>
                                      </p:to>
                                    </p:set>
                                    <p:animEffect filter="barn(inVertical)" transition="in">
                                      <p:cBhvr additive="repl">
                                        <p:cTn id="4247" dur="500"/>
                                        <p:tgtEl>
                                          <p:spTgt spid="1267"/>
                                        </p:tgtEl>
                                      </p:cBhvr>
                                    </p:animEffect>
                                  </p:childTnLst>
                                </p:cTn>
                              </p:par>
                              <p:par>
                                <p:cTn id="4248" nodeType="withEffect" fill="hold" presetClass="emph" presetID="1" presetSubtype="2">
                                  <p:stCondLst>
                                    <p:cond delay="0"/>
                                  </p:stCondLst>
                                  <p:childTnLst>
                                    <p:animClr clrSpc="rgb">
                                      <p:cBhvr>
                                        <p:cTn id="4249" dur="500" fill="hold"/>
                                        <p:tgtEl>
                                          <p:spTgt spid="1266"/>
                                        </p:tgtEl>
                                        <p:attrNameLst>
                                          <p:attrName>fillcolor</p:attrName>
                                        </p:attrNameLst>
                                      </p:cBhvr>
                                      <p:to>
                                        <a:srgbClr val="8a80e4"/>
                                      </p:to>
                                    </p:animClr>
                                    <p:set>
                                      <p:cBhvr>
                                        <p:cTn id="4250" dur="500" fill="hold"/>
                                        <p:tgtEl>
                                          <p:spTgt spid="1266"/>
                                        </p:tgtEl>
                                        <p:attrNameLst>
                                          <p:attrName>fill.type</p:attrName>
                                        </p:attrNameLst>
                                      </p:cBhvr>
                                      <p:to>
                                        <p:strVal val="solid"/>
                                      </p:to>
                                    </p:set>
                                    <p:set>
                                      <p:cBhvr>
                                        <p:cTn id="4251" dur="500" fill="hold"/>
                                        <p:tgtEl>
                                          <p:spTgt spid="1266"/>
                                        </p:tgtEl>
                                        <p:attrNameLst>
                                          <p:attrName>fill.on</p:attrName>
                                        </p:attrNameLst>
                                      </p:cBhvr>
                                      <p:to>
                                        <p:strVal val="true"/>
                                      </p:to>
                                    </p:set>
                                  </p:childTnLst>
                                </p:cTn>
                              </p:par>
                              <p:par>
                                <p:cTn id="4252" nodeType="withEffect" fill="hold" presetClass="emph" presetID="1" presetSubtype="2">
                                  <p:stCondLst>
                                    <p:cond delay="0"/>
                                  </p:stCondLst>
                                  <p:childTnLst>
                                    <p:animClr clrSpc="rgb">
                                      <p:cBhvr>
                                        <p:cTn id="4253" dur="500" fill="hold"/>
                                        <p:tgtEl>
                                          <p:spTgt spid="1254"/>
                                        </p:tgtEl>
                                        <p:attrNameLst>
                                          <p:attrName>fillcolor</p:attrName>
                                        </p:attrNameLst>
                                      </p:cBhvr>
                                      <p:to>
                                        <a:srgbClr val="95b3d7"/>
                                      </p:to>
                                    </p:animClr>
                                    <p:set>
                                      <p:cBhvr>
                                        <p:cTn id="4254" dur="500" fill="hold"/>
                                        <p:tgtEl>
                                          <p:spTgt spid="1254"/>
                                        </p:tgtEl>
                                        <p:attrNameLst>
                                          <p:attrName>fill.type</p:attrName>
                                        </p:attrNameLst>
                                      </p:cBhvr>
                                      <p:to>
                                        <p:strVal val="solid"/>
                                      </p:to>
                                    </p:set>
                                    <p:set>
                                      <p:cBhvr>
                                        <p:cTn id="4255" dur="500" fill="hold"/>
                                        <p:tgtEl>
                                          <p:spTgt spid="1254"/>
                                        </p:tgtEl>
                                        <p:attrNameLst>
                                          <p:attrName>fill.on</p:attrName>
                                        </p:attrNameLst>
                                      </p:cBhvr>
                                      <p:to>
                                        <p:strVal val="true"/>
                                      </p:to>
                                    </p:set>
                                  </p:childTnLst>
                                </p:cTn>
                              </p:par>
                              <p:par>
                                <p:cTn id="4256" nodeType="withEffect" fill="hold" presetClass="emph" presetID="1" presetSubtype="2">
                                  <p:stCondLst>
                                    <p:cond delay="0"/>
                                  </p:stCondLst>
                                  <p:childTnLst>
                                    <p:animClr clrSpc="rgb">
                                      <p:cBhvr>
                                        <p:cTn id="4257" dur="500" fill="hold"/>
                                        <p:tgtEl>
                                          <p:spTgt spid="1258"/>
                                        </p:tgtEl>
                                        <p:attrNameLst>
                                          <p:attrName>fillcolor</p:attrName>
                                        </p:attrNameLst>
                                      </p:cBhvr>
                                      <p:to>
                                        <a:srgbClr val="95b3d7"/>
                                      </p:to>
                                    </p:animClr>
                                    <p:set>
                                      <p:cBhvr>
                                        <p:cTn id="4258" dur="500" fill="hold"/>
                                        <p:tgtEl>
                                          <p:spTgt spid="1258"/>
                                        </p:tgtEl>
                                        <p:attrNameLst>
                                          <p:attrName>fill.type</p:attrName>
                                        </p:attrNameLst>
                                      </p:cBhvr>
                                      <p:to>
                                        <p:strVal val="solid"/>
                                      </p:to>
                                    </p:set>
                                    <p:set>
                                      <p:cBhvr>
                                        <p:cTn id="4259" dur="500" fill="hold"/>
                                        <p:tgtEl>
                                          <p:spTgt spid="1258"/>
                                        </p:tgtEl>
                                        <p:attrNameLst>
                                          <p:attrName>fill.on</p:attrName>
                                        </p:attrNameLst>
                                      </p:cBhvr>
                                      <p:to>
                                        <p:strVal val="true"/>
                                      </p:to>
                                    </p:set>
                                  </p:childTnLst>
                                </p:cTn>
                              </p:par>
                              <p:par>
                                <p:cTn id="4260" nodeType="withEffect" fill="hold" presetClass="emph" presetID="1" presetSubtype="2">
                                  <p:stCondLst>
                                    <p:cond delay="0"/>
                                  </p:stCondLst>
                                  <p:childTnLst>
                                    <p:animClr clrSpc="rgb">
                                      <p:cBhvr>
                                        <p:cTn id="4261" dur="500" fill="hold"/>
                                        <p:tgtEl>
                                          <p:spTgt spid="1262"/>
                                        </p:tgtEl>
                                        <p:attrNameLst>
                                          <p:attrName>fillcolor</p:attrName>
                                        </p:attrNameLst>
                                      </p:cBhvr>
                                      <p:to>
                                        <a:srgbClr val="95b3d7"/>
                                      </p:to>
                                    </p:animClr>
                                    <p:set>
                                      <p:cBhvr>
                                        <p:cTn id="4262" dur="500" fill="hold"/>
                                        <p:tgtEl>
                                          <p:spTgt spid="1262"/>
                                        </p:tgtEl>
                                        <p:attrNameLst>
                                          <p:attrName>fill.type</p:attrName>
                                        </p:attrNameLst>
                                      </p:cBhvr>
                                      <p:to>
                                        <p:strVal val="solid"/>
                                      </p:to>
                                    </p:set>
                                    <p:set>
                                      <p:cBhvr>
                                        <p:cTn id="4263" dur="500" fill="hold"/>
                                        <p:tgtEl>
                                          <p:spTgt spid="1262"/>
                                        </p:tgtEl>
                                        <p:attrNameLst>
                                          <p:attrName>fill.on</p:attrName>
                                        </p:attrNameLst>
                                      </p:cBhvr>
                                      <p:to>
                                        <p:strVal val="true"/>
                                      </p:to>
                                    </p:set>
                                  </p:childTnLst>
                                </p:cTn>
                              </p:par>
                              <p:par>
                                <p:cTn id="4264" nodeType="withEffect" fill="hold" presetClass="exit" presetID="10">
                                  <p:stCondLst>
                                    <p:cond delay="0"/>
                                  </p:stCondLst>
                                  <p:childTnLst>
                                    <p:animEffect filter="fade" transition="out">
                                      <p:cBhvr additive="repl">
                                        <p:cTn id="4265" dur="500"/>
                                        <p:tgtEl>
                                          <p:spTgt spid="1256"/>
                                        </p:tgtEl>
                                      </p:cBhvr>
                                    </p:animEffect>
                                    <p:set>
                                      <p:cBhvr>
                                        <p:cTn id="4266" dur="1" fill="hold">
                                          <p:stCondLst>
                                            <p:cond delay="499"/>
                                          </p:stCondLst>
                                        </p:cTn>
                                        <p:tgtEl>
                                          <p:spTgt spid="1256"/>
                                        </p:tgtEl>
                                        <p:attrNameLst>
                                          <p:attrName>style.visibility</p:attrName>
                                        </p:attrNameLst>
                                      </p:cBhvr>
                                      <p:to>
                                        <p:strVal val="hidden"/>
                                      </p:to>
                                    </p:set>
                                  </p:childTnLst>
                                </p:cTn>
                              </p:par>
                              <p:par>
                                <p:cTn id="4267" nodeType="withEffect" fill="hold" presetClass="exit" presetID="10">
                                  <p:stCondLst>
                                    <p:cond delay="0"/>
                                  </p:stCondLst>
                                  <p:childTnLst>
                                    <p:animEffect filter="fade" transition="out">
                                      <p:cBhvr additive="repl">
                                        <p:cTn id="4268" dur="500"/>
                                        <p:tgtEl>
                                          <p:spTgt spid="1255"/>
                                        </p:tgtEl>
                                      </p:cBhvr>
                                    </p:animEffect>
                                    <p:set>
                                      <p:cBhvr>
                                        <p:cTn id="4269" dur="1" fill="hold">
                                          <p:stCondLst>
                                            <p:cond delay="499"/>
                                          </p:stCondLst>
                                        </p:cTn>
                                        <p:tgtEl>
                                          <p:spTgt spid="1255"/>
                                        </p:tgtEl>
                                        <p:attrNameLst>
                                          <p:attrName>style.visibility</p:attrName>
                                        </p:attrNameLst>
                                      </p:cBhvr>
                                      <p:to>
                                        <p:strVal val="hidden"/>
                                      </p:to>
                                    </p:set>
                                  </p:childTnLst>
                                </p:cTn>
                              </p:par>
                              <p:par>
                                <p:cTn id="4270" nodeType="withEffect" fill="hold" presetClass="exit" presetID="10">
                                  <p:stCondLst>
                                    <p:cond delay="0"/>
                                  </p:stCondLst>
                                  <p:childTnLst>
                                    <p:animEffect filter="fade" transition="out">
                                      <p:cBhvr additive="repl">
                                        <p:cTn id="4271" dur="500"/>
                                        <p:tgtEl>
                                          <p:spTgt spid="1260"/>
                                        </p:tgtEl>
                                      </p:cBhvr>
                                    </p:animEffect>
                                    <p:set>
                                      <p:cBhvr>
                                        <p:cTn id="4272" dur="1" fill="hold">
                                          <p:stCondLst>
                                            <p:cond delay="499"/>
                                          </p:stCondLst>
                                        </p:cTn>
                                        <p:tgtEl>
                                          <p:spTgt spid="1260"/>
                                        </p:tgtEl>
                                        <p:attrNameLst>
                                          <p:attrName>style.visibility</p:attrName>
                                        </p:attrNameLst>
                                      </p:cBhvr>
                                      <p:to>
                                        <p:strVal val="hidden"/>
                                      </p:to>
                                    </p:set>
                                  </p:childTnLst>
                                </p:cTn>
                              </p:par>
                              <p:par>
                                <p:cTn id="4273" nodeType="withEffect" fill="hold" presetClass="exit" presetID="10">
                                  <p:stCondLst>
                                    <p:cond delay="0"/>
                                  </p:stCondLst>
                                  <p:childTnLst>
                                    <p:animEffect filter="fade" transition="out">
                                      <p:cBhvr additive="repl">
                                        <p:cTn id="4274" dur="500"/>
                                        <p:tgtEl>
                                          <p:spTgt spid="1259"/>
                                        </p:tgtEl>
                                      </p:cBhvr>
                                    </p:animEffect>
                                    <p:set>
                                      <p:cBhvr>
                                        <p:cTn id="4275" dur="1" fill="hold">
                                          <p:stCondLst>
                                            <p:cond delay="499"/>
                                          </p:stCondLst>
                                        </p:cTn>
                                        <p:tgtEl>
                                          <p:spTgt spid="1259"/>
                                        </p:tgtEl>
                                        <p:attrNameLst>
                                          <p:attrName>style.visibility</p:attrName>
                                        </p:attrNameLst>
                                      </p:cBhvr>
                                      <p:to>
                                        <p:strVal val="hidden"/>
                                      </p:to>
                                    </p:set>
                                  </p:childTnLst>
                                </p:cTn>
                              </p:par>
                              <p:par>
                                <p:cTn id="4276" nodeType="withEffect" fill="hold" presetClass="exit" presetID="10">
                                  <p:stCondLst>
                                    <p:cond delay="0"/>
                                  </p:stCondLst>
                                  <p:childTnLst>
                                    <p:animEffect filter="fade" transition="out">
                                      <p:cBhvr additive="repl">
                                        <p:cTn id="4277" dur="500"/>
                                        <p:tgtEl>
                                          <p:spTgt spid="1264"/>
                                        </p:tgtEl>
                                      </p:cBhvr>
                                    </p:animEffect>
                                    <p:set>
                                      <p:cBhvr>
                                        <p:cTn id="4278" dur="1" fill="hold">
                                          <p:stCondLst>
                                            <p:cond delay="499"/>
                                          </p:stCondLst>
                                        </p:cTn>
                                        <p:tgtEl>
                                          <p:spTgt spid="1264"/>
                                        </p:tgtEl>
                                        <p:attrNameLst>
                                          <p:attrName>style.visibility</p:attrName>
                                        </p:attrNameLst>
                                      </p:cBhvr>
                                      <p:to>
                                        <p:strVal val="hidden"/>
                                      </p:to>
                                    </p:set>
                                  </p:childTnLst>
                                </p:cTn>
                              </p:par>
                              <p:par>
                                <p:cTn id="4279" nodeType="withEffect" fill="hold" presetClass="exit" presetID="10">
                                  <p:stCondLst>
                                    <p:cond delay="0"/>
                                  </p:stCondLst>
                                  <p:childTnLst>
                                    <p:animEffect filter="fade" transition="out">
                                      <p:cBhvr additive="repl">
                                        <p:cTn id="4280" dur="500"/>
                                        <p:tgtEl>
                                          <p:spTgt spid="1263"/>
                                        </p:tgtEl>
                                      </p:cBhvr>
                                    </p:animEffect>
                                    <p:set>
                                      <p:cBhvr>
                                        <p:cTn id="4281" dur="1" fill="hold">
                                          <p:stCondLst>
                                            <p:cond delay="499"/>
                                          </p:stCondLst>
                                        </p:cTn>
                                        <p:tgtEl>
                                          <p:spTgt spid="126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282" restart="whenNotActive" nodeType="interactiveSeq" fill="hold">
                <p:stCondLst>
                  <p:cond delay="0" evt="onClick">
                    <p:tgtEl>
                      <p:spTgt spid="1268"/>
                    </p:tgtEl>
                  </p:cond>
                </p:stCondLst>
                <p:childTnLst>
                  <p:par>
                    <p:cTn id="4283" fill="hold">
                      <p:stCondLst>
                        <p:cond delay="0" evt="onClick">
                          <p:tgtEl>
                            <p:spTgt spid="1268"/>
                          </p:tgtEl>
                        </p:cond>
                      </p:stCondLst>
                      <p:childTnLst>
                        <p:par>
                          <p:cTn id="4284" fill="hold">
                            <p:stCondLst>
                              <p:cond delay="0"/>
                            </p:stCondLst>
                            <p:childTnLst>
                              <p:par>
                                <p:cTn id="4285" nodeType="clickEffect" fill="hold" presetClass="exit" presetID="9">
                                  <p:stCondLst>
                                    <p:cond delay="0"/>
                                  </p:stCondLst>
                                  <p:childTnLst>
                                    <p:animEffect filter="dissolve" transition="out">
                                      <p:cBhvr additive="repl">
                                        <p:cTn id="4286" dur="500"/>
                                        <p:tgtEl>
                                          <p:spTgt spid="1268"/>
                                        </p:tgtEl>
                                      </p:cBhvr>
                                    </p:animEffect>
                                    <p:set>
                                      <p:cBhvr>
                                        <p:cTn id="4287" dur="1" fill="hold">
                                          <p:stCondLst>
                                            <p:cond delay="499"/>
                                          </p:stCondLst>
                                        </p:cTn>
                                        <p:tgtEl>
                                          <p:spTgt spid="1268"/>
                                        </p:tgtEl>
                                        <p:attrNameLst>
                                          <p:attrName>style.visibility</p:attrName>
                                        </p:attrNameLst>
                                      </p:cBhvr>
                                      <p:to>
                                        <p:strVal val="hidden"/>
                                      </p:to>
                                    </p:set>
                                  </p:childTnLst>
                                </p:cTn>
                              </p:par>
                              <p:par>
                                <p:cTn id="4288" nodeType="withEffect" fill="hold" presetClass="exit" presetID="9">
                                  <p:stCondLst>
                                    <p:cond delay="0"/>
                                  </p:stCondLst>
                                  <p:childTnLst>
                                    <p:animEffect filter="dissolve" transition="out">
                                      <p:cBhvr additive="repl">
                                        <p:cTn id="4289" dur="500"/>
                                        <p:tgtEl>
                                          <p:spTgt spid="1267"/>
                                        </p:tgtEl>
                                      </p:cBhvr>
                                    </p:animEffect>
                                    <p:set>
                                      <p:cBhvr>
                                        <p:cTn id="4290" dur="1" fill="hold">
                                          <p:stCondLst>
                                            <p:cond delay="499"/>
                                          </p:stCondLst>
                                        </p:cTn>
                                        <p:tgtEl>
                                          <p:spTgt spid="1267"/>
                                        </p:tgtEl>
                                        <p:attrNameLst>
                                          <p:attrName>style.visibility</p:attrName>
                                        </p:attrNameLst>
                                      </p:cBhvr>
                                      <p:to>
                                        <p:strVal val="hidden"/>
                                      </p:to>
                                    </p:set>
                                  </p:childTnLst>
                                </p:cTn>
                              </p:par>
                              <p:par>
                                <p:cTn id="4291" nodeType="withEffect" fill="hold" presetClass="emph" presetID="1" presetSubtype="2">
                                  <p:stCondLst>
                                    <p:cond delay="0"/>
                                  </p:stCondLst>
                                  <p:childTnLst>
                                    <p:animClr clrSpc="rgb">
                                      <p:cBhvr>
                                        <p:cTn id="4292" dur="500" fill="hold"/>
                                        <p:tgtEl>
                                          <p:spTgt spid="1266"/>
                                        </p:tgtEl>
                                        <p:attrNameLst>
                                          <p:attrName>fillcolor</p:attrName>
                                        </p:attrNameLst>
                                      </p:cBhvr>
                                      <p:to>
                                        <a:srgbClr val="95b3d7"/>
                                      </p:to>
                                    </p:animClr>
                                    <p:set>
                                      <p:cBhvr>
                                        <p:cTn id="4293" dur="500" fill="hold"/>
                                        <p:tgtEl>
                                          <p:spTgt spid="1266"/>
                                        </p:tgtEl>
                                        <p:attrNameLst>
                                          <p:attrName>fill.type</p:attrName>
                                        </p:attrNameLst>
                                      </p:cBhvr>
                                      <p:to>
                                        <p:strVal val="solid"/>
                                      </p:to>
                                    </p:set>
                                    <p:set>
                                      <p:cBhvr>
                                        <p:cTn id="4294" dur="500" fill="hold"/>
                                        <p:tgtEl>
                                          <p:spTgt spid="126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9"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270"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271"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2"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04</a:t>
            </a:r>
            <a:br>
              <a:rPr sz="4400"/>
            </a:br>
            <a:endParaRPr b="0" lang="pt-BR" sz="2800" spc="-1" strike="noStrike">
              <a:solidFill>
                <a:schemeClr val="dk1"/>
              </a:solidFill>
              <a:latin typeface="Arial"/>
            </a:endParaRPr>
          </a:p>
        </p:txBody>
      </p:sp>
      <p:sp>
        <p:nvSpPr>
          <p:cNvPr id="1273" name="PlaceHolder 2"/>
          <p:cNvSpPr>
            <a:spLocks noGrp="1"/>
          </p:cNvSpPr>
          <p:nvPr>
            <p:ph type="subTitle"/>
          </p:nvPr>
        </p:nvSpPr>
        <p:spPr>
          <a:xfrm>
            <a:off x="1398600" y="1335240"/>
            <a:ext cx="7058160" cy="24588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Qual o consumo de potência do indicador do sistema “AEROVANE”?</a:t>
            </a:r>
            <a:endParaRPr b="0" lang="pt-BR" sz="1600" spc="-1" strike="noStrike">
              <a:solidFill>
                <a:srgbClr val="000000"/>
              </a:solidFill>
              <a:latin typeface="Arial"/>
            </a:endParaRPr>
          </a:p>
        </p:txBody>
      </p:sp>
      <p:sp>
        <p:nvSpPr>
          <p:cNvPr id="1274"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275"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40º F a 120º F</a:t>
            </a:r>
            <a:endParaRPr b="0" lang="pt-BR" sz="1800" spc="-1" strike="noStrike">
              <a:solidFill>
                <a:srgbClr val="000000"/>
              </a:solidFill>
              <a:latin typeface="Arial"/>
            </a:endParaRPr>
          </a:p>
        </p:txBody>
      </p:sp>
      <p:sp>
        <p:nvSpPr>
          <p:cNvPr id="1276"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77"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78"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279"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40º F a 150º F</a:t>
            </a:r>
            <a:endParaRPr b="0" lang="pt-BR" sz="1800" spc="-1" strike="noStrike">
              <a:solidFill>
                <a:srgbClr val="000000"/>
              </a:solidFill>
              <a:latin typeface="Arial"/>
            </a:endParaRPr>
          </a:p>
        </p:txBody>
      </p:sp>
      <p:sp>
        <p:nvSpPr>
          <p:cNvPr id="1280"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81"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82"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283"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50º F a 120º F</a:t>
            </a:r>
            <a:endParaRPr b="0" lang="pt-BR" sz="1800" spc="-1" strike="noStrike">
              <a:solidFill>
                <a:srgbClr val="000000"/>
              </a:solidFill>
              <a:latin typeface="Arial"/>
            </a:endParaRPr>
          </a:p>
        </p:txBody>
      </p:sp>
      <p:sp>
        <p:nvSpPr>
          <p:cNvPr id="1284"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85"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86"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287"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50º F a 150º F</a:t>
            </a:r>
            <a:endParaRPr b="0" lang="pt-BR" sz="1800" spc="-1" strike="noStrike">
              <a:solidFill>
                <a:srgbClr val="000000"/>
              </a:solidFill>
              <a:latin typeface="Arial"/>
            </a:endParaRPr>
          </a:p>
        </p:txBody>
      </p:sp>
      <p:sp>
        <p:nvSpPr>
          <p:cNvPr id="1288"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89"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295" dur="indefinite" restart="never" nodeType="tmRoot">
          <p:childTnLst>
            <p:seq>
              <p:cTn id="4296" dur="indefinite" nodeType="mainSeq">
                <p:childTnLst>
                  <p:par>
                    <p:cTn id="4297" fill="hold">
                      <p:stCondLst>
                        <p:cond delay="0"/>
                      </p:stCondLst>
                      <p:childTnLst>
                        <p:par>
                          <p:cTn id="4298" fill="hold">
                            <p:stCondLst>
                              <p:cond delay="0"/>
                            </p:stCondLst>
                            <p:childTnLst>
                              <p:par>
                                <p:cTn id="4299" nodeType="withEffect" fill="hold" presetClass="entr" presetID="10">
                                  <p:stCondLst>
                                    <p:cond delay="0"/>
                                  </p:stCondLst>
                                  <p:childTnLst>
                                    <p:set>
                                      <p:cBhvr>
                                        <p:cTn id="4300" dur="1" fill="hold">
                                          <p:stCondLst>
                                            <p:cond delay="0"/>
                                          </p:stCondLst>
                                        </p:cTn>
                                        <p:tgtEl>
                                          <p:spTgt spid="1275"/>
                                        </p:tgtEl>
                                        <p:attrNameLst>
                                          <p:attrName>style.visibility</p:attrName>
                                        </p:attrNameLst>
                                      </p:cBhvr>
                                      <p:to>
                                        <p:strVal val="visible"/>
                                      </p:to>
                                    </p:set>
                                    <p:animEffect filter="fade" transition="in">
                                      <p:cBhvr additive="repl">
                                        <p:cTn id="4301" dur="500"/>
                                        <p:tgtEl>
                                          <p:spTgt spid="1275"/>
                                        </p:tgtEl>
                                      </p:cBhvr>
                                    </p:animEffect>
                                  </p:childTnLst>
                                </p:cTn>
                              </p:par>
                              <p:par>
                                <p:cTn id="4302" nodeType="withEffect" fill="hold" presetClass="entr" presetID="10">
                                  <p:stCondLst>
                                    <p:cond delay="0"/>
                                  </p:stCondLst>
                                  <p:childTnLst>
                                    <p:set>
                                      <p:cBhvr>
                                        <p:cTn id="4303" dur="1" fill="hold">
                                          <p:stCondLst>
                                            <p:cond delay="0"/>
                                          </p:stCondLst>
                                        </p:cTn>
                                        <p:tgtEl>
                                          <p:spTgt spid="1274"/>
                                        </p:tgtEl>
                                        <p:attrNameLst>
                                          <p:attrName>style.visibility</p:attrName>
                                        </p:attrNameLst>
                                      </p:cBhvr>
                                      <p:to>
                                        <p:strVal val="visible"/>
                                      </p:to>
                                    </p:set>
                                    <p:animEffect filter="fade" transition="in">
                                      <p:cBhvr additive="repl">
                                        <p:cTn id="4304" dur="500"/>
                                        <p:tgtEl>
                                          <p:spTgt spid="1274"/>
                                        </p:tgtEl>
                                      </p:cBhvr>
                                    </p:animEffect>
                                  </p:childTnLst>
                                </p:cTn>
                              </p:par>
                              <p:par>
                                <p:cTn id="4305" nodeType="withEffect" fill="hold" presetClass="entr" presetID="10">
                                  <p:stCondLst>
                                    <p:cond delay="0"/>
                                  </p:stCondLst>
                                  <p:childTnLst>
                                    <p:set>
                                      <p:cBhvr>
                                        <p:cTn id="4306" dur="1" fill="hold">
                                          <p:stCondLst>
                                            <p:cond delay="0"/>
                                          </p:stCondLst>
                                        </p:cTn>
                                        <p:tgtEl>
                                          <p:spTgt spid="1278"/>
                                        </p:tgtEl>
                                        <p:attrNameLst>
                                          <p:attrName>style.visibility</p:attrName>
                                        </p:attrNameLst>
                                      </p:cBhvr>
                                      <p:to>
                                        <p:strVal val="visible"/>
                                      </p:to>
                                    </p:set>
                                    <p:animEffect filter="fade" transition="in">
                                      <p:cBhvr additive="repl">
                                        <p:cTn id="4307" dur="500"/>
                                        <p:tgtEl>
                                          <p:spTgt spid="1278"/>
                                        </p:tgtEl>
                                      </p:cBhvr>
                                    </p:animEffect>
                                  </p:childTnLst>
                                </p:cTn>
                              </p:par>
                              <p:par>
                                <p:cTn id="4308" nodeType="withEffect" fill="hold" presetClass="entr" presetID="10">
                                  <p:stCondLst>
                                    <p:cond delay="0"/>
                                  </p:stCondLst>
                                  <p:childTnLst>
                                    <p:set>
                                      <p:cBhvr>
                                        <p:cTn id="4309" dur="1" fill="hold">
                                          <p:stCondLst>
                                            <p:cond delay="0"/>
                                          </p:stCondLst>
                                        </p:cTn>
                                        <p:tgtEl>
                                          <p:spTgt spid="1279"/>
                                        </p:tgtEl>
                                        <p:attrNameLst>
                                          <p:attrName>style.visibility</p:attrName>
                                        </p:attrNameLst>
                                      </p:cBhvr>
                                      <p:to>
                                        <p:strVal val="visible"/>
                                      </p:to>
                                    </p:set>
                                    <p:animEffect filter="fade" transition="in">
                                      <p:cBhvr additive="repl">
                                        <p:cTn id="4310" dur="500"/>
                                        <p:tgtEl>
                                          <p:spTgt spid="1279"/>
                                        </p:tgtEl>
                                      </p:cBhvr>
                                    </p:animEffect>
                                  </p:childTnLst>
                                </p:cTn>
                              </p:par>
                              <p:par>
                                <p:cTn id="4311" nodeType="withEffect" fill="hold" presetClass="entr" presetID="10">
                                  <p:stCondLst>
                                    <p:cond delay="0"/>
                                  </p:stCondLst>
                                  <p:childTnLst>
                                    <p:set>
                                      <p:cBhvr>
                                        <p:cTn id="4312" dur="1" fill="hold">
                                          <p:stCondLst>
                                            <p:cond delay="0"/>
                                          </p:stCondLst>
                                        </p:cTn>
                                        <p:tgtEl>
                                          <p:spTgt spid="1282"/>
                                        </p:tgtEl>
                                        <p:attrNameLst>
                                          <p:attrName>style.visibility</p:attrName>
                                        </p:attrNameLst>
                                      </p:cBhvr>
                                      <p:to>
                                        <p:strVal val="visible"/>
                                      </p:to>
                                    </p:set>
                                    <p:animEffect filter="fade" transition="in">
                                      <p:cBhvr additive="repl">
                                        <p:cTn id="4313" dur="500"/>
                                        <p:tgtEl>
                                          <p:spTgt spid="1282"/>
                                        </p:tgtEl>
                                      </p:cBhvr>
                                    </p:animEffect>
                                  </p:childTnLst>
                                </p:cTn>
                              </p:par>
                              <p:par>
                                <p:cTn id="4314" nodeType="withEffect" fill="hold" presetClass="entr" presetID="10">
                                  <p:stCondLst>
                                    <p:cond delay="0"/>
                                  </p:stCondLst>
                                  <p:childTnLst>
                                    <p:set>
                                      <p:cBhvr>
                                        <p:cTn id="4315" dur="1" fill="hold">
                                          <p:stCondLst>
                                            <p:cond delay="0"/>
                                          </p:stCondLst>
                                        </p:cTn>
                                        <p:tgtEl>
                                          <p:spTgt spid="1283"/>
                                        </p:tgtEl>
                                        <p:attrNameLst>
                                          <p:attrName>style.visibility</p:attrName>
                                        </p:attrNameLst>
                                      </p:cBhvr>
                                      <p:to>
                                        <p:strVal val="visible"/>
                                      </p:to>
                                    </p:set>
                                    <p:animEffect filter="fade" transition="in">
                                      <p:cBhvr additive="repl">
                                        <p:cTn id="4316" dur="500"/>
                                        <p:tgtEl>
                                          <p:spTgt spid="1283"/>
                                        </p:tgtEl>
                                      </p:cBhvr>
                                    </p:animEffect>
                                  </p:childTnLst>
                                </p:cTn>
                              </p:par>
                              <p:par>
                                <p:cTn id="4317" nodeType="withEffect" fill="hold" presetClass="entr" presetID="10">
                                  <p:stCondLst>
                                    <p:cond delay="0"/>
                                  </p:stCondLst>
                                  <p:childTnLst>
                                    <p:set>
                                      <p:cBhvr>
                                        <p:cTn id="4318" dur="1" fill="hold">
                                          <p:stCondLst>
                                            <p:cond delay="0"/>
                                          </p:stCondLst>
                                        </p:cTn>
                                        <p:tgtEl>
                                          <p:spTgt spid="1286"/>
                                        </p:tgtEl>
                                        <p:attrNameLst>
                                          <p:attrName>style.visibility</p:attrName>
                                        </p:attrNameLst>
                                      </p:cBhvr>
                                      <p:to>
                                        <p:strVal val="visible"/>
                                      </p:to>
                                    </p:set>
                                    <p:animEffect filter="fade" transition="in">
                                      <p:cBhvr additive="repl">
                                        <p:cTn id="4319" dur="500"/>
                                        <p:tgtEl>
                                          <p:spTgt spid="1286"/>
                                        </p:tgtEl>
                                      </p:cBhvr>
                                    </p:animEffect>
                                  </p:childTnLst>
                                </p:cTn>
                              </p:par>
                              <p:par>
                                <p:cTn id="4320" nodeType="withEffect" fill="hold" presetClass="entr" presetID="10">
                                  <p:stCondLst>
                                    <p:cond delay="0"/>
                                  </p:stCondLst>
                                  <p:childTnLst>
                                    <p:set>
                                      <p:cBhvr>
                                        <p:cTn id="4321" dur="1" fill="hold">
                                          <p:stCondLst>
                                            <p:cond delay="0"/>
                                          </p:stCondLst>
                                        </p:cTn>
                                        <p:tgtEl>
                                          <p:spTgt spid="1287"/>
                                        </p:tgtEl>
                                        <p:attrNameLst>
                                          <p:attrName>style.visibility</p:attrName>
                                        </p:attrNameLst>
                                      </p:cBhvr>
                                      <p:to>
                                        <p:strVal val="visible"/>
                                      </p:to>
                                    </p:set>
                                    <p:animEffect filter="fade" transition="in">
                                      <p:cBhvr additive="repl">
                                        <p:cTn id="4322" dur="500"/>
                                        <p:tgtEl>
                                          <p:spTgt spid="1287"/>
                                        </p:tgtEl>
                                      </p:cBhvr>
                                    </p:animEffect>
                                  </p:childTnLst>
                                </p:cTn>
                              </p:par>
                              <p:par>
                                <p:cTn id="4323" nodeType="withEffect" fill="hold" presetClass="exit" presetID="1">
                                  <p:stCondLst>
                                    <p:cond delay="0"/>
                                  </p:stCondLst>
                                  <p:childTnLst>
                                    <p:set>
                                      <p:cBhvr>
                                        <p:cTn id="4324" dur="1" fill="hold">
                                          <p:stCondLst>
                                            <p:cond delay="0"/>
                                          </p:stCondLst>
                                        </p:cTn>
                                        <p:tgtEl>
                                          <p:spTgt spid="1277"/>
                                        </p:tgtEl>
                                        <p:attrNameLst>
                                          <p:attrName>style.visibility</p:attrName>
                                        </p:attrNameLst>
                                      </p:cBhvr>
                                      <p:to>
                                        <p:strVal val="hidden"/>
                                      </p:to>
                                    </p:set>
                                  </p:childTnLst>
                                </p:cTn>
                              </p:par>
                              <p:par>
                                <p:cTn id="4325" nodeType="withEffect" fill="hold" presetClass="exit" presetID="1">
                                  <p:stCondLst>
                                    <p:cond delay="0"/>
                                  </p:stCondLst>
                                  <p:childTnLst>
                                    <p:set>
                                      <p:cBhvr>
                                        <p:cTn id="4326" dur="1" fill="hold">
                                          <p:stCondLst>
                                            <p:cond delay="0"/>
                                          </p:stCondLst>
                                        </p:cTn>
                                        <p:tgtEl>
                                          <p:spTgt spid="1276"/>
                                        </p:tgtEl>
                                        <p:attrNameLst>
                                          <p:attrName>style.visibility</p:attrName>
                                        </p:attrNameLst>
                                      </p:cBhvr>
                                      <p:to>
                                        <p:strVal val="hidden"/>
                                      </p:to>
                                    </p:set>
                                  </p:childTnLst>
                                </p:cTn>
                              </p:par>
                              <p:par>
                                <p:cTn id="4327" nodeType="withEffect" fill="hold" presetClass="exit" presetID="1">
                                  <p:stCondLst>
                                    <p:cond delay="0"/>
                                  </p:stCondLst>
                                  <p:childTnLst>
                                    <p:set>
                                      <p:cBhvr>
                                        <p:cTn id="4328" dur="1" fill="hold">
                                          <p:stCondLst>
                                            <p:cond delay="0"/>
                                          </p:stCondLst>
                                        </p:cTn>
                                        <p:tgtEl>
                                          <p:spTgt spid="1281"/>
                                        </p:tgtEl>
                                        <p:attrNameLst>
                                          <p:attrName>style.visibility</p:attrName>
                                        </p:attrNameLst>
                                      </p:cBhvr>
                                      <p:to>
                                        <p:strVal val="hidden"/>
                                      </p:to>
                                    </p:set>
                                  </p:childTnLst>
                                </p:cTn>
                              </p:par>
                              <p:par>
                                <p:cTn id="4329" nodeType="withEffect" fill="hold" presetClass="exit" presetID="1">
                                  <p:stCondLst>
                                    <p:cond delay="0"/>
                                  </p:stCondLst>
                                  <p:childTnLst>
                                    <p:set>
                                      <p:cBhvr>
                                        <p:cTn id="4330" dur="1" fill="hold">
                                          <p:stCondLst>
                                            <p:cond delay="0"/>
                                          </p:stCondLst>
                                        </p:cTn>
                                        <p:tgtEl>
                                          <p:spTgt spid="1280"/>
                                        </p:tgtEl>
                                        <p:attrNameLst>
                                          <p:attrName>style.visibility</p:attrName>
                                        </p:attrNameLst>
                                      </p:cBhvr>
                                      <p:to>
                                        <p:strVal val="hidden"/>
                                      </p:to>
                                    </p:set>
                                  </p:childTnLst>
                                </p:cTn>
                              </p:par>
                              <p:par>
                                <p:cTn id="4331" nodeType="withEffect" fill="hold" presetClass="exit" presetID="1">
                                  <p:stCondLst>
                                    <p:cond delay="0"/>
                                  </p:stCondLst>
                                  <p:childTnLst>
                                    <p:set>
                                      <p:cBhvr>
                                        <p:cTn id="4332" dur="1" fill="hold">
                                          <p:stCondLst>
                                            <p:cond delay="0"/>
                                          </p:stCondLst>
                                        </p:cTn>
                                        <p:tgtEl>
                                          <p:spTgt spid="1285"/>
                                        </p:tgtEl>
                                        <p:attrNameLst>
                                          <p:attrName>style.visibility</p:attrName>
                                        </p:attrNameLst>
                                      </p:cBhvr>
                                      <p:to>
                                        <p:strVal val="hidden"/>
                                      </p:to>
                                    </p:set>
                                  </p:childTnLst>
                                </p:cTn>
                              </p:par>
                              <p:par>
                                <p:cTn id="4333" nodeType="withEffect" fill="hold" presetClass="exit" presetID="1">
                                  <p:stCondLst>
                                    <p:cond delay="0"/>
                                  </p:stCondLst>
                                  <p:childTnLst>
                                    <p:set>
                                      <p:cBhvr>
                                        <p:cTn id="4334" dur="1" fill="hold">
                                          <p:stCondLst>
                                            <p:cond delay="0"/>
                                          </p:stCondLst>
                                        </p:cTn>
                                        <p:tgtEl>
                                          <p:spTgt spid="1284"/>
                                        </p:tgtEl>
                                        <p:attrNameLst>
                                          <p:attrName>style.visibility</p:attrName>
                                        </p:attrNameLst>
                                      </p:cBhvr>
                                      <p:to>
                                        <p:strVal val="hidden"/>
                                      </p:to>
                                    </p:set>
                                  </p:childTnLst>
                                </p:cTn>
                              </p:par>
                              <p:par>
                                <p:cTn id="4335" nodeType="withEffect" fill="hold" presetClass="exit" presetID="1">
                                  <p:stCondLst>
                                    <p:cond delay="0"/>
                                  </p:stCondLst>
                                  <p:childTnLst>
                                    <p:set>
                                      <p:cBhvr>
                                        <p:cTn id="4336" dur="1" fill="hold">
                                          <p:stCondLst>
                                            <p:cond delay="0"/>
                                          </p:stCondLst>
                                        </p:cTn>
                                        <p:tgtEl>
                                          <p:spTgt spid="1289"/>
                                        </p:tgtEl>
                                        <p:attrNameLst>
                                          <p:attrName>style.visibility</p:attrName>
                                        </p:attrNameLst>
                                      </p:cBhvr>
                                      <p:to>
                                        <p:strVal val="hidden"/>
                                      </p:to>
                                    </p:set>
                                  </p:childTnLst>
                                </p:cTn>
                              </p:par>
                              <p:par>
                                <p:cTn id="4337" nodeType="withEffect" fill="hold" presetClass="exit" presetID="1">
                                  <p:stCondLst>
                                    <p:cond delay="0"/>
                                  </p:stCondLst>
                                  <p:childTnLst>
                                    <p:set>
                                      <p:cBhvr>
                                        <p:cTn id="4338" dur="1" fill="hold">
                                          <p:stCondLst>
                                            <p:cond delay="0"/>
                                          </p:stCondLst>
                                        </p:cTn>
                                        <p:tgtEl>
                                          <p:spTgt spid="12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339" restart="whenNotActive" nodeType="interactiveSeq" fill="hold">
                <p:stCondLst>
                  <p:cond delay="0" evt="onClick">
                    <p:tgtEl>
                      <p:spTgt spid="1274"/>
                    </p:tgtEl>
                  </p:cond>
                </p:stCondLst>
                <p:childTnLst>
                  <p:par>
                    <p:cTn id="4340" fill="hold">
                      <p:stCondLst>
                        <p:cond delay="0" evt="onClick">
                          <p:tgtEl>
                            <p:spTgt spid="1274"/>
                          </p:tgtEl>
                        </p:cond>
                      </p:stCondLst>
                      <p:childTnLst>
                        <p:par>
                          <p:cTn id="4341" fill="hold">
                            <p:stCondLst>
                              <p:cond delay="0"/>
                            </p:stCondLst>
                            <p:childTnLst>
                              <p:par>
                                <p:cTn id="4342" nodeType="clickEffect" fill="hold" presetClass="entr" presetID="16" presetSubtype="21">
                                  <p:stCondLst>
                                    <p:cond delay="0"/>
                                  </p:stCondLst>
                                  <p:childTnLst>
                                    <p:set>
                                      <p:cBhvr>
                                        <p:cTn id="4343" dur="1" fill="hold">
                                          <p:stCondLst>
                                            <p:cond delay="0"/>
                                          </p:stCondLst>
                                        </p:cTn>
                                        <p:tgtEl>
                                          <p:spTgt spid="1277"/>
                                        </p:tgtEl>
                                        <p:attrNameLst>
                                          <p:attrName>style.visibility</p:attrName>
                                        </p:attrNameLst>
                                      </p:cBhvr>
                                      <p:to>
                                        <p:strVal val="visible"/>
                                      </p:to>
                                    </p:set>
                                    <p:animEffect filter="barn(inVertical)" transition="in">
                                      <p:cBhvr additive="repl">
                                        <p:cTn id="4344" dur="500"/>
                                        <p:tgtEl>
                                          <p:spTgt spid="1277"/>
                                        </p:tgtEl>
                                      </p:cBhvr>
                                    </p:animEffect>
                                  </p:childTnLst>
                                </p:cTn>
                              </p:par>
                              <p:par>
                                <p:cTn id="4345" nodeType="withEffect" fill="hold" presetClass="entr" presetID="16" presetSubtype="21">
                                  <p:stCondLst>
                                    <p:cond delay="0"/>
                                  </p:stCondLst>
                                  <p:childTnLst>
                                    <p:set>
                                      <p:cBhvr>
                                        <p:cTn id="4346" dur="1" fill="hold">
                                          <p:stCondLst>
                                            <p:cond delay="0"/>
                                          </p:stCondLst>
                                        </p:cTn>
                                        <p:tgtEl>
                                          <p:spTgt spid="1276"/>
                                        </p:tgtEl>
                                        <p:attrNameLst>
                                          <p:attrName>style.visibility</p:attrName>
                                        </p:attrNameLst>
                                      </p:cBhvr>
                                      <p:to>
                                        <p:strVal val="visible"/>
                                      </p:to>
                                    </p:set>
                                    <p:animEffect filter="barn(inVertical)" transition="in">
                                      <p:cBhvr additive="repl">
                                        <p:cTn id="4347" dur="500"/>
                                        <p:tgtEl>
                                          <p:spTgt spid="1276"/>
                                        </p:tgtEl>
                                      </p:cBhvr>
                                    </p:animEffect>
                                  </p:childTnLst>
                                </p:cTn>
                              </p:par>
                              <p:par>
                                <p:cTn id="4348" nodeType="withEffect" fill="hold" presetClass="emph" presetID="1" presetSubtype="2">
                                  <p:stCondLst>
                                    <p:cond delay="0"/>
                                  </p:stCondLst>
                                  <p:childTnLst>
                                    <p:animClr clrSpc="rgb">
                                      <p:cBhvr>
                                        <p:cTn id="4349" dur="500" fill="hold"/>
                                        <p:tgtEl>
                                          <p:spTgt spid="1275"/>
                                        </p:tgtEl>
                                        <p:attrNameLst>
                                          <p:attrName>fillcolor</p:attrName>
                                        </p:attrNameLst>
                                      </p:cBhvr>
                                      <p:to>
                                        <a:srgbClr val="8a80e4"/>
                                      </p:to>
                                    </p:animClr>
                                    <p:set>
                                      <p:cBhvr>
                                        <p:cTn id="4350" dur="500" fill="hold"/>
                                        <p:tgtEl>
                                          <p:spTgt spid="1275"/>
                                        </p:tgtEl>
                                        <p:attrNameLst>
                                          <p:attrName>fill.type</p:attrName>
                                        </p:attrNameLst>
                                      </p:cBhvr>
                                      <p:to>
                                        <p:strVal val="solid"/>
                                      </p:to>
                                    </p:set>
                                    <p:set>
                                      <p:cBhvr>
                                        <p:cTn id="4351" dur="500" fill="hold"/>
                                        <p:tgtEl>
                                          <p:spTgt spid="1275"/>
                                        </p:tgtEl>
                                        <p:attrNameLst>
                                          <p:attrName>fill.on</p:attrName>
                                        </p:attrNameLst>
                                      </p:cBhvr>
                                      <p:to>
                                        <p:strVal val="true"/>
                                      </p:to>
                                    </p:set>
                                  </p:childTnLst>
                                </p:cTn>
                              </p:par>
                              <p:par>
                                <p:cTn id="4352" nodeType="withEffect" fill="hold" presetClass="emph" presetID="1" presetSubtype="2">
                                  <p:stCondLst>
                                    <p:cond delay="0"/>
                                  </p:stCondLst>
                                  <p:childTnLst>
                                    <p:animClr clrSpc="rgb">
                                      <p:cBhvr>
                                        <p:cTn id="4353" dur="500" fill="hold"/>
                                        <p:tgtEl>
                                          <p:spTgt spid="1279"/>
                                        </p:tgtEl>
                                        <p:attrNameLst>
                                          <p:attrName>fillcolor</p:attrName>
                                        </p:attrNameLst>
                                      </p:cBhvr>
                                      <p:to>
                                        <a:srgbClr val="95b3d7"/>
                                      </p:to>
                                    </p:animClr>
                                    <p:set>
                                      <p:cBhvr>
                                        <p:cTn id="4354" dur="500" fill="hold"/>
                                        <p:tgtEl>
                                          <p:spTgt spid="1279"/>
                                        </p:tgtEl>
                                        <p:attrNameLst>
                                          <p:attrName>fill.type</p:attrName>
                                        </p:attrNameLst>
                                      </p:cBhvr>
                                      <p:to>
                                        <p:strVal val="solid"/>
                                      </p:to>
                                    </p:set>
                                    <p:set>
                                      <p:cBhvr>
                                        <p:cTn id="4355" dur="500" fill="hold"/>
                                        <p:tgtEl>
                                          <p:spTgt spid="1279"/>
                                        </p:tgtEl>
                                        <p:attrNameLst>
                                          <p:attrName>fill.on</p:attrName>
                                        </p:attrNameLst>
                                      </p:cBhvr>
                                      <p:to>
                                        <p:strVal val="true"/>
                                      </p:to>
                                    </p:set>
                                  </p:childTnLst>
                                </p:cTn>
                              </p:par>
                              <p:par>
                                <p:cTn id="4356" nodeType="withEffect" fill="hold" presetClass="emph" presetID="1" presetSubtype="2">
                                  <p:stCondLst>
                                    <p:cond delay="0"/>
                                  </p:stCondLst>
                                  <p:childTnLst>
                                    <p:animClr clrSpc="rgb">
                                      <p:cBhvr>
                                        <p:cTn id="4357" dur="500" fill="hold"/>
                                        <p:tgtEl>
                                          <p:spTgt spid="1283"/>
                                        </p:tgtEl>
                                        <p:attrNameLst>
                                          <p:attrName>fillcolor</p:attrName>
                                        </p:attrNameLst>
                                      </p:cBhvr>
                                      <p:to>
                                        <a:srgbClr val="95b3d7"/>
                                      </p:to>
                                    </p:animClr>
                                    <p:set>
                                      <p:cBhvr>
                                        <p:cTn id="4358" dur="500" fill="hold"/>
                                        <p:tgtEl>
                                          <p:spTgt spid="1283"/>
                                        </p:tgtEl>
                                        <p:attrNameLst>
                                          <p:attrName>fill.type</p:attrName>
                                        </p:attrNameLst>
                                      </p:cBhvr>
                                      <p:to>
                                        <p:strVal val="solid"/>
                                      </p:to>
                                    </p:set>
                                    <p:set>
                                      <p:cBhvr>
                                        <p:cTn id="4359" dur="500" fill="hold"/>
                                        <p:tgtEl>
                                          <p:spTgt spid="1283"/>
                                        </p:tgtEl>
                                        <p:attrNameLst>
                                          <p:attrName>fill.on</p:attrName>
                                        </p:attrNameLst>
                                      </p:cBhvr>
                                      <p:to>
                                        <p:strVal val="true"/>
                                      </p:to>
                                    </p:set>
                                  </p:childTnLst>
                                </p:cTn>
                              </p:par>
                              <p:par>
                                <p:cTn id="4360" nodeType="withEffect" fill="hold" presetClass="emph" presetID="1" presetSubtype="2">
                                  <p:stCondLst>
                                    <p:cond delay="0"/>
                                  </p:stCondLst>
                                  <p:childTnLst>
                                    <p:animClr clrSpc="rgb">
                                      <p:cBhvr>
                                        <p:cTn id="4361" dur="500" fill="hold"/>
                                        <p:tgtEl>
                                          <p:spTgt spid="1287"/>
                                        </p:tgtEl>
                                        <p:attrNameLst>
                                          <p:attrName>fillcolor</p:attrName>
                                        </p:attrNameLst>
                                      </p:cBhvr>
                                      <p:to>
                                        <a:srgbClr val="95b3d7"/>
                                      </p:to>
                                    </p:animClr>
                                    <p:set>
                                      <p:cBhvr>
                                        <p:cTn id="4362" dur="500" fill="hold"/>
                                        <p:tgtEl>
                                          <p:spTgt spid="1287"/>
                                        </p:tgtEl>
                                        <p:attrNameLst>
                                          <p:attrName>fill.type</p:attrName>
                                        </p:attrNameLst>
                                      </p:cBhvr>
                                      <p:to>
                                        <p:strVal val="solid"/>
                                      </p:to>
                                    </p:set>
                                    <p:set>
                                      <p:cBhvr>
                                        <p:cTn id="4363" dur="500" fill="hold"/>
                                        <p:tgtEl>
                                          <p:spTgt spid="1287"/>
                                        </p:tgtEl>
                                        <p:attrNameLst>
                                          <p:attrName>fill.on</p:attrName>
                                        </p:attrNameLst>
                                      </p:cBhvr>
                                      <p:to>
                                        <p:strVal val="true"/>
                                      </p:to>
                                    </p:set>
                                  </p:childTnLst>
                                </p:cTn>
                              </p:par>
                              <p:par>
                                <p:cTn id="4364" nodeType="withEffect" fill="hold" presetClass="exit" presetID="10">
                                  <p:stCondLst>
                                    <p:cond delay="0"/>
                                  </p:stCondLst>
                                  <p:childTnLst>
                                    <p:animEffect filter="fade" transition="out">
                                      <p:cBhvr additive="repl">
                                        <p:cTn id="4365" dur="500"/>
                                        <p:tgtEl>
                                          <p:spTgt spid="1281"/>
                                        </p:tgtEl>
                                      </p:cBhvr>
                                    </p:animEffect>
                                    <p:set>
                                      <p:cBhvr>
                                        <p:cTn id="4366" dur="1" fill="hold">
                                          <p:stCondLst>
                                            <p:cond delay="499"/>
                                          </p:stCondLst>
                                        </p:cTn>
                                        <p:tgtEl>
                                          <p:spTgt spid="1281"/>
                                        </p:tgtEl>
                                        <p:attrNameLst>
                                          <p:attrName>style.visibility</p:attrName>
                                        </p:attrNameLst>
                                      </p:cBhvr>
                                      <p:to>
                                        <p:strVal val="hidden"/>
                                      </p:to>
                                    </p:set>
                                  </p:childTnLst>
                                </p:cTn>
                              </p:par>
                              <p:par>
                                <p:cTn id="4367" nodeType="withEffect" fill="hold" presetClass="exit" presetID="10">
                                  <p:stCondLst>
                                    <p:cond delay="0"/>
                                  </p:stCondLst>
                                  <p:childTnLst>
                                    <p:animEffect filter="fade" transition="out">
                                      <p:cBhvr additive="repl">
                                        <p:cTn id="4368" dur="500"/>
                                        <p:tgtEl>
                                          <p:spTgt spid="1280"/>
                                        </p:tgtEl>
                                      </p:cBhvr>
                                    </p:animEffect>
                                    <p:set>
                                      <p:cBhvr>
                                        <p:cTn id="4369" dur="1" fill="hold">
                                          <p:stCondLst>
                                            <p:cond delay="499"/>
                                          </p:stCondLst>
                                        </p:cTn>
                                        <p:tgtEl>
                                          <p:spTgt spid="1280"/>
                                        </p:tgtEl>
                                        <p:attrNameLst>
                                          <p:attrName>style.visibility</p:attrName>
                                        </p:attrNameLst>
                                      </p:cBhvr>
                                      <p:to>
                                        <p:strVal val="hidden"/>
                                      </p:to>
                                    </p:set>
                                  </p:childTnLst>
                                </p:cTn>
                              </p:par>
                              <p:par>
                                <p:cTn id="4370" nodeType="withEffect" fill="hold" presetClass="exit" presetID="10">
                                  <p:stCondLst>
                                    <p:cond delay="0"/>
                                  </p:stCondLst>
                                  <p:childTnLst>
                                    <p:animEffect filter="fade" transition="out">
                                      <p:cBhvr additive="repl">
                                        <p:cTn id="4371" dur="500"/>
                                        <p:tgtEl>
                                          <p:spTgt spid="1285"/>
                                        </p:tgtEl>
                                      </p:cBhvr>
                                    </p:animEffect>
                                    <p:set>
                                      <p:cBhvr>
                                        <p:cTn id="4372" dur="1" fill="hold">
                                          <p:stCondLst>
                                            <p:cond delay="499"/>
                                          </p:stCondLst>
                                        </p:cTn>
                                        <p:tgtEl>
                                          <p:spTgt spid="1285"/>
                                        </p:tgtEl>
                                        <p:attrNameLst>
                                          <p:attrName>style.visibility</p:attrName>
                                        </p:attrNameLst>
                                      </p:cBhvr>
                                      <p:to>
                                        <p:strVal val="hidden"/>
                                      </p:to>
                                    </p:set>
                                  </p:childTnLst>
                                </p:cTn>
                              </p:par>
                              <p:par>
                                <p:cTn id="4373" nodeType="withEffect" fill="hold" presetClass="exit" presetID="10">
                                  <p:stCondLst>
                                    <p:cond delay="0"/>
                                  </p:stCondLst>
                                  <p:childTnLst>
                                    <p:animEffect filter="fade" transition="out">
                                      <p:cBhvr additive="repl">
                                        <p:cTn id="4374" dur="500"/>
                                        <p:tgtEl>
                                          <p:spTgt spid="1284"/>
                                        </p:tgtEl>
                                      </p:cBhvr>
                                    </p:animEffect>
                                    <p:set>
                                      <p:cBhvr>
                                        <p:cTn id="4375" dur="1" fill="hold">
                                          <p:stCondLst>
                                            <p:cond delay="499"/>
                                          </p:stCondLst>
                                        </p:cTn>
                                        <p:tgtEl>
                                          <p:spTgt spid="1284"/>
                                        </p:tgtEl>
                                        <p:attrNameLst>
                                          <p:attrName>style.visibility</p:attrName>
                                        </p:attrNameLst>
                                      </p:cBhvr>
                                      <p:to>
                                        <p:strVal val="hidden"/>
                                      </p:to>
                                    </p:set>
                                  </p:childTnLst>
                                </p:cTn>
                              </p:par>
                              <p:par>
                                <p:cTn id="4376" nodeType="withEffect" fill="hold" presetClass="exit" presetID="10">
                                  <p:stCondLst>
                                    <p:cond delay="0"/>
                                  </p:stCondLst>
                                  <p:childTnLst>
                                    <p:animEffect filter="fade" transition="out">
                                      <p:cBhvr additive="repl">
                                        <p:cTn id="4377" dur="500"/>
                                        <p:tgtEl>
                                          <p:spTgt spid="1289"/>
                                        </p:tgtEl>
                                      </p:cBhvr>
                                    </p:animEffect>
                                    <p:set>
                                      <p:cBhvr>
                                        <p:cTn id="4378" dur="1" fill="hold">
                                          <p:stCondLst>
                                            <p:cond delay="499"/>
                                          </p:stCondLst>
                                        </p:cTn>
                                        <p:tgtEl>
                                          <p:spTgt spid="1289"/>
                                        </p:tgtEl>
                                        <p:attrNameLst>
                                          <p:attrName>style.visibility</p:attrName>
                                        </p:attrNameLst>
                                      </p:cBhvr>
                                      <p:to>
                                        <p:strVal val="hidden"/>
                                      </p:to>
                                    </p:set>
                                  </p:childTnLst>
                                </p:cTn>
                              </p:par>
                              <p:par>
                                <p:cTn id="4379" nodeType="withEffect" fill="hold" presetClass="exit" presetID="10">
                                  <p:stCondLst>
                                    <p:cond delay="0"/>
                                  </p:stCondLst>
                                  <p:childTnLst>
                                    <p:animEffect filter="fade" transition="out">
                                      <p:cBhvr additive="repl">
                                        <p:cTn id="4380" dur="500"/>
                                        <p:tgtEl>
                                          <p:spTgt spid="1288"/>
                                        </p:tgtEl>
                                      </p:cBhvr>
                                    </p:animEffect>
                                    <p:set>
                                      <p:cBhvr>
                                        <p:cTn id="4381" dur="1" fill="hold">
                                          <p:stCondLst>
                                            <p:cond delay="499"/>
                                          </p:stCondLst>
                                        </p:cTn>
                                        <p:tgtEl>
                                          <p:spTgt spid="12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382" restart="whenNotActive" nodeType="interactiveSeq" fill="hold">
                <p:stCondLst>
                  <p:cond delay="0" evt="onClick">
                    <p:tgtEl>
                      <p:spTgt spid="1277"/>
                    </p:tgtEl>
                  </p:cond>
                </p:stCondLst>
                <p:childTnLst>
                  <p:par>
                    <p:cTn id="4383" fill="hold">
                      <p:stCondLst>
                        <p:cond delay="0" evt="onClick">
                          <p:tgtEl>
                            <p:spTgt spid="1277"/>
                          </p:tgtEl>
                        </p:cond>
                      </p:stCondLst>
                      <p:childTnLst>
                        <p:par>
                          <p:cTn id="4384" fill="hold">
                            <p:stCondLst>
                              <p:cond delay="0"/>
                            </p:stCondLst>
                            <p:childTnLst>
                              <p:par>
                                <p:cTn id="4385" nodeType="clickEffect" fill="hold" presetClass="exit" presetID="9">
                                  <p:stCondLst>
                                    <p:cond delay="0"/>
                                  </p:stCondLst>
                                  <p:childTnLst>
                                    <p:animEffect filter="dissolve" transition="out">
                                      <p:cBhvr additive="repl">
                                        <p:cTn id="4386" dur="500"/>
                                        <p:tgtEl>
                                          <p:spTgt spid="1277"/>
                                        </p:tgtEl>
                                      </p:cBhvr>
                                    </p:animEffect>
                                    <p:set>
                                      <p:cBhvr>
                                        <p:cTn id="4387" dur="1" fill="hold">
                                          <p:stCondLst>
                                            <p:cond delay="499"/>
                                          </p:stCondLst>
                                        </p:cTn>
                                        <p:tgtEl>
                                          <p:spTgt spid="1277"/>
                                        </p:tgtEl>
                                        <p:attrNameLst>
                                          <p:attrName>style.visibility</p:attrName>
                                        </p:attrNameLst>
                                      </p:cBhvr>
                                      <p:to>
                                        <p:strVal val="hidden"/>
                                      </p:to>
                                    </p:set>
                                  </p:childTnLst>
                                </p:cTn>
                              </p:par>
                              <p:par>
                                <p:cTn id="4388" nodeType="withEffect" fill="hold" presetClass="exit" presetID="9">
                                  <p:stCondLst>
                                    <p:cond delay="0"/>
                                  </p:stCondLst>
                                  <p:childTnLst>
                                    <p:animEffect filter="dissolve" transition="out">
                                      <p:cBhvr additive="repl">
                                        <p:cTn id="4389" dur="500"/>
                                        <p:tgtEl>
                                          <p:spTgt spid="1276"/>
                                        </p:tgtEl>
                                      </p:cBhvr>
                                    </p:animEffect>
                                    <p:set>
                                      <p:cBhvr>
                                        <p:cTn id="4390" dur="1" fill="hold">
                                          <p:stCondLst>
                                            <p:cond delay="499"/>
                                          </p:stCondLst>
                                        </p:cTn>
                                        <p:tgtEl>
                                          <p:spTgt spid="1276"/>
                                        </p:tgtEl>
                                        <p:attrNameLst>
                                          <p:attrName>style.visibility</p:attrName>
                                        </p:attrNameLst>
                                      </p:cBhvr>
                                      <p:to>
                                        <p:strVal val="hidden"/>
                                      </p:to>
                                    </p:set>
                                  </p:childTnLst>
                                </p:cTn>
                              </p:par>
                              <p:par>
                                <p:cTn id="4391" nodeType="withEffect" fill="hold" presetClass="emph" presetID="1" presetSubtype="2">
                                  <p:stCondLst>
                                    <p:cond delay="0"/>
                                  </p:stCondLst>
                                  <p:childTnLst>
                                    <p:animClr clrSpc="rgb">
                                      <p:cBhvr>
                                        <p:cTn id="4392" dur="500" fill="hold"/>
                                        <p:tgtEl>
                                          <p:spTgt spid="1275"/>
                                        </p:tgtEl>
                                        <p:attrNameLst>
                                          <p:attrName>fillcolor</p:attrName>
                                        </p:attrNameLst>
                                      </p:cBhvr>
                                      <p:to>
                                        <a:srgbClr val="95b3d7"/>
                                      </p:to>
                                    </p:animClr>
                                    <p:set>
                                      <p:cBhvr>
                                        <p:cTn id="4393" dur="500" fill="hold"/>
                                        <p:tgtEl>
                                          <p:spTgt spid="1275"/>
                                        </p:tgtEl>
                                        <p:attrNameLst>
                                          <p:attrName>fill.type</p:attrName>
                                        </p:attrNameLst>
                                      </p:cBhvr>
                                      <p:to>
                                        <p:strVal val="solid"/>
                                      </p:to>
                                    </p:set>
                                    <p:set>
                                      <p:cBhvr>
                                        <p:cTn id="4394" dur="500" fill="hold"/>
                                        <p:tgtEl>
                                          <p:spTgt spid="127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395" restart="whenNotActive" nodeType="interactiveSeq" fill="hold">
                <p:stCondLst>
                  <p:cond delay="0" evt="onClick">
                    <p:tgtEl>
                      <p:spTgt spid="1278"/>
                    </p:tgtEl>
                  </p:cond>
                </p:stCondLst>
                <p:childTnLst>
                  <p:par>
                    <p:cTn id="4396" fill="hold">
                      <p:stCondLst>
                        <p:cond delay="0" evt="onClick">
                          <p:tgtEl>
                            <p:spTgt spid="1278"/>
                          </p:tgtEl>
                        </p:cond>
                      </p:stCondLst>
                      <p:childTnLst>
                        <p:par>
                          <p:cTn id="4397" fill="hold">
                            <p:stCondLst>
                              <p:cond delay="0"/>
                            </p:stCondLst>
                            <p:childTnLst>
                              <p:par>
                                <p:cTn id="4398" nodeType="clickEffect" fill="hold" presetClass="entr" presetID="16" presetSubtype="21">
                                  <p:stCondLst>
                                    <p:cond delay="0"/>
                                  </p:stCondLst>
                                  <p:childTnLst>
                                    <p:set>
                                      <p:cBhvr>
                                        <p:cTn id="4399" dur="1" fill="hold">
                                          <p:stCondLst>
                                            <p:cond delay="0"/>
                                          </p:stCondLst>
                                        </p:cTn>
                                        <p:tgtEl>
                                          <p:spTgt spid="1281"/>
                                        </p:tgtEl>
                                        <p:attrNameLst>
                                          <p:attrName>style.visibility</p:attrName>
                                        </p:attrNameLst>
                                      </p:cBhvr>
                                      <p:to>
                                        <p:strVal val="visible"/>
                                      </p:to>
                                    </p:set>
                                    <p:animEffect filter="barn(inVertical)" transition="in">
                                      <p:cBhvr additive="repl">
                                        <p:cTn id="4400" dur="500"/>
                                        <p:tgtEl>
                                          <p:spTgt spid="1281"/>
                                        </p:tgtEl>
                                      </p:cBhvr>
                                    </p:animEffect>
                                  </p:childTnLst>
                                </p:cTn>
                              </p:par>
                              <p:par>
                                <p:cTn id="4401" nodeType="withEffect" fill="hold" presetClass="entr" presetID="16" presetSubtype="21">
                                  <p:stCondLst>
                                    <p:cond delay="0"/>
                                  </p:stCondLst>
                                  <p:childTnLst>
                                    <p:set>
                                      <p:cBhvr>
                                        <p:cTn id="4402" dur="1" fill="hold">
                                          <p:stCondLst>
                                            <p:cond delay="0"/>
                                          </p:stCondLst>
                                        </p:cTn>
                                        <p:tgtEl>
                                          <p:spTgt spid="1280"/>
                                        </p:tgtEl>
                                        <p:attrNameLst>
                                          <p:attrName>style.visibility</p:attrName>
                                        </p:attrNameLst>
                                      </p:cBhvr>
                                      <p:to>
                                        <p:strVal val="visible"/>
                                      </p:to>
                                    </p:set>
                                    <p:animEffect filter="barn(inVertical)" transition="in">
                                      <p:cBhvr additive="repl">
                                        <p:cTn id="4403" dur="500"/>
                                        <p:tgtEl>
                                          <p:spTgt spid="1280"/>
                                        </p:tgtEl>
                                      </p:cBhvr>
                                    </p:animEffect>
                                  </p:childTnLst>
                                </p:cTn>
                              </p:par>
                              <p:par>
                                <p:cTn id="4404" nodeType="withEffect" fill="hold" presetClass="emph" presetID="1" presetSubtype="2">
                                  <p:stCondLst>
                                    <p:cond delay="0"/>
                                  </p:stCondLst>
                                  <p:childTnLst>
                                    <p:animClr clrSpc="rgb">
                                      <p:cBhvr>
                                        <p:cTn id="4405" dur="500" fill="hold"/>
                                        <p:tgtEl>
                                          <p:spTgt spid="1279"/>
                                        </p:tgtEl>
                                        <p:attrNameLst>
                                          <p:attrName>fillcolor</p:attrName>
                                        </p:attrNameLst>
                                      </p:cBhvr>
                                      <p:to>
                                        <a:srgbClr val="8a80e4"/>
                                      </p:to>
                                    </p:animClr>
                                    <p:set>
                                      <p:cBhvr>
                                        <p:cTn id="4406" dur="500" fill="hold"/>
                                        <p:tgtEl>
                                          <p:spTgt spid="1279"/>
                                        </p:tgtEl>
                                        <p:attrNameLst>
                                          <p:attrName>fill.type</p:attrName>
                                        </p:attrNameLst>
                                      </p:cBhvr>
                                      <p:to>
                                        <p:strVal val="solid"/>
                                      </p:to>
                                    </p:set>
                                    <p:set>
                                      <p:cBhvr>
                                        <p:cTn id="4407" dur="500" fill="hold"/>
                                        <p:tgtEl>
                                          <p:spTgt spid="1279"/>
                                        </p:tgtEl>
                                        <p:attrNameLst>
                                          <p:attrName>fill.on</p:attrName>
                                        </p:attrNameLst>
                                      </p:cBhvr>
                                      <p:to>
                                        <p:strVal val="true"/>
                                      </p:to>
                                    </p:set>
                                  </p:childTnLst>
                                </p:cTn>
                              </p:par>
                              <p:par>
                                <p:cTn id="4408" nodeType="withEffect" fill="hold" presetClass="emph" presetID="1" presetSubtype="2">
                                  <p:stCondLst>
                                    <p:cond delay="0"/>
                                  </p:stCondLst>
                                  <p:childTnLst>
                                    <p:animClr clrSpc="rgb">
                                      <p:cBhvr>
                                        <p:cTn id="4409" dur="500" fill="hold"/>
                                        <p:tgtEl>
                                          <p:spTgt spid="1275"/>
                                        </p:tgtEl>
                                        <p:attrNameLst>
                                          <p:attrName>fillcolor</p:attrName>
                                        </p:attrNameLst>
                                      </p:cBhvr>
                                      <p:to>
                                        <a:srgbClr val="95b3d7"/>
                                      </p:to>
                                    </p:animClr>
                                    <p:set>
                                      <p:cBhvr>
                                        <p:cTn id="4410" dur="500" fill="hold"/>
                                        <p:tgtEl>
                                          <p:spTgt spid="1275"/>
                                        </p:tgtEl>
                                        <p:attrNameLst>
                                          <p:attrName>fill.type</p:attrName>
                                        </p:attrNameLst>
                                      </p:cBhvr>
                                      <p:to>
                                        <p:strVal val="solid"/>
                                      </p:to>
                                    </p:set>
                                    <p:set>
                                      <p:cBhvr>
                                        <p:cTn id="4411" dur="500" fill="hold"/>
                                        <p:tgtEl>
                                          <p:spTgt spid="1275"/>
                                        </p:tgtEl>
                                        <p:attrNameLst>
                                          <p:attrName>fill.on</p:attrName>
                                        </p:attrNameLst>
                                      </p:cBhvr>
                                      <p:to>
                                        <p:strVal val="true"/>
                                      </p:to>
                                    </p:set>
                                  </p:childTnLst>
                                </p:cTn>
                              </p:par>
                              <p:par>
                                <p:cTn id="4412" nodeType="withEffect" fill="hold" presetClass="emph" presetID="1" presetSubtype="2">
                                  <p:stCondLst>
                                    <p:cond delay="0"/>
                                  </p:stCondLst>
                                  <p:childTnLst>
                                    <p:animClr clrSpc="rgb">
                                      <p:cBhvr>
                                        <p:cTn id="4413" dur="500" fill="hold"/>
                                        <p:tgtEl>
                                          <p:spTgt spid="1283"/>
                                        </p:tgtEl>
                                        <p:attrNameLst>
                                          <p:attrName>fillcolor</p:attrName>
                                        </p:attrNameLst>
                                      </p:cBhvr>
                                      <p:to>
                                        <a:srgbClr val="95b3d7"/>
                                      </p:to>
                                    </p:animClr>
                                    <p:set>
                                      <p:cBhvr>
                                        <p:cTn id="4414" dur="500" fill="hold"/>
                                        <p:tgtEl>
                                          <p:spTgt spid="1283"/>
                                        </p:tgtEl>
                                        <p:attrNameLst>
                                          <p:attrName>fill.type</p:attrName>
                                        </p:attrNameLst>
                                      </p:cBhvr>
                                      <p:to>
                                        <p:strVal val="solid"/>
                                      </p:to>
                                    </p:set>
                                    <p:set>
                                      <p:cBhvr>
                                        <p:cTn id="4415" dur="500" fill="hold"/>
                                        <p:tgtEl>
                                          <p:spTgt spid="1283"/>
                                        </p:tgtEl>
                                        <p:attrNameLst>
                                          <p:attrName>fill.on</p:attrName>
                                        </p:attrNameLst>
                                      </p:cBhvr>
                                      <p:to>
                                        <p:strVal val="true"/>
                                      </p:to>
                                    </p:set>
                                  </p:childTnLst>
                                </p:cTn>
                              </p:par>
                              <p:par>
                                <p:cTn id="4416" nodeType="withEffect" fill="hold" presetClass="emph" presetID="1" presetSubtype="2">
                                  <p:stCondLst>
                                    <p:cond delay="0"/>
                                  </p:stCondLst>
                                  <p:childTnLst>
                                    <p:animClr clrSpc="rgb">
                                      <p:cBhvr>
                                        <p:cTn id="4417" dur="500" fill="hold"/>
                                        <p:tgtEl>
                                          <p:spTgt spid="1287"/>
                                        </p:tgtEl>
                                        <p:attrNameLst>
                                          <p:attrName>fillcolor</p:attrName>
                                        </p:attrNameLst>
                                      </p:cBhvr>
                                      <p:to>
                                        <a:srgbClr val="95b3d7"/>
                                      </p:to>
                                    </p:animClr>
                                    <p:set>
                                      <p:cBhvr>
                                        <p:cTn id="4418" dur="500" fill="hold"/>
                                        <p:tgtEl>
                                          <p:spTgt spid="1287"/>
                                        </p:tgtEl>
                                        <p:attrNameLst>
                                          <p:attrName>fill.type</p:attrName>
                                        </p:attrNameLst>
                                      </p:cBhvr>
                                      <p:to>
                                        <p:strVal val="solid"/>
                                      </p:to>
                                    </p:set>
                                    <p:set>
                                      <p:cBhvr>
                                        <p:cTn id="4419" dur="500" fill="hold"/>
                                        <p:tgtEl>
                                          <p:spTgt spid="1287"/>
                                        </p:tgtEl>
                                        <p:attrNameLst>
                                          <p:attrName>fill.on</p:attrName>
                                        </p:attrNameLst>
                                      </p:cBhvr>
                                      <p:to>
                                        <p:strVal val="true"/>
                                      </p:to>
                                    </p:set>
                                  </p:childTnLst>
                                </p:cTn>
                              </p:par>
                              <p:par>
                                <p:cTn id="4420" nodeType="withEffect" fill="hold" presetClass="exit" presetID="10">
                                  <p:stCondLst>
                                    <p:cond delay="0"/>
                                  </p:stCondLst>
                                  <p:childTnLst>
                                    <p:animEffect filter="fade" transition="out">
                                      <p:cBhvr additive="repl">
                                        <p:cTn id="4421" dur="500"/>
                                        <p:tgtEl>
                                          <p:spTgt spid="1277"/>
                                        </p:tgtEl>
                                      </p:cBhvr>
                                    </p:animEffect>
                                    <p:set>
                                      <p:cBhvr>
                                        <p:cTn id="4422" dur="1" fill="hold">
                                          <p:stCondLst>
                                            <p:cond delay="499"/>
                                          </p:stCondLst>
                                        </p:cTn>
                                        <p:tgtEl>
                                          <p:spTgt spid="1277"/>
                                        </p:tgtEl>
                                        <p:attrNameLst>
                                          <p:attrName>style.visibility</p:attrName>
                                        </p:attrNameLst>
                                      </p:cBhvr>
                                      <p:to>
                                        <p:strVal val="hidden"/>
                                      </p:to>
                                    </p:set>
                                  </p:childTnLst>
                                </p:cTn>
                              </p:par>
                              <p:par>
                                <p:cTn id="4423" nodeType="withEffect" fill="hold" presetClass="exit" presetID="10">
                                  <p:stCondLst>
                                    <p:cond delay="0"/>
                                  </p:stCondLst>
                                  <p:childTnLst>
                                    <p:animEffect filter="fade" transition="out">
                                      <p:cBhvr additive="repl">
                                        <p:cTn id="4424" dur="500"/>
                                        <p:tgtEl>
                                          <p:spTgt spid="1276"/>
                                        </p:tgtEl>
                                      </p:cBhvr>
                                    </p:animEffect>
                                    <p:set>
                                      <p:cBhvr>
                                        <p:cTn id="4425" dur="1" fill="hold">
                                          <p:stCondLst>
                                            <p:cond delay="499"/>
                                          </p:stCondLst>
                                        </p:cTn>
                                        <p:tgtEl>
                                          <p:spTgt spid="1276"/>
                                        </p:tgtEl>
                                        <p:attrNameLst>
                                          <p:attrName>style.visibility</p:attrName>
                                        </p:attrNameLst>
                                      </p:cBhvr>
                                      <p:to>
                                        <p:strVal val="hidden"/>
                                      </p:to>
                                    </p:set>
                                  </p:childTnLst>
                                </p:cTn>
                              </p:par>
                              <p:par>
                                <p:cTn id="4426" nodeType="withEffect" fill="hold" presetClass="exit" presetID="10">
                                  <p:stCondLst>
                                    <p:cond delay="0"/>
                                  </p:stCondLst>
                                  <p:childTnLst>
                                    <p:animEffect filter="fade" transition="out">
                                      <p:cBhvr additive="repl">
                                        <p:cTn id="4427" dur="500"/>
                                        <p:tgtEl>
                                          <p:spTgt spid="1285"/>
                                        </p:tgtEl>
                                      </p:cBhvr>
                                    </p:animEffect>
                                    <p:set>
                                      <p:cBhvr>
                                        <p:cTn id="4428" dur="1" fill="hold">
                                          <p:stCondLst>
                                            <p:cond delay="499"/>
                                          </p:stCondLst>
                                        </p:cTn>
                                        <p:tgtEl>
                                          <p:spTgt spid="1285"/>
                                        </p:tgtEl>
                                        <p:attrNameLst>
                                          <p:attrName>style.visibility</p:attrName>
                                        </p:attrNameLst>
                                      </p:cBhvr>
                                      <p:to>
                                        <p:strVal val="hidden"/>
                                      </p:to>
                                    </p:set>
                                  </p:childTnLst>
                                </p:cTn>
                              </p:par>
                              <p:par>
                                <p:cTn id="4429" nodeType="withEffect" fill="hold" presetClass="exit" presetID="10">
                                  <p:stCondLst>
                                    <p:cond delay="0"/>
                                  </p:stCondLst>
                                  <p:childTnLst>
                                    <p:animEffect filter="fade" transition="out">
                                      <p:cBhvr additive="repl">
                                        <p:cTn id="4430" dur="500"/>
                                        <p:tgtEl>
                                          <p:spTgt spid="1284"/>
                                        </p:tgtEl>
                                      </p:cBhvr>
                                    </p:animEffect>
                                    <p:set>
                                      <p:cBhvr>
                                        <p:cTn id="4431" dur="1" fill="hold">
                                          <p:stCondLst>
                                            <p:cond delay="499"/>
                                          </p:stCondLst>
                                        </p:cTn>
                                        <p:tgtEl>
                                          <p:spTgt spid="1284"/>
                                        </p:tgtEl>
                                        <p:attrNameLst>
                                          <p:attrName>style.visibility</p:attrName>
                                        </p:attrNameLst>
                                      </p:cBhvr>
                                      <p:to>
                                        <p:strVal val="hidden"/>
                                      </p:to>
                                    </p:set>
                                  </p:childTnLst>
                                </p:cTn>
                              </p:par>
                              <p:par>
                                <p:cTn id="4432" nodeType="withEffect" fill="hold" presetClass="exit" presetID="10">
                                  <p:stCondLst>
                                    <p:cond delay="0"/>
                                  </p:stCondLst>
                                  <p:childTnLst>
                                    <p:animEffect filter="fade" transition="out">
                                      <p:cBhvr additive="repl">
                                        <p:cTn id="4433" dur="500"/>
                                        <p:tgtEl>
                                          <p:spTgt spid="1289"/>
                                        </p:tgtEl>
                                      </p:cBhvr>
                                    </p:animEffect>
                                    <p:set>
                                      <p:cBhvr>
                                        <p:cTn id="4434" dur="1" fill="hold">
                                          <p:stCondLst>
                                            <p:cond delay="499"/>
                                          </p:stCondLst>
                                        </p:cTn>
                                        <p:tgtEl>
                                          <p:spTgt spid="1289"/>
                                        </p:tgtEl>
                                        <p:attrNameLst>
                                          <p:attrName>style.visibility</p:attrName>
                                        </p:attrNameLst>
                                      </p:cBhvr>
                                      <p:to>
                                        <p:strVal val="hidden"/>
                                      </p:to>
                                    </p:set>
                                  </p:childTnLst>
                                </p:cTn>
                              </p:par>
                              <p:par>
                                <p:cTn id="4435" nodeType="withEffect" fill="hold" presetClass="exit" presetID="10">
                                  <p:stCondLst>
                                    <p:cond delay="0"/>
                                  </p:stCondLst>
                                  <p:childTnLst>
                                    <p:animEffect filter="fade" transition="out">
                                      <p:cBhvr additive="repl">
                                        <p:cTn id="4436" dur="500"/>
                                        <p:tgtEl>
                                          <p:spTgt spid="1288"/>
                                        </p:tgtEl>
                                      </p:cBhvr>
                                    </p:animEffect>
                                    <p:set>
                                      <p:cBhvr>
                                        <p:cTn id="4437" dur="1" fill="hold">
                                          <p:stCondLst>
                                            <p:cond delay="499"/>
                                          </p:stCondLst>
                                        </p:cTn>
                                        <p:tgtEl>
                                          <p:spTgt spid="12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438" restart="whenNotActive" nodeType="interactiveSeq" fill="hold">
                <p:stCondLst>
                  <p:cond delay="0" evt="onClick">
                    <p:tgtEl>
                      <p:spTgt spid="1281"/>
                    </p:tgtEl>
                  </p:cond>
                </p:stCondLst>
                <p:childTnLst>
                  <p:par>
                    <p:cTn id="4439" fill="hold">
                      <p:stCondLst>
                        <p:cond delay="0" evt="onClick">
                          <p:tgtEl>
                            <p:spTgt spid="1281"/>
                          </p:tgtEl>
                        </p:cond>
                      </p:stCondLst>
                      <p:childTnLst>
                        <p:par>
                          <p:cTn id="4440" fill="hold">
                            <p:stCondLst>
                              <p:cond delay="0"/>
                            </p:stCondLst>
                            <p:childTnLst>
                              <p:par>
                                <p:cTn id="4441" nodeType="clickEffect" fill="hold" presetClass="exit" presetID="9">
                                  <p:stCondLst>
                                    <p:cond delay="0"/>
                                  </p:stCondLst>
                                  <p:childTnLst>
                                    <p:animEffect filter="dissolve" transition="out">
                                      <p:cBhvr additive="repl">
                                        <p:cTn id="4442" dur="500"/>
                                        <p:tgtEl>
                                          <p:spTgt spid="1281"/>
                                        </p:tgtEl>
                                      </p:cBhvr>
                                    </p:animEffect>
                                    <p:set>
                                      <p:cBhvr>
                                        <p:cTn id="4443" dur="1" fill="hold">
                                          <p:stCondLst>
                                            <p:cond delay="499"/>
                                          </p:stCondLst>
                                        </p:cTn>
                                        <p:tgtEl>
                                          <p:spTgt spid="1281"/>
                                        </p:tgtEl>
                                        <p:attrNameLst>
                                          <p:attrName>style.visibility</p:attrName>
                                        </p:attrNameLst>
                                      </p:cBhvr>
                                      <p:to>
                                        <p:strVal val="hidden"/>
                                      </p:to>
                                    </p:set>
                                  </p:childTnLst>
                                </p:cTn>
                              </p:par>
                              <p:par>
                                <p:cTn id="4444" nodeType="withEffect" fill="hold" presetClass="exit" presetID="9">
                                  <p:stCondLst>
                                    <p:cond delay="0"/>
                                  </p:stCondLst>
                                  <p:childTnLst>
                                    <p:animEffect filter="dissolve" transition="out">
                                      <p:cBhvr additive="repl">
                                        <p:cTn id="4445" dur="500"/>
                                        <p:tgtEl>
                                          <p:spTgt spid="1280"/>
                                        </p:tgtEl>
                                      </p:cBhvr>
                                    </p:animEffect>
                                    <p:set>
                                      <p:cBhvr>
                                        <p:cTn id="4446" dur="1" fill="hold">
                                          <p:stCondLst>
                                            <p:cond delay="499"/>
                                          </p:stCondLst>
                                        </p:cTn>
                                        <p:tgtEl>
                                          <p:spTgt spid="1280"/>
                                        </p:tgtEl>
                                        <p:attrNameLst>
                                          <p:attrName>style.visibility</p:attrName>
                                        </p:attrNameLst>
                                      </p:cBhvr>
                                      <p:to>
                                        <p:strVal val="hidden"/>
                                      </p:to>
                                    </p:set>
                                  </p:childTnLst>
                                </p:cTn>
                              </p:par>
                              <p:par>
                                <p:cTn id="4447" nodeType="withEffect" fill="hold" presetClass="emph" presetID="1" presetSubtype="2">
                                  <p:stCondLst>
                                    <p:cond delay="0"/>
                                  </p:stCondLst>
                                  <p:childTnLst>
                                    <p:animClr clrSpc="rgb">
                                      <p:cBhvr>
                                        <p:cTn id="4448" dur="500" fill="hold"/>
                                        <p:tgtEl>
                                          <p:spTgt spid="1279"/>
                                        </p:tgtEl>
                                        <p:attrNameLst>
                                          <p:attrName>fillcolor</p:attrName>
                                        </p:attrNameLst>
                                      </p:cBhvr>
                                      <p:to>
                                        <a:srgbClr val="95b3d7"/>
                                      </p:to>
                                    </p:animClr>
                                    <p:set>
                                      <p:cBhvr>
                                        <p:cTn id="4449" dur="500" fill="hold"/>
                                        <p:tgtEl>
                                          <p:spTgt spid="1279"/>
                                        </p:tgtEl>
                                        <p:attrNameLst>
                                          <p:attrName>fill.type</p:attrName>
                                        </p:attrNameLst>
                                      </p:cBhvr>
                                      <p:to>
                                        <p:strVal val="solid"/>
                                      </p:to>
                                    </p:set>
                                    <p:set>
                                      <p:cBhvr>
                                        <p:cTn id="4450" dur="500" fill="hold"/>
                                        <p:tgtEl>
                                          <p:spTgt spid="127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451" restart="whenNotActive" nodeType="interactiveSeq" fill="hold">
                <p:stCondLst>
                  <p:cond delay="0" evt="onClick">
                    <p:tgtEl>
                      <p:spTgt spid="1282"/>
                    </p:tgtEl>
                  </p:cond>
                </p:stCondLst>
                <p:childTnLst>
                  <p:par>
                    <p:cTn id="4452" fill="hold">
                      <p:stCondLst>
                        <p:cond delay="0" evt="onClick">
                          <p:tgtEl>
                            <p:spTgt spid="1282"/>
                          </p:tgtEl>
                        </p:cond>
                      </p:stCondLst>
                      <p:childTnLst>
                        <p:par>
                          <p:cTn id="4453" fill="hold">
                            <p:stCondLst>
                              <p:cond delay="0"/>
                            </p:stCondLst>
                            <p:childTnLst>
                              <p:par>
                                <p:cTn id="4454" nodeType="clickEffect" fill="hold" presetClass="entr" presetID="16" presetSubtype="21">
                                  <p:stCondLst>
                                    <p:cond delay="0"/>
                                  </p:stCondLst>
                                  <p:childTnLst>
                                    <p:set>
                                      <p:cBhvr>
                                        <p:cTn id="4455" dur="1" fill="hold">
                                          <p:stCondLst>
                                            <p:cond delay="0"/>
                                          </p:stCondLst>
                                        </p:cTn>
                                        <p:tgtEl>
                                          <p:spTgt spid="1285"/>
                                        </p:tgtEl>
                                        <p:attrNameLst>
                                          <p:attrName>style.visibility</p:attrName>
                                        </p:attrNameLst>
                                      </p:cBhvr>
                                      <p:to>
                                        <p:strVal val="visible"/>
                                      </p:to>
                                    </p:set>
                                    <p:animEffect filter="barn(inVertical)" transition="in">
                                      <p:cBhvr additive="repl">
                                        <p:cTn id="4456" dur="500"/>
                                        <p:tgtEl>
                                          <p:spTgt spid="1285"/>
                                        </p:tgtEl>
                                      </p:cBhvr>
                                    </p:animEffect>
                                  </p:childTnLst>
                                </p:cTn>
                              </p:par>
                              <p:par>
                                <p:cTn id="4457" nodeType="withEffect" fill="hold" presetClass="entr" presetID="16" presetSubtype="21">
                                  <p:stCondLst>
                                    <p:cond delay="0"/>
                                  </p:stCondLst>
                                  <p:childTnLst>
                                    <p:set>
                                      <p:cBhvr>
                                        <p:cTn id="4458" dur="1" fill="hold">
                                          <p:stCondLst>
                                            <p:cond delay="0"/>
                                          </p:stCondLst>
                                        </p:cTn>
                                        <p:tgtEl>
                                          <p:spTgt spid="1284"/>
                                        </p:tgtEl>
                                        <p:attrNameLst>
                                          <p:attrName>style.visibility</p:attrName>
                                        </p:attrNameLst>
                                      </p:cBhvr>
                                      <p:to>
                                        <p:strVal val="visible"/>
                                      </p:to>
                                    </p:set>
                                    <p:animEffect filter="barn(inVertical)" transition="in">
                                      <p:cBhvr additive="repl">
                                        <p:cTn id="4459" dur="500"/>
                                        <p:tgtEl>
                                          <p:spTgt spid="1284"/>
                                        </p:tgtEl>
                                      </p:cBhvr>
                                    </p:animEffect>
                                  </p:childTnLst>
                                </p:cTn>
                              </p:par>
                              <p:par>
                                <p:cTn id="4460" nodeType="withEffect" fill="hold" presetClass="emph" presetID="1" presetSubtype="2">
                                  <p:stCondLst>
                                    <p:cond delay="0"/>
                                  </p:stCondLst>
                                  <p:childTnLst>
                                    <p:animClr clrSpc="rgb">
                                      <p:cBhvr>
                                        <p:cTn id="4461" dur="500" fill="hold"/>
                                        <p:tgtEl>
                                          <p:spTgt spid="1283"/>
                                        </p:tgtEl>
                                        <p:attrNameLst>
                                          <p:attrName>fillcolor</p:attrName>
                                        </p:attrNameLst>
                                      </p:cBhvr>
                                      <p:to>
                                        <a:srgbClr val="8a80e4"/>
                                      </p:to>
                                    </p:animClr>
                                    <p:set>
                                      <p:cBhvr>
                                        <p:cTn id="4462" dur="500" fill="hold"/>
                                        <p:tgtEl>
                                          <p:spTgt spid="1283"/>
                                        </p:tgtEl>
                                        <p:attrNameLst>
                                          <p:attrName>fill.type</p:attrName>
                                        </p:attrNameLst>
                                      </p:cBhvr>
                                      <p:to>
                                        <p:strVal val="solid"/>
                                      </p:to>
                                    </p:set>
                                    <p:set>
                                      <p:cBhvr>
                                        <p:cTn id="4463" dur="500" fill="hold"/>
                                        <p:tgtEl>
                                          <p:spTgt spid="1283"/>
                                        </p:tgtEl>
                                        <p:attrNameLst>
                                          <p:attrName>fill.on</p:attrName>
                                        </p:attrNameLst>
                                      </p:cBhvr>
                                      <p:to>
                                        <p:strVal val="true"/>
                                      </p:to>
                                    </p:set>
                                  </p:childTnLst>
                                </p:cTn>
                              </p:par>
                              <p:par>
                                <p:cTn id="4464" nodeType="withEffect" fill="hold" presetClass="emph" presetID="1" presetSubtype="2">
                                  <p:stCondLst>
                                    <p:cond delay="0"/>
                                  </p:stCondLst>
                                  <p:childTnLst>
                                    <p:animClr clrSpc="rgb">
                                      <p:cBhvr>
                                        <p:cTn id="4465" dur="500" fill="hold"/>
                                        <p:tgtEl>
                                          <p:spTgt spid="1275"/>
                                        </p:tgtEl>
                                        <p:attrNameLst>
                                          <p:attrName>fillcolor</p:attrName>
                                        </p:attrNameLst>
                                      </p:cBhvr>
                                      <p:to>
                                        <a:srgbClr val="95b3d7"/>
                                      </p:to>
                                    </p:animClr>
                                    <p:set>
                                      <p:cBhvr>
                                        <p:cTn id="4466" dur="500" fill="hold"/>
                                        <p:tgtEl>
                                          <p:spTgt spid="1275"/>
                                        </p:tgtEl>
                                        <p:attrNameLst>
                                          <p:attrName>fill.type</p:attrName>
                                        </p:attrNameLst>
                                      </p:cBhvr>
                                      <p:to>
                                        <p:strVal val="solid"/>
                                      </p:to>
                                    </p:set>
                                    <p:set>
                                      <p:cBhvr>
                                        <p:cTn id="4467" dur="500" fill="hold"/>
                                        <p:tgtEl>
                                          <p:spTgt spid="1275"/>
                                        </p:tgtEl>
                                        <p:attrNameLst>
                                          <p:attrName>fill.on</p:attrName>
                                        </p:attrNameLst>
                                      </p:cBhvr>
                                      <p:to>
                                        <p:strVal val="true"/>
                                      </p:to>
                                    </p:set>
                                  </p:childTnLst>
                                </p:cTn>
                              </p:par>
                              <p:par>
                                <p:cTn id="4468" nodeType="withEffect" fill="hold" presetClass="emph" presetID="1" presetSubtype="2">
                                  <p:stCondLst>
                                    <p:cond delay="0"/>
                                  </p:stCondLst>
                                  <p:childTnLst>
                                    <p:animClr clrSpc="rgb">
                                      <p:cBhvr>
                                        <p:cTn id="4469" dur="500" fill="hold"/>
                                        <p:tgtEl>
                                          <p:spTgt spid="1279"/>
                                        </p:tgtEl>
                                        <p:attrNameLst>
                                          <p:attrName>fillcolor</p:attrName>
                                        </p:attrNameLst>
                                      </p:cBhvr>
                                      <p:to>
                                        <a:srgbClr val="95b3d7"/>
                                      </p:to>
                                    </p:animClr>
                                    <p:set>
                                      <p:cBhvr>
                                        <p:cTn id="4470" dur="500" fill="hold"/>
                                        <p:tgtEl>
                                          <p:spTgt spid="1279"/>
                                        </p:tgtEl>
                                        <p:attrNameLst>
                                          <p:attrName>fill.type</p:attrName>
                                        </p:attrNameLst>
                                      </p:cBhvr>
                                      <p:to>
                                        <p:strVal val="solid"/>
                                      </p:to>
                                    </p:set>
                                    <p:set>
                                      <p:cBhvr>
                                        <p:cTn id="4471" dur="500" fill="hold"/>
                                        <p:tgtEl>
                                          <p:spTgt spid="1279"/>
                                        </p:tgtEl>
                                        <p:attrNameLst>
                                          <p:attrName>fill.on</p:attrName>
                                        </p:attrNameLst>
                                      </p:cBhvr>
                                      <p:to>
                                        <p:strVal val="true"/>
                                      </p:to>
                                    </p:set>
                                  </p:childTnLst>
                                </p:cTn>
                              </p:par>
                              <p:par>
                                <p:cTn id="4472" nodeType="withEffect" fill="hold" presetClass="emph" presetID="1" presetSubtype="2">
                                  <p:stCondLst>
                                    <p:cond delay="0"/>
                                  </p:stCondLst>
                                  <p:childTnLst>
                                    <p:animClr clrSpc="rgb">
                                      <p:cBhvr>
                                        <p:cTn id="4473" dur="500" fill="hold"/>
                                        <p:tgtEl>
                                          <p:spTgt spid="1287"/>
                                        </p:tgtEl>
                                        <p:attrNameLst>
                                          <p:attrName>fillcolor</p:attrName>
                                        </p:attrNameLst>
                                      </p:cBhvr>
                                      <p:to>
                                        <a:srgbClr val="95b3d7"/>
                                      </p:to>
                                    </p:animClr>
                                    <p:set>
                                      <p:cBhvr>
                                        <p:cTn id="4474" dur="500" fill="hold"/>
                                        <p:tgtEl>
                                          <p:spTgt spid="1287"/>
                                        </p:tgtEl>
                                        <p:attrNameLst>
                                          <p:attrName>fill.type</p:attrName>
                                        </p:attrNameLst>
                                      </p:cBhvr>
                                      <p:to>
                                        <p:strVal val="solid"/>
                                      </p:to>
                                    </p:set>
                                    <p:set>
                                      <p:cBhvr>
                                        <p:cTn id="4475" dur="500" fill="hold"/>
                                        <p:tgtEl>
                                          <p:spTgt spid="1287"/>
                                        </p:tgtEl>
                                        <p:attrNameLst>
                                          <p:attrName>fill.on</p:attrName>
                                        </p:attrNameLst>
                                      </p:cBhvr>
                                      <p:to>
                                        <p:strVal val="true"/>
                                      </p:to>
                                    </p:set>
                                  </p:childTnLst>
                                </p:cTn>
                              </p:par>
                              <p:par>
                                <p:cTn id="4476" nodeType="withEffect" fill="hold" presetClass="exit" presetID="10">
                                  <p:stCondLst>
                                    <p:cond delay="0"/>
                                  </p:stCondLst>
                                  <p:childTnLst>
                                    <p:animEffect filter="fade" transition="out">
                                      <p:cBhvr additive="repl">
                                        <p:cTn id="4477" dur="500"/>
                                        <p:tgtEl>
                                          <p:spTgt spid="1277"/>
                                        </p:tgtEl>
                                      </p:cBhvr>
                                    </p:animEffect>
                                    <p:set>
                                      <p:cBhvr>
                                        <p:cTn id="4478" dur="1" fill="hold">
                                          <p:stCondLst>
                                            <p:cond delay="499"/>
                                          </p:stCondLst>
                                        </p:cTn>
                                        <p:tgtEl>
                                          <p:spTgt spid="1277"/>
                                        </p:tgtEl>
                                        <p:attrNameLst>
                                          <p:attrName>style.visibility</p:attrName>
                                        </p:attrNameLst>
                                      </p:cBhvr>
                                      <p:to>
                                        <p:strVal val="hidden"/>
                                      </p:to>
                                    </p:set>
                                  </p:childTnLst>
                                </p:cTn>
                              </p:par>
                              <p:par>
                                <p:cTn id="4479" nodeType="withEffect" fill="hold" presetClass="exit" presetID="10">
                                  <p:stCondLst>
                                    <p:cond delay="0"/>
                                  </p:stCondLst>
                                  <p:childTnLst>
                                    <p:animEffect filter="fade" transition="out">
                                      <p:cBhvr additive="repl">
                                        <p:cTn id="4480" dur="500"/>
                                        <p:tgtEl>
                                          <p:spTgt spid="1276"/>
                                        </p:tgtEl>
                                      </p:cBhvr>
                                    </p:animEffect>
                                    <p:set>
                                      <p:cBhvr>
                                        <p:cTn id="4481" dur="1" fill="hold">
                                          <p:stCondLst>
                                            <p:cond delay="499"/>
                                          </p:stCondLst>
                                        </p:cTn>
                                        <p:tgtEl>
                                          <p:spTgt spid="1276"/>
                                        </p:tgtEl>
                                        <p:attrNameLst>
                                          <p:attrName>style.visibility</p:attrName>
                                        </p:attrNameLst>
                                      </p:cBhvr>
                                      <p:to>
                                        <p:strVal val="hidden"/>
                                      </p:to>
                                    </p:set>
                                  </p:childTnLst>
                                </p:cTn>
                              </p:par>
                              <p:par>
                                <p:cTn id="4482" nodeType="withEffect" fill="hold" presetClass="exit" presetID="10">
                                  <p:stCondLst>
                                    <p:cond delay="0"/>
                                  </p:stCondLst>
                                  <p:childTnLst>
                                    <p:animEffect filter="fade" transition="out">
                                      <p:cBhvr additive="repl">
                                        <p:cTn id="4483" dur="500"/>
                                        <p:tgtEl>
                                          <p:spTgt spid="1281"/>
                                        </p:tgtEl>
                                      </p:cBhvr>
                                    </p:animEffect>
                                    <p:set>
                                      <p:cBhvr>
                                        <p:cTn id="4484" dur="1" fill="hold">
                                          <p:stCondLst>
                                            <p:cond delay="499"/>
                                          </p:stCondLst>
                                        </p:cTn>
                                        <p:tgtEl>
                                          <p:spTgt spid="1281"/>
                                        </p:tgtEl>
                                        <p:attrNameLst>
                                          <p:attrName>style.visibility</p:attrName>
                                        </p:attrNameLst>
                                      </p:cBhvr>
                                      <p:to>
                                        <p:strVal val="hidden"/>
                                      </p:to>
                                    </p:set>
                                  </p:childTnLst>
                                </p:cTn>
                              </p:par>
                              <p:par>
                                <p:cTn id="4485" nodeType="withEffect" fill="hold" presetClass="exit" presetID="10">
                                  <p:stCondLst>
                                    <p:cond delay="0"/>
                                  </p:stCondLst>
                                  <p:childTnLst>
                                    <p:animEffect filter="fade" transition="out">
                                      <p:cBhvr additive="repl">
                                        <p:cTn id="4486" dur="500"/>
                                        <p:tgtEl>
                                          <p:spTgt spid="1280"/>
                                        </p:tgtEl>
                                      </p:cBhvr>
                                    </p:animEffect>
                                    <p:set>
                                      <p:cBhvr>
                                        <p:cTn id="4487" dur="1" fill="hold">
                                          <p:stCondLst>
                                            <p:cond delay="499"/>
                                          </p:stCondLst>
                                        </p:cTn>
                                        <p:tgtEl>
                                          <p:spTgt spid="1280"/>
                                        </p:tgtEl>
                                        <p:attrNameLst>
                                          <p:attrName>style.visibility</p:attrName>
                                        </p:attrNameLst>
                                      </p:cBhvr>
                                      <p:to>
                                        <p:strVal val="hidden"/>
                                      </p:to>
                                    </p:set>
                                  </p:childTnLst>
                                </p:cTn>
                              </p:par>
                              <p:par>
                                <p:cTn id="4488" nodeType="withEffect" fill="hold" presetClass="exit" presetID="10">
                                  <p:stCondLst>
                                    <p:cond delay="0"/>
                                  </p:stCondLst>
                                  <p:childTnLst>
                                    <p:animEffect filter="fade" transition="out">
                                      <p:cBhvr additive="repl">
                                        <p:cTn id="4489" dur="500"/>
                                        <p:tgtEl>
                                          <p:spTgt spid="1289"/>
                                        </p:tgtEl>
                                      </p:cBhvr>
                                    </p:animEffect>
                                    <p:set>
                                      <p:cBhvr>
                                        <p:cTn id="4490" dur="1" fill="hold">
                                          <p:stCondLst>
                                            <p:cond delay="499"/>
                                          </p:stCondLst>
                                        </p:cTn>
                                        <p:tgtEl>
                                          <p:spTgt spid="1289"/>
                                        </p:tgtEl>
                                        <p:attrNameLst>
                                          <p:attrName>style.visibility</p:attrName>
                                        </p:attrNameLst>
                                      </p:cBhvr>
                                      <p:to>
                                        <p:strVal val="hidden"/>
                                      </p:to>
                                    </p:set>
                                  </p:childTnLst>
                                </p:cTn>
                              </p:par>
                              <p:par>
                                <p:cTn id="4491" nodeType="withEffect" fill="hold" presetClass="exit" presetID="10">
                                  <p:stCondLst>
                                    <p:cond delay="0"/>
                                  </p:stCondLst>
                                  <p:childTnLst>
                                    <p:animEffect filter="fade" transition="out">
                                      <p:cBhvr additive="repl">
                                        <p:cTn id="4492" dur="500"/>
                                        <p:tgtEl>
                                          <p:spTgt spid="1288"/>
                                        </p:tgtEl>
                                      </p:cBhvr>
                                    </p:animEffect>
                                    <p:set>
                                      <p:cBhvr>
                                        <p:cTn id="4493" dur="1" fill="hold">
                                          <p:stCondLst>
                                            <p:cond delay="499"/>
                                          </p:stCondLst>
                                        </p:cTn>
                                        <p:tgtEl>
                                          <p:spTgt spid="12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494" restart="whenNotActive" nodeType="interactiveSeq" fill="hold">
                <p:stCondLst>
                  <p:cond delay="0" evt="onClick">
                    <p:tgtEl>
                      <p:spTgt spid="1285"/>
                    </p:tgtEl>
                  </p:cond>
                </p:stCondLst>
                <p:childTnLst>
                  <p:par>
                    <p:cTn id="4495" fill="hold">
                      <p:stCondLst>
                        <p:cond delay="0" evt="onClick">
                          <p:tgtEl>
                            <p:spTgt spid="1285"/>
                          </p:tgtEl>
                        </p:cond>
                      </p:stCondLst>
                      <p:childTnLst>
                        <p:par>
                          <p:cTn id="4496" fill="hold">
                            <p:stCondLst>
                              <p:cond delay="0"/>
                            </p:stCondLst>
                            <p:childTnLst>
                              <p:par>
                                <p:cTn id="4497" nodeType="clickEffect" fill="hold" presetClass="exit" presetID="9">
                                  <p:stCondLst>
                                    <p:cond delay="0"/>
                                  </p:stCondLst>
                                  <p:childTnLst>
                                    <p:animEffect filter="dissolve" transition="out">
                                      <p:cBhvr additive="repl">
                                        <p:cTn id="4498" dur="500"/>
                                        <p:tgtEl>
                                          <p:spTgt spid="1285"/>
                                        </p:tgtEl>
                                      </p:cBhvr>
                                    </p:animEffect>
                                    <p:set>
                                      <p:cBhvr>
                                        <p:cTn id="4499" dur="1" fill="hold">
                                          <p:stCondLst>
                                            <p:cond delay="499"/>
                                          </p:stCondLst>
                                        </p:cTn>
                                        <p:tgtEl>
                                          <p:spTgt spid="1285"/>
                                        </p:tgtEl>
                                        <p:attrNameLst>
                                          <p:attrName>style.visibility</p:attrName>
                                        </p:attrNameLst>
                                      </p:cBhvr>
                                      <p:to>
                                        <p:strVal val="hidden"/>
                                      </p:to>
                                    </p:set>
                                  </p:childTnLst>
                                </p:cTn>
                              </p:par>
                              <p:par>
                                <p:cTn id="4500" nodeType="withEffect" fill="hold" presetClass="exit" presetID="9">
                                  <p:stCondLst>
                                    <p:cond delay="0"/>
                                  </p:stCondLst>
                                  <p:childTnLst>
                                    <p:animEffect filter="dissolve" transition="out">
                                      <p:cBhvr additive="repl">
                                        <p:cTn id="4501" dur="500"/>
                                        <p:tgtEl>
                                          <p:spTgt spid="1284"/>
                                        </p:tgtEl>
                                      </p:cBhvr>
                                    </p:animEffect>
                                    <p:set>
                                      <p:cBhvr>
                                        <p:cTn id="4502" dur="1" fill="hold">
                                          <p:stCondLst>
                                            <p:cond delay="499"/>
                                          </p:stCondLst>
                                        </p:cTn>
                                        <p:tgtEl>
                                          <p:spTgt spid="1284"/>
                                        </p:tgtEl>
                                        <p:attrNameLst>
                                          <p:attrName>style.visibility</p:attrName>
                                        </p:attrNameLst>
                                      </p:cBhvr>
                                      <p:to>
                                        <p:strVal val="hidden"/>
                                      </p:to>
                                    </p:set>
                                  </p:childTnLst>
                                </p:cTn>
                              </p:par>
                              <p:par>
                                <p:cTn id="4503" nodeType="withEffect" fill="hold" presetClass="emph" presetID="1" presetSubtype="2">
                                  <p:stCondLst>
                                    <p:cond delay="0"/>
                                  </p:stCondLst>
                                  <p:childTnLst>
                                    <p:animClr clrSpc="rgb">
                                      <p:cBhvr>
                                        <p:cTn id="4504" dur="500" fill="hold"/>
                                        <p:tgtEl>
                                          <p:spTgt spid="1283"/>
                                        </p:tgtEl>
                                        <p:attrNameLst>
                                          <p:attrName>fillcolor</p:attrName>
                                        </p:attrNameLst>
                                      </p:cBhvr>
                                      <p:to>
                                        <a:srgbClr val="95b3d7"/>
                                      </p:to>
                                    </p:animClr>
                                    <p:set>
                                      <p:cBhvr>
                                        <p:cTn id="4505" dur="500" fill="hold"/>
                                        <p:tgtEl>
                                          <p:spTgt spid="1283"/>
                                        </p:tgtEl>
                                        <p:attrNameLst>
                                          <p:attrName>fill.type</p:attrName>
                                        </p:attrNameLst>
                                      </p:cBhvr>
                                      <p:to>
                                        <p:strVal val="solid"/>
                                      </p:to>
                                    </p:set>
                                    <p:set>
                                      <p:cBhvr>
                                        <p:cTn id="4506" dur="500" fill="hold"/>
                                        <p:tgtEl>
                                          <p:spTgt spid="128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507" restart="whenNotActive" nodeType="interactiveSeq" fill="hold">
                <p:stCondLst>
                  <p:cond delay="0" evt="onClick">
                    <p:tgtEl>
                      <p:spTgt spid="1286"/>
                    </p:tgtEl>
                  </p:cond>
                </p:stCondLst>
                <p:childTnLst>
                  <p:par>
                    <p:cTn id="4508" fill="hold">
                      <p:stCondLst>
                        <p:cond delay="0" evt="onClick">
                          <p:tgtEl>
                            <p:spTgt spid="1286"/>
                          </p:tgtEl>
                        </p:cond>
                      </p:stCondLst>
                      <p:childTnLst>
                        <p:par>
                          <p:cTn id="4509" fill="hold">
                            <p:stCondLst>
                              <p:cond delay="0"/>
                            </p:stCondLst>
                            <p:childTnLst>
                              <p:par>
                                <p:cTn id="4510" nodeType="clickEffect" fill="hold" presetClass="entr" presetID="16" presetSubtype="21">
                                  <p:stCondLst>
                                    <p:cond delay="0"/>
                                  </p:stCondLst>
                                  <p:childTnLst>
                                    <p:set>
                                      <p:cBhvr>
                                        <p:cTn id="4511" dur="1" fill="hold">
                                          <p:stCondLst>
                                            <p:cond delay="0"/>
                                          </p:stCondLst>
                                        </p:cTn>
                                        <p:tgtEl>
                                          <p:spTgt spid="1289"/>
                                        </p:tgtEl>
                                        <p:attrNameLst>
                                          <p:attrName>style.visibility</p:attrName>
                                        </p:attrNameLst>
                                      </p:cBhvr>
                                      <p:to>
                                        <p:strVal val="visible"/>
                                      </p:to>
                                    </p:set>
                                    <p:animEffect filter="barn(inVertical)" transition="in">
                                      <p:cBhvr additive="repl">
                                        <p:cTn id="4512" dur="500"/>
                                        <p:tgtEl>
                                          <p:spTgt spid="1289"/>
                                        </p:tgtEl>
                                      </p:cBhvr>
                                    </p:animEffect>
                                  </p:childTnLst>
                                </p:cTn>
                              </p:par>
                              <p:par>
                                <p:cTn id="4513" nodeType="withEffect" fill="hold" presetClass="entr" presetID="16" presetSubtype="21">
                                  <p:stCondLst>
                                    <p:cond delay="0"/>
                                  </p:stCondLst>
                                  <p:childTnLst>
                                    <p:set>
                                      <p:cBhvr>
                                        <p:cTn id="4514" dur="1" fill="hold">
                                          <p:stCondLst>
                                            <p:cond delay="0"/>
                                          </p:stCondLst>
                                        </p:cTn>
                                        <p:tgtEl>
                                          <p:spTgt spid="1288"/>
                                        </p:tgtEl>
                                        <p:attrNameLst>
                                          <p:attrName>style.visibility</p:attrName>
                                        </p:attrNameLst>
                                      </p:cBhvr>
                                      <p:to>
                                        <p:strVal val="visible"/>
                                      </p:to>
                                    </p:set>
                                    <p:animEffect filter="barn(inVertical)" transition="in">
                                      <p:cBhvr additive="repl">
                                        <p:cTn id="4515" dur="500"/>
                                        <p:tgtEl>
                                          <p:spTgt spid="1288"/>
                                        </p:tgtEl>
                                      </p:cBhvr>
                                    </p:animEffect>
                                  </p:childTnLst>
                                </p:cTn>
                              </p:par>
                              <p:par>
                                <p:cTn id="4516" nodeType="withEffect" fill="hold" presetClass="emph" presetID="1" presetSubtype="2">
                                  <p:stCondLst>
                                    <p:cond delay="0"/>
                                  </p:stCondLst>
                                  <p:childTnLst>
                                    <p:animClr clrSpc="rgb">
                                      <p:cBhvr>
                                        <p:cTn id="4517" dur="500" fill="hold"/>
                                        <p:tgtEl>
                                          <p:spTgt spid="1287"/>
                                        </p:tgtEl>
                                        <p:attrNameLst>
                                          <p:attrName>fillcolor</p:attrName>
                                        </p:attrNameLst>
                                      </p:cBhvr>
                                      <p:to>
                                        <a:srgbClr val="8a80e4"/>
                                      </p:to>
                                    </p:animClr>
                                    <p:set>
                                      <p:cBhvr>
                                        <p:cTn id="4518" dur="500" fill="hold"/>
                                        <p:tgtEl>
                                          <p:spTgt spid="1287"/>
                                        </p:tgtEl>
                                        <p:attrNameLst>
                                          <p:attrName>fill.type</p:attrName>
                                        </p:attrNameLst>
                                      </p:cBhvr>
                                      <p:to>
                                        <p:strVal val="solid"/>
                                      </p:to>
                                    </p:set>
                                    <p:set>
                                      <p:cBhvr>
                                        <p:cTn id="4519" dur="500" fill="hold"/>
                                        <p:tgtEl>
                                          <p:spTgt spid="1287"/>
                                        </p:tgtEl>
                                        <p:attrNameLst>
                                          <p:attrName>fill.on</p:attrName>
                                        </p:attrNameLst>
                                      </p:cBhvr>
                                      <p:to>
                                        <p:strVal val="true"/>
                                      </p:to>
                                    </p:set>
                                  </p:childTnLst>
                                </p:cTn>
                              </p:par>
                              <p:par>
                                <p:cTn id="4520" nodeType="withEffect" fill="hold" presetClass="emph" presetID="1" presetSubtype="2">
                                  <p:stCondLst>
                                    <p:cond delay="0"/>
                                  </p:stCondLst>
                                  <p:childTnLst>
                                    <p:animClr clrSpc="rgb">
                                      <p:cBhvr>
                                        <p:cTn id="4521" dur="500" fill="hold"/>
                                        <p:tgtEl>
                                          <p:spTgt spid="1275"/>
                                        </p:tgtEl>
                                        <p:attrNameLst>
                                          <p:attrName>fillcolor</p:attrName>
                                        </p:attrNameLst>
                                      </p:cBhvr>
                                      <p:to>
                                        <a:srgbClr val="95b3d7"/>
                                      </p:to>
                                    </p:animClr>
                                    <p:set>
                                      <p:cBhvr>
                                        <p:cTn id="4522" dur="500" fill="hold"/>
                                        <p:tgtEl>
                                          <p:spTgt spid="1275"/>
                                        </p:tgtEl>
                                        <p:attrNameLst>
                                          <p:attrName>fill.type</p:attrName>
                                        </p:attrNameLst>
                                      </p:cBhvr>
                                      <p:to>
                                        <p:strVal val="solid"/>
                                      </p:to>
                                    </p:set>
                                    <p:set>
                                      <p:cBhvr>
                                        <p:cTn id="4523" dur="500" fill="hold"/>
                                        <p:tgtEl>
                                          <p:spTgt spid="1275"/>
                                        </p:tgtEl>
                                        <p:attrNameLst>
                                          <p:attrName>fill.on</p:attrName>
                                        </p:attrNameLst>
                                      </p:cBhvr>
                                      <p:to>
                                        <p:strVal val="true"/>
                                      </p:to>
                                    </p:set>
                                  </p:childTnLst>
                                </p:cTn>
                              </p:par>
                              <p:par>
                                <p:cTn id="4524" nodeType="withEffect" fill="hold" presetClass="emph" presetID="1" presetSubtype="2">
                                  <p:stCondLst>
                                    <p:cond delay="0"/>
                                  </p:stCondLst>
                                  <p:childTnLst>
                                    <p:animClr clrSpc="rgb">
                                      <p:cBhvr>
                                        <p:cTn id="4525" dur="500" fill="hold"/>
                                        <p:tgtEl>
                                          <p:spTgt spid="1279"/>
                                        </p:tgtEl>
                                        <p:attrNameLst>
                                          <p:attrName>fillcolor</p:attrName>
                                        </p:attrNameLst>
                                      </p:cBhvr>
                                      <p:to>
                                        <a:srgbClr val="95b3d7"/>
                                      </p:to>
                                    </p:animClr>
                                    <p:set>
                                      <p:cBhvr>
                                        <p:cTn id="4526" dur="500" fill="hold"/>
                                        <p:tgtEl>
                                          <p:spTgt spid="1279"/>
                                        </p:tgtEl>
                                        <p:attrNameLst>
                                          <p:attrName>fill.type</p:attrName>
                                        </p:attrNameLst>
                                      </p:cBhvr>
                                      <p:to>
                                        <p:strVal val="solid"/>
                                      </p:to>
                                    </p:set>
                                    <p:set>
                                      <p:cBhvr>
                                        <p:cTn id="4527" dur="500" fill="hold"/>
                                        <p:tgtEl>
                                          <p:spTgt spid="1279"/>
                                        </p:tgtEl>
                                        <p:attrNameLst>
                                          <p:attrName>fill.on</p:attrName>
                                        </p:attrNameLst>
                                      </p:cBhvr>
                                      <p:to>
                                        <p:strVal val="true"/>
                                      </p:to>
                                    </p:set>
                                  </p:childTnLst>
                                </p:cTn>
                              </p:par>
                              <p:par>
                                <p:cTn id="4528" nodeType="withEffect" fill="hold" presetClass="emph" presetID="1" presetSubtype="2">
                                  <p:stCondLst>
                                    <p:cond delay="0"/>
                                  </p:stCondLst>
                                  <p:childTnLst>
                                    <p:animClr clrSpc="rgb">
                                      <p:cBhvr>
                                        <p:cTn id="4529" dur="500" fill="hold"/>
                                        <p:tgtEl>
                                          <p:spTgt spid="1283"/>
                                        </p:tgtEl>
                                        <p:attrNameLst>
                                          <p:attrName>fillcolor</p:attrName>
                                        </p:attrNameLst>
                                      </p:cBhvr>
                                      <p:to>
                                        <a:srgbClr val="95b3d7"/>
                                      </p:to>
                                    </p:animClr>
                                    <p:set>
                                      <p:cBhvr>
                                        <p:cTn id="4530" dur="500" fill="hold"/>
                                        <p:tgtEl>
                                          <p:spTgt spid="1283"/>
                                        </p:tgtEl>
                                        <p:attrNameLst>
                                          <p:attrName>fill.type</p:attrName>
                                        </p:attrNameLst>
                                      </p:cBhvr>
                                      <p:to>
                                        <p:strVal val="solid"/>
                                      </p:to>
                                    </p:set>
                                    <p:set>
                                      <p:cBhvr>
                                        <p:cTn id="4531" dur="500" fill="hold"/>
                                        <p:tgtEl>
                                          <p:spTgt spid="1283"/>
                                        </p:tgtEl>
                                        <p:attrNameLst>
                                          <p:attrName>fill.on</p:attrName>
                                        </p:attrNameLst>
                                      </p:cBhvr>
                                      <p:to>
                                        <p:strVal val="true"/>
                                      </p:to>
                                    </p:set>
                                  </p:childTnLst>
                                </p:cTn>
                              </p:par>
                              <p:par>
                                <p:cTn id="4532" nodeType="withEffect" fill="hold" presetClass="exit" presetID="10">
                                  <p:stCondLst>
                                    <p:cond delay="0"/>
                                  </p:stCondLst>
                                  <p:childTnLst>
                                    <p:animEffect filter="fade" transition="out">
                                      <p:cBhvr additive="repl">
                                        <p:cTn id="4533" dur="500"/>
                                        <p:tgtEl>
                                          <p:spTgt spid="1277"/>
                                        </p:tgtEl>
                                      </p:cBhvr>
                                    </p:animEffect>
                                    <p:set>
                                      <p:cBhvr>
                                        <p:cTn id="4534" dur="1" fill="hold">
                                          <p:stCondLst>
                                            <p:cond delay="499"/>
                                          </p:stCondLst>
                                        </p:cTn>
                                        <p:tgtEl>
                                          <p:spTgt spid="1277"/>
                                        </p:tgtEl>
                                        <p:attrNameLst>
                                          <p:attrName>style.visibility</p:attrName>
                                        </p:attrNameLst>
                                      </p:cBhvr>
                                      <p:to>
                                        <p:strVal val="hidden"/>
                                      </p:to>
                                    </p:set>
                                  </p:childTnLst>
                                </p:cTn>
                              </p:par>
                              <p:par>
                                <p:cTn id="4535" nodeType="withEffect" fill="hold" presetClass="exit" presetID="10">
                                  <p:stCondLst>
                                    <p:cond delay="0"/>
                                  </p:stCondLst>
                                  <p:childTnLst>
                                    <p:animEffect filter="fade" transition="out">
                                      <p:cBhvr additive="repl">
                                        <p:cTn id="4536" dur="500"/>
                                        <p:tgtEl>
                                          <p:spTgt spid="1276"/>
                                        </p:tgtEl>
                                      </p:cBhvr>
                                    </p:animEffect>
                                    <p:set>
                                      <p:cBhvr>
                                        <p:cTn id="4537" dur="1" fill="hold">
                                          <p:stCondLst>
                                            <p:cond delay="499"/>
                                          </p:stCondLst>
                                        </p:cTn>
                                        <p:tgtEl>
                                          <p:spTgt spid="1276"/>
                                        </p:tgtEl>
                                        <p:attrNameLst>
                                          <p:attrName>style.visibility</p:attrName>
                                        </p:attrNameLst>
                                      </p:cBhvr>
                                      <p:to>
                                        <p:strVal val="hidden"/>
                                      </p:to>
                                    </p:set>
                                  </p:childTnLst>
                                </p:cTn>
                              </p:par>
                              <p:par>
                                <p:cTn id="4538" nodeType="withEffect" fill="hold" presetClass="exit" presetID="10">
                                  <p:stCondLst>
                                    <p:cond delay="0"/>
                                  </p:stCondLst>
                                  <p:childTnLst>
                                    <p:animEffect filter="fade" transition="out">
                                      <p:cBhvr additive="repl">
                                        <p:cTn id="4539" dur="500"/>
                                        <p:tgtEl>
                                          <p:spTgt spid="1281"/>
                                        </p:tgtEl>
                                      </p:cBhvr>
                                    </p:animEffect>
                                    <p:set>
                                      <p:cBhvr>
                                        <p:cTn id="4540" dur="1" fill="hold">
                                          <p:stCondLst>
                                            <p:cond delay="499"/>
                                          </p:stCondLst>
                                        </p:cTn>
                                        <p:tgtEl>
                                          <p:spTgt spid="1281"/>
                                        </p:tgtEl>
                                        <p:attrNameLst>
                                          <p:attrName>style.visibility</p:attrName>
                                        </p:attrNameLst>
                                      </p:cBhvr>
                                      <p:to>
                                        <p:strVal val="hidden"/>
                                      </p:to>
                                    </p:set>
                                  </p:childTnLst>
                                </p:cTn>
                              </p:par>
                              <p:par>
                                <p:cTn id="4541" nodeType="withEffect" fill="hold" presetClass="exit" presetID="10">
                                  <p:stCondLst>
                                    <p:cond delay="0"/>
                                  </p:stCondLst>
                                  <p:childTnLst>
                                    <p:animEffect filter="fade" transition="out">
                                      <p:cBhvr additive="repl">
                                        <p:cTn id="4542" dur="500"/>
                                        <p:tgtEl>
                                          <p:spTgt spid="1280"/>
                                        </p:tgtEl>
                                      </p:cBhvr>
                                    </p:animEffect>
                                    <p:set>
                                      <p:cBhvr>
                                        <p:cTn id="4543" dur="1" fill="hold">
                                          <p:stCondLst>
                                            <p:cond delay="499"/>
                                          </p:stCondLst>
                                        </p:cTn>
                                        <p:tgtEl>
                                          <p:spTgt spid="1280"/>
                                        </p:tgtEl>
                                        <p:attrNameLst>
                                          <p:attrName>style.visibility</p:attrName>
                                        </p:attrNameLst>
                                      </p:cBhvr>
                                      <p:to>
                                        <p:strVal val="hidden"/>
                                      </p:to>
                                    </p:set>
                                  </p:childTnLst>
                                </p:cTn>
                              </p:par>
                              <p:par>
                                <p:cTn id="4544" nodeType="withEffect" fill="hold" presetClass="exit" presetID="10">
                                  <p:stCondLst>
                                    <p:cond delay="0"/>
                                  </p:stCondLst>
                                  <p:childTnLst>
                                    <p:animEffect filter="fade" transition="out">
                                      <p:cBhvr additive="repl">
                                        <p:cTn id="4545" dur="500"/>
                                        <p:tgtEl>
                                          <p:spTgt spid="1285"/>
                                        </p:tgtEl>
                                      </p:cBhvr>
                                    </p:animEffect>
                                    <p:set>
                                      <p:cBhvr>
                                        <p:cTn id="4546" dur="1" fill="hold">
                                          <p:stCondLst>
                                            <p:cond delay="499"/>
                                          </p:stCondLst>
                                        </p:cTn>
                                        <p:tgtEl>
                                          <p:spTgt spid="1285"/>
                                        </p:tgtEl>
                                        <p:attrNameLst>
                                          <p:attrName>style.visibility</p:attrName>
                                        </p:attrNameLst>
                                      </p:cBhvr>
                                      <p:to>
                                        <p:strVal val="hidden"/>
                                      </p:to>
                                    </p:set>
                                  </p:childTnLst>
                                </p:cTn>
                              </p:par>
                              <p:par>
                                <p:cTn id="4547" nodeType="withEffect" fill="hold" presetClass="exit" presetID="10">
                                  <p:stCondLst>
                                    <p:cond delay="0"/>
                                  </p:stCondLst>
                                  <p:childTnLst>
                                    <p:animEffect filter="fade" transition="out">
                                      <p:cBhvr additive="repl">
                                        <p:cTn id="4548" dur="500"/>
                                        <p:tgtEl>
                                          <p:spTgt spid="1284"/>
                                        </p:tgtEl>
                                      </p:cBhvr>
                                    </p:animEffect>
                                    <p:set>
                                      <p:cBhvr>
                                        <p:cTn id="4549" dur="1" fill="hold">
                                          <p:stCondLst>
                                            <p:cond delay="499"/>
                                          </p:stCondLst>
                                        </p:cTn>
                                        <p:tgtEl>
                                          <p:spTgt spid="128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550" restart="whenNotActive" nodeType="interactiveSeq" fill="hold">
                <p:stCondLst>
                  <p:cond delay="0" evt="onClick">
                    <p:tgtEl>
                      <p:spTgt spid="1289"/>
                    </p:tgtEl>
                  </p:cond>
                </p:stCondLst>
                <p:childTnLst>
                  <p:par>
                    <p:cTn id="4551" fill="hold">
                      <p:stCondLst>
                        <p:cond delay="0" evt="onClick">
                          <p:tgtEl>
                            <p:spTgt spid="1289"/>
                          </p:tgtEl>
                        </p:cond>
                      </p:stCondLst>
                      <p:childTnLst>
                        <p:par>
                          <p:cTn id="4552" fill="hold">
                            <p:stCondLst>
                              <p:cond delay="0"/>
                            </p:stCondLst>
                            <p:childTnLst>
                              <p:par>
                                <p:cTn id="4553" nodeType="clickEffect" fill="hold" presetClass="exit" presetID="9">
                                  <p:stCondLst>
                                    <p:cond delay="0"/>
                                  </p:stCondLst>
                                  <p:childTnLst>
                                    <p:animEffect filter="dissolve" transition="out">
                                      <p:cBhvr additive="repl">
                                        <p:cTn id="4554" dur="500"/>
                                        <p:tgtEl>
                                          <p:spTgt spid="1289"/>
                                        </p:tgtEl>
                                      </p:cBhvr>
                                    </p:animEffect>
                                    <p:set>
                                      <p:cBhvr>
                                        <p:cTn id="4555" dur="1" fill="hold">
                                          <p:stCondLst>
                                            <p:cond delay="499"/>
                                          </p:stCondLst>
                                        </p:cTn>
                                        <p:tgtEl>
                                          <p:spTgt spid="1289"/>
                                        </p:tgtEl>
                                        <p:attrNameLst>
                                          <p:attrName>style.visibility</p:attrName>
                                        </p:attrNameLst>
                                      </p:cBhvr>
                                      <p:to>
                                        <p:strVal val="hidden"/>
                                      </p:to>
                                    </p:set>
                                  </p:childTnLst>
                                </p:cTn>
                              </p:par>
                              <p:par>
                                <p:cTn id="4556" nodeType="withEffect" fill="hold" presetClass="exit" presetID="9">
                                  <p:stCondLst>
                                    <p:cond delay="0"/>
                                  </p:stCondLst>
                                  <p:childTnLst>
                                    <p:animEffect filter="dissolve" transition="out">
                                      <p:cBhvr additive="repl">
                                        <p:cTn id="4557" dur="500"/>
                                        <p:tgtEl>
                                          <p:spTgt spid="1288"/>
                                        </p:tgtEl>
                                      </p:cBhvr>
                                    </p:animEffect>
                                    <p:set>
                                      <p:cBhvr>
                                        <p:cTn id="4558" dur="1" fill="hold">
                                          <p:stCondLst>
                                            <p:cond delay="499"/>
                                          </p:stCondLst>
                                        </p:cTn>
                                        <p:tgtEl>
                                          <p:spTgt spid="1288"/>
                                        </p:tgtEl>
                                        <p:attrNameLst>
                                          <p:attrName>style.visibility</p:attrName>
                                        </p:attrNameLst>
                                      </p:cBhvr>
                                      <p:to>
                                        <p:strVal val="hidden"/>
                                      </p:to>
                                    </p:set>
                                  </p:childTnLst>
                                </p:cTn>
                              </p:par>
                              <p:par>
                                <p:cTn id="4559" nodeType="withEffect" fill="hold" presetClass="emph" presetID="1" presetSubtype="2">
                                  <p:stCondLst>
                                    <p:cond delay="0"/>
                                  </p:stCondLst>
                                  <p:childTnLst>
                                    <p:animClr clrSpc="rgb">
                                      <p:cBhvr>
                                        <p:cTn id="4560" dur="500" fill="hold"/>
                                        <p:tgtEl>
                                          <p:spTgt spid="1287"/>
                                        </p:tgtEl>
                                        <p:attrNameLst>
                                          <p:attrName>fillcolor</p:attrName>
                                        </p:attrNameLst>
                                      </p:cBhvr>
                                      <p:to>
                                        <a:srgbClr val="95b3d7"/>
                                      </p:to>
                                    </p:animClr>
                                    <p:set>
                                      <p:cBhvr>
                                        <p:cTn id="4561" dur="500" fill="hold"/>
                                        <p:tgtEl>
                                          <p:spTgt spid="1287"/>
                                        </p:tgtEl>
                                        <p:attrNameLst>
                                          <p:attrName>fill.type</p:attrName>
                                        </p:attrNameLst>
                                      </p:cBhvr>
                                      <p:to>
                                        <p:strVal val="solid"/>
                                      </p:to>
                                    </p:set>
                                    <p:set>
                                      <p:cBhvr>
                                        <p:cTn id="4562" dur="500" fill="hold"/>
                                        <p:tgtEl>
                                          <p:spTgt spid="128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0"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291"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292"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3"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QUESTÃO 05</a:t>
            </a:r>
            <a:br>
              <a:rPr sz="4400"/>
            </a:br>
            <a:endParaRPr b="0" lang="pt-BR" sz="2800" spc="-1" strike="noStrike">
              <a:solidFill>
                <a:schemeClr val="dk1"/>
              </a:solidFill>
              <a:latin typeface="Arial"/>
            </a:endParaRPr>
          </a:p>
        </p:txBody>
      </p:sp>
      <p:sp>
        <p:nvSpPr>
          <p:cNvPr id="1294"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Qual a faixa de operação do indicador de velocidade do vento do sistema “AEROVANE”?</a:t>
            </a:r>
            <a:endParaRPr b="0" lang="pt-BR" sz="1600" spc="-1" strike="noStrike">
              <a:solidFill>
                <a:srgbClr val="000000"/>
              </a:solidFill>
              <a:latin typeface="Arial"/>
            </a:endParaRPr>
          </a:p>
        </p:txBody>
      </p:sp>
      <p:sp>
        <p:nvSpPr>
          <p:cNvPr id="1295"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296"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0 a 120 nós</a:t>
            </a:r>
            <a:endParaRPr b="0" lang="pt-BR" sz="1800" spc="-1" strike="noStrike">
              <a:solidFill>
                <a:srgbClr val="000000"/>
              </a:solidFill>
              <a:latin typeface="Arial"/>
            </a:endParaRPr>
          </a:p>
        </p:txBody>
      </p:sp>
      <p:sp>
        <p:nvSpPr>
          <p:cNvPr id="1297"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298"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299"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300"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0 a 180 nós </a:t>
            </a:r>
            <a:endParaRPr b="0" lang="pt-BR" sz="1800" spc="-1" strike="noStrike">
              <a:solidFill>
                <a:srgbClr val="000000"/>
              </a:solidFill>
              <a:latin typeface="Arial"/>
            </a:endParaRPr>
          </a:p>
        </p:txBody>
      </p:sp>
      <p:sp>
        <p:nvSpPr>
          <p:cNvPr id="1301"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02"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303"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304"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0 a 270 nós </a:t>
            </a:r>
            <a:endParaRPr b="0" lang="pt-BR" sz="1800" spc="-1" strike="noStrike">
              <a:solidFill>
                <a:srgbClr val="000000"/>
              </a:solidFill>
              <a:latin typeface="Arial"/>
            </a:endParaRPr>
          </a:p>
        </p:txBody>
      </p:sp>
      <p:sp>
        <p:nvSpPr>
          <p:cNvPr id="1305"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06"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307"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308"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0 a 360 nós </a:t>
            </a:r>
            <a:endParaRPr b="0" lang="pt-BR" sz="1800" spc="-1" strike="noStrike">
              <a:solidFill>
                <a:srgbClr val="000000"/>
              </a:solidFill>
              <a:latin typeface="Arial"/>
            </a:endParaRPr>
          </a:p>
        </p:txBody>
      </p:sp>
      <p:sp>
        <p:nvSpPr>
          <p:cNvPr id="1309"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10"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563" dur="indefinite" restart="never" nodeType="tmRoot">
          <p:childTnLst>
            <p:seq>
              <p:cTn id="4564" dur="indefinite" nodeType="mainSeq">
                <p:childTnLst>
                  <p:par>
                    <p:cTn id="4565" fill="hold">
                      <p:stCondLst>
                        <p:cond delay="0"/>
                      </p:stCondLst>
                      <p:childTnLst>
                        <p:par>
                          <p:cTn id="4566" fill="hold">
                            <p:stCondLst>
                              <p:cond delay="0"/>
                            </p:stCondLst>
                            <p:childTnLst>
                              <p:par>
                                <p:cTn id="4567" nodeType="withEffect" fill="hold" presetClass="entr" presetID="10">
                                  <p:stCondLst>
                                    <p:cond delay="0"/>
                                  </p:stCondLst>
                                  <p:childTnLst>
                                    <p:set>
                                      <p:cBhvr>
                                        <p:cTn id="4568" dur="1" fill="hold">
                                          <p:stCondLst>
                                            <p:cond delay="0"/>
                                          </p:stCondLst>
                                        </p:cTn>
                                        <p:tgtEl>
                                          <p:spTgt spid="1296"/>
                                        </p:tgtEl>
                                        <p:attrNameLst>
                                          <p:attrName>style.visibility</p:attrName>
                                        </p:attrNameLst>
                                      </p:cBhvr>
                                      <p:to>
                                        <p:strVal val="visible"/>
                                      </p:to>
                                    </p:set>
                                    <p:animEffect filter="fade" transition="in">
                                      <p:cBhvr additive="repl">
                                        <p:cTn id="4569" dur="500"/>
                                        <p:tgtEl>
                                          <p:spTgt spid="1296"/>
                                        </p:tgtEl>
                                      </p:cBhvr>
                                    </p:animEffect>
                                  </p:childTnLst>
                                </p:cTn>
                              </p:par>
                              <p:par>
                                <p:cTn id="4570" nodeType="withEffect" fill="hold" presetClass="entr" presetID="10">
                                  <p:stCondLst>
                                    <p:cond delay="0"/>
                                  </p:stCondLst>
                                  <p:childTnLst>
                                    <p:set>
                                      <p:cBhvr>
                                        <p:cTn id="4571" dur="1" fill="hold">
                                          <p:stCondLst>
                                            <p:cond delay="0"/>
                                          </p:stCondLst>
                                        </p:cTn>
                                        <p:tgtEl>
                                          <p:spTgt spid="1295"/>
                                        </p:tgtEl>
                                        <p:attrNameLst>
                                          <p:attrName>style.visibility</p:attrName>
                                        </p:attrNameLst>
                                      </p:cBhvr>
                                      <p:to>
                                        <p:strVal val="visible"/>
                                      </p:to>
                                    </p:set>
                                    <p:animEffect filter="fade" transition="in">
                                      <p:cBhvr additive="repl">
                                        <p:cTn id="4572" dur="500"/>
                                        <p:tgtEl>
                                          <p:spTgt spid="1295"/>
                                        </p:tgtEl>
                                      </p:cBhvr>
                                    </p:animEffect>
                                  </p:childTnLst>
                                </p:cTn>
                              </p:par>
                              <p:par>
                                <p:cTn id="4573" nodeType="withEffect" fill="hold" presetClass="entr" presetID="10">
                                  <p:stCondLst>
                                    <p:cond delay="0"/>
                                  </p:stCondLst>
                                  <p:childTnLst>
                                    <p:set>
                                      <p:cBhvr>
                                        <p:cTn id="4574" dur="1" fill="hold">
                                          <p:stCondLst>
                                            <p:cond delay="0"/>
                                          </p:stCondLst>
                                        </p:cTn>
                                        <p:tgtEl>
                                          <p:spTgt spid="1299"/>
                                        </p:tgtEl>
                                        <p:attrNameLst>
                                          <p:attrName>style.visibility</p:attrName>
                                        </p:attrNameLst>
                                      </p:cBhvr>
                                      <p:to>
                                        <p:strVal val="visible"/>
                                      </p:to>
                                    </p:set>
                                    <p:animEffect filter="fade" transition="in">
                                      <p:cBhvr additive="repl">
                                        <p:cTn id="4575" dur="500"/>
                                        <p:tgtEl>
                                          <p:spTgt spid="1299"/>
                                        </p:tgtEl>
                                      </p:cBhvr>
                                    </p:animEffect>
                                  </p:childTnLst>
                                </p:cTn>
                              </p:par>
                              <p:par>
                                <p:cTn id="4576" nodeType="withEffect" fill="hold" presetClass="entr" presetID="10">
                                  <p:stCondLst>
                                    <p:cond delay="0"/>
                                  </p:stCondLst>
                                  <p:childTnLst>
                                    <p:set>
                                      <p:cBhvr>
                                        <p:cTn id="4577" dur="1" fill="hold">
                                          <p:stCondLst>
                                            <p:cond delay="0"/>
                                          </p:stCondLst>
                                        </p:cTn>
                                        <p:tgtEl>
                                          <p:spTgt spid="1300"/>
                                        </p:tgtEl>
                                        <p:attrNameLst>
                                          <p:attrName>style.visibility</p:attrName>
                                        </p:attrNameLst>
                                      </p:cBhvr>
                                      <p:to>
                                        <p:strVal val="visible"/>
                                      </p:to>
                                    </p:set>
                                    <p:animEffect filter="fade" transition="in">
                                      <p:cBhvr additive="repl">
                                        <p:cTn id="4578" dur="500"/>
                                        <p:tgtEl>
                                          <p:spTgt spid="1300"/>
                                        </p:tgtEl>
                                      </p:cBhvr>
                                    </p:animEffect>
                                  </p:childTnLst>
                                </p:cTn>
                              </p:par>
                              <p:par>
                                <p:cTn id="4579" nodeType="withEffect" fill="hold" presetClass="entr" presetID="10">
                                  <p:stCondLst>
                                    <p:cond delay="0"/>
                                  </p:stCondLst>
                                  <p:childTnLst>
                                    <p:set>
                                      <p:cBhvr>
                                        <p:cTn id="4580" dur="1" fill="hold">
                                          <p:stCondLst>
                                            <p:cond delay="0"/>
                                          </p:stCondLst>
                                        </p:cTn>
                                        <p:tgtEl>
                                          <p:spTgt spid="1303"/>
                                        </p:tgtEl>
                                        <p:attrNameLst>
                                          <p:attrName>style.visibility</p:attrName>
                                        </p:attrNameLst>
                                      </p:cBhvr>
                                      <p:to>
                                        <p:strVal val="visible"/>
                                      </p:to>
                                    </p:set>
                                    <p:animEffect filter="fade" transition="in">
                                      <p:cBhvr additive="repl">
                                        <p:cTn id="4581" dur="500"/>
                                        <p:tgtEl>
                                          <p:spTgt spid="1303"/>
                                        </p:tgtEl>
                                      </p:cBhvr>
                                    </p:animEffect>
                                  </p:childTnLst>
                                </p:cTn>
                              </p:par>
                              <p:par>
                                <p:cTn id="4582" nodeType="withEffect" fill="hold" presetClass="entr" presetID="10">
                                  <p:stCondLst>
                                    <p:cond delay="0"/>
                                  </p:stCondLst>
                                  <p:childTnLst>
                                    <p:set>
                                      <p:cBhvr>
                                        <p:cTn id="4583" dur="1" fill="hold">
                                          <p:stCondLst>
                                            <p:cond delay="0"/>
                                          </p:stCondLst>
                                        </p:cTn>
                                        <p:tgtEl>
                                          <p:spTgt spid="1304"/>
                                        </p:tgtEl>
                                        <p:attrNameLst>
                                          <p:attrName>style.visibility</p:attrName>
                                        </p:attrNameLst>
                                      </p:cBhvr>
                                      <p:to>
                                        <p:strVal val="visible"/>
                                      </p:to>
                                    </p:set>
                                    <p:animEffect filter="fade" transition="in">
                                      <p:cBhvr additive="repl">
                                        <p:cTn id="4584" dur="500"/>
                                        <p:tgtEl>
                                          <p:spTgt spid="1304"/>
                                        </p:tgtEl>
                                      </p:cBhvr>
                                    </p:animEffect>
                                  </p:childTnLst>
                                </p:cTn>
                              </p:par>
                              <p:par>
                                <p:cTn id="4585" nodeType="withEffect" fill="hold" presetClass="entr" presetID="10">
                                  <p:stCondLst>
                                    <p:cond delay="0"/>
                                  </p:stCondLst>
                                  <p:childTnLst>
                                    <p:set>
                                      <p:cBhvr>
                                        <p:cTn id="4586" dur="1" fill="hold">
                                          <p:stCondLst>
                                            <p:cond delay="0"/>
                                          </p:stCondLst>
                                        </p:cTn>
                                        <p:tgtEl>
                                          <p:spTgt spid="1307"/>
                                        </p:tgtEl>
                                        <p:attrNameLst>
                                          <p:attrName>style.visibility</p:attrName>
                                        </p:attrNameLst>
                                      </p:cBhvr>
                                      <p:to>
                                        <p:strVal val="visible"/>
                                      </p:to>
                                    </p:set>
                                    <p:animEffect filter="fade" transition="in">
                                      <p:cBhvr additive="repl">
                                        <p:cTn id="4587" dur="500"/>
                                        <p:tgtEl>
                                          <p:spTgt spid="1307"/>
                                        </p:tgtEl>
                                      </p:cBhvr>
                                    </p:animEffect>
                                  </p:childTnLst>
                                </p:cTn>
                              </p:par>
                              <p:par>
                                <p:cTn id="4588" nodeType="withEffect" fill="hold" presetClass="entr" presetID="10">
                                  <p:stCondLst>
                                    <p:cond delay="0"/>
                                  </p:stCondLst>
                                  <p:childTnLst>
                                    <p:set>
                                      <p:cBhvr>
                                        <p:cTn id="4589" dur="1" fill="hold">
                                          <p:stCondLst>
                                            <p:cond delay="0"/>
                                          </p:stCondLst>
                                        </p:cTn>
                                        <p:tgtEl>
                                          <p:spTgt spid="1308"/>
                                        </p:tgtEl>
                                        <p:attrNameLst>
                                          <p:attrName>style.visibility</p:attrName>
                                        </p:attrNameLst>
                                      </p:cBhvr>
                                      <p:to>
                                        <p:strVal val="visible"/>
                                      </p:to>
                                    </p:set>
                                    <p:animEffect filter="fade" transition="in">
                                      <p:cBhvr additive="repl">
                                        <p:cTn id="4590" dur="500"/>
                                        <p:tgtEl>
                                          <p:spTgt spid="1308"/>
                                        </p:tgtEl>
                                      </p:cBhvr>
                                    </p:animEffect>
                                  </p:childTnLst>
                                </p:cTn>
                              </p:par>
                              <p:par>
                                <p:cTn id="4591" nodeType="withEffect" fill="hold" presetClass="exit" presetID="1">
                                  <p:stCondLst>
                                    <p:cond delay="0"/>
                                  </p:stCondLst>
                                  <p:childTnLst>
                                    <p:set>
                                      <p:cBhvr>
                                        <p:cTn id="4592" dur="1" fill="hold">
                                          <p:stCondLst>
                                            <p:cond delay="0"/>
                                          </p:stCondLst>
                                        </p:cTn>
                                        <p:tgtEl>
                                          <p:spTgt spid="1298"/>
                                        </p:tgtEl>
                                        <p:attrNameLst>
                                          <p:attrName>style.visibility</p:attrName>
                                        </p:attrNameLst>
                                      </p:cBhvr>
                                      <p:to>
                                        <p:strVal val="hidden"/>
                                      </p:to>
                                    </p:set>
                                  </p:childTnLst>
                                </p:cTn>
                              </p:par>
                              <p:par>
                                <p:cTn id="4593" nodeType="withEffect" fill="hold" presetClass="exit" presetID="1">
                                  <p:stCondLst>
                                    <p:cond delay="0"/>
                                  </p:stCondLst>
                                  <p:childTnLst>
                                    <p:set>
                                      <p:cBhvr>
                                        <p:cTn id="4594" dur="1" fill="hold">
                                          <p:stCondLst>
                                            <p:cond delay="0"/>
                                          </p:stCondLst>
                                        </p:cTn>
                                        <p:tgtEl>
                                          <p:spTgt spid="1297"/>
                                        </p:tgtEl>
                                        <p:attrNameLst>
                                          <p:attrName>style.visibility</p:attrName>
                                        </p:attrNameLst>
                                      </p:cBhvr>
                                      <p:to>
                                        <p:strVal val="hidden"/>
                                      </p:to>
                                    </p:set>
                                  </p:childTnLst>
                                </p:cTn>
                              </p:par>
                              <p:par>
                                <p:cTn id="4595" nodeType="withEffect" fill="hold" presetClass="exit" presetID="1">
                                  <p:stCondLst>
                                    <p:cond delay="0"/>
                                  </p:stCondLst>
                                  <p:childTnLst>
                                    <p:set>
                                      <p:cBhvr>
                                        <p:cTn id="4596" dur="1" fill="hold">
                                          <p:stCondLst>
                                            <p:cond delay="0"/>
                                          </p:stCondLst>
                                        </p:cTn>
                                        <p:tgtEl>
                                          <p:spTgt spid="1302"/>
                                        </p:tgtEl>
                                        <p:attrNameLst>
                                          <p:attrName>style.visibility</p:attrName>
                                        </p:attrNameLst>
                                      </p:cBhvr>
                                      <p:to>
                                        <p:strVal val="hidden"/>
                                      </p:to>
                                    </p:set>
                                  </p:childTnLst>
                                </p:cTn>
                              </p:par>
                              <p:par>
                                <p:cTn id="4597" nodeType="withEffect" fill="hold" presetClass="exit" presetID="1">
                                  <p:stCondLst>
                                    <p:cond delay="0"/>
                                  </p:stCondLst>
                                  <p:childTnLst>
                                    <p:set>
                                      <p:cBhvr>
                                        <p:cTn id="4598" dur="1" fill="hold">
                                          <p:stCondLst>
                                            <p:cond delay="0"/>
                                          </p:stCondLst>
                                        </p:cTn>
                                        <p:tgtEl>
                                          <p:spTgt spid="1301"/>
                                        </p:tgtEl>
                                        <p:attrNameLst>
                                          <p:attrName>style.visibility</p:attrName>
                                        </p:attrNameLst>
                                      </p:cBhvr>
                                      <p:to>
                                        <p:strVal val="hidden"/>
                                      </p:to>
                                    </p:set>
                                  </p:childTnLst>
                                </p:cTn>
                              </p:par>
                              <p:par>
                                <p:cTn id="4599" nodeType="withEffect" fill="hold" presetClass="exit" presetID="1">
                                  <p:stCondLst>
                                    <p:cond delay="0"/>
                                  </p:stCondLst>
                                  <p:childTnLst>
                                    <p:set>
                                      <p:cBhvr>
                                        <p:cTn id="4600" dur="1" fill="hold">
                                          <p:stCondLst>
                                            <p:cond delay="0"/>
                                          </p:stCondLst>
                                        </p:cTn>
                                        <p:tgtEl>
                                          <p:spTgt spid="1306"/>
                                        </p:tgtEl>
                                        <p:attrNameLst>
                                          <p:attrName>style.visibility</p:attrName>
                                        </p:attrNameLst>
                                      </p:cBhvr>
                                      <p:to>
                                        <p:strVal val="hidden"/>
                                      </p:to>
                                    </p:set>
                                  </p:childTnLst>
                                </p:cTn>
                              </p:par>
                              <p:par>
                                <p:cTn id="4601" nodeType="withEffect" fill="hold" presetClass="exit" presetID="1">
                                  <p:stCondLst>
                                    <p:cond delay="0"/>
                                  </p:stCondLst>
                                  <p:childTnLst>
                                    <p:set>
                                      <p:cBhvr>
                                        <p:cTn id="4602" dur="1" fill="hold">
                                          <p:stCondLst>
                                            <p:cond delay="0"/>
                                          </p:stCondLst>
                                        </p:cTn>
                                        <p:tgtEl>
                                          <p:spTgt spid="1305"/>
                                        </p:tgtEl>
                                        <p:attrNameLst>
                                          <p:attrName>style.visibility</p:attrName>
                                        </p:attrNameLst>
                                      </p:cBhvr>
                                      <p:to>
                                        <p:strVal val="hidden"/>
                                      </p:to>
                                    </p:set>
                                  </p:childTnLst>
                                </p:cTn>
                              </p:par>
                              <p:par>
                                <p:cTn id="4603" nodeType="withEffect" fill="hold" presetClass="exit" presetID="1">
                                  <p:stCondLst>
                                    <p:cond delay="0"/>
                                  </p:stCondLst>
                                  <p:childTnLst>
                                    <p:set>
                                      <p:cBhvr>
                                        <p:cTn id="4604" dur="1" fill="hold">
                                          <p:stCondLst>
                                            <p:cond delay="0"/>
                                          </p:stCondLst>
                                        </p:cTn>
                                        <p:tgtEl>
                                          <p:spTgt spid="1310"/>
                                        </p:tgtEl>
                                        <p:attrNameLst>
                                          <p:attrName>style.visibility</p:attrName>
                                        </p:attrNameLst>
                                      </p:cBhvr>
                                      <p:to>
                                        <p:strVal val="hidden"/>
                                      </p:to>
                                    </p:set>
                                  </p:childTnLst>
                                </p:cTn>
                              </p:par>
                              <p:par>
                                <p:cTn id="4605" nodeType="withEffect" fill="hold" presetClass="exit" presetID="1">
                                  <p:stCondLst>
                                    <p:cond delay="0"/>
                                  </p:stCondLst>
                                  <p:childTnLst>
                                    <p:set>
                                      <p:cBhvr>
                                        <p:cTn id="4606" dur="1" fill="hold">
                                          <p:stCondLst>
                                            <p:cond delay="0"/>
                                          </p:stCondLst>
                                        </p:cTn>
                                        <p:tgtEl>
                                          <p:spTgt spid="13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607" restart="whenNotActive" nodeType="interactiveSeq" fill="hold">
                <p:stCondLst>
                  <p:cond delay="0" evt="onClick">
                    <p:tgtEl>
                      <p:spTgt spid="1295"/>
                    </p:tgtEl>
                  </p:cond>
                </p:stCondLst>
                <p:childTnLst>
                  <p:par>
                    <p:cTn id="4608" fill="hold">
                      <p:stCondLst>
                        <p:cond delay="0" evt="onClick">
                          <p:tgtEl>
                            <p:spTgt spid="1295"/>
                          </p:tgtEl>
                        </p:cond>
                      </p:stCondLst>
                      <p:childTnLst>
                        <p:par>
                          <p:cTn id="4609" fill="hold">
                            <p:stCondLst>
                              <p:cond delay="0"/>
                            </p:stCondLst>
                            <p:childTnLst>
                              <p:par>
                                <p:cTn id="4610" nodeType="clickEffect" fill="hold" presetClass="entr" presetID="16" presetSubtype="21">
                                  <p:stCondLst>
                                    <p:cond delay="0"/>
                                  </p:stCondLst>
                                  <p:childTnLst>
                                    <p:set>
                                      <p:cBhvr>
                                        <p:cTn id="4611" dur="1" fill="hold">
                                          <p:stCondLst>
                                            <p:cond delay="0"/>
                                          </p:stCondLst>
                                        </p:cTn>
                                        <p:tgtEl>
                                          <p:spTgt spid="1298"/>
                                        </p:tgtEl>
                                        <p:attrNameLst>
                                          <p:attrName>style.visibility</p:attrName>
                                        </p:attrNameLst>
                                      </p:cBhvr>
                                      <p:to>
                                        <p:strVal val="visible"/>
                                      </p:to>
                                    </p:set>
                                    <p:animEffect filter="barn(inVertical)" transition="in">
                                      <p:cBhvr additive="repl">
                                        <p:cTn id="4612" dur="500"/>
                                        <p:tgtEl>
                                          <p:spTgt spid="1298"/>
                                        </p:tgtEl>
                                      </p:cBhvr>
                                    </p:animEffect>
                                  </p:childTnLst>
                                </p:cTn>
                              </p:par>
                              <p:par>
                                <p:cTn id="4613" nodeType="withEffect" fill="hold" presetClass="entr" presetID="16" presetSubtype="21">
                                  <p:stCondLst>
                                    <p:cond delay="0"/>
                                  </p:stCondLst>
                                  <p:childTnLst>
                                    <p:set>
                                      <p:cBhvr>
                                        <p:cTn id="4614" dur="1" fill="hold">
                                          <p:stCondLst>
                                            <p:cond delay="0"/>
                                          </p:stCondLst>
                                        </p:cTn>
                                        <p:tgtEl>
                                          <p:spTgt spid="1297"/>
                                        </p:tgtEl>
                                        <p:attrNameLst>
                                          <p:attrName>style.visibility</p:attrName>
                                        </p:attrNameLst>
                                      </p:cBhvr>
                                      <p:to>
                                        <p:strVal val="visible"/>
                                      </p:to>
                                    </p:set>
                                    <p:animEffect filter="barn(inVertical)" transition="in">
                                      <p:cBhvr additive="repl">
                                        <p:cTn id="4615" dur="500"/>
                                        <p:tgtEl>
                                          <p:spTgt spid="1297"/>
                                        </p:tgtEl>
                                      </p:cBhvr>
                                    </p:animEffect>
                                  </p:childTnLst>
                                </p:cTn>
                              </p:par>
                              <p:par>
                                <p:cTn id="4616" nodeType="withEffect" fill="hold" presetClass="emph" presetID="1" presetSubtype="2">
                                  <p:stCondLst>
                                    <p:cond delay="0"/>
                                  </p:stCondLst>
                                  <p:childTnLst>
                                    <p:animClr clrSpc="rgb">
                                      <p:cBhvr>
                                        <p:cTn id="4617" dur="500" fill="hold"/>
                                        <p:tgtEl>
                                          <p:spTgt spid="1296"/>
                                        </p:tgtEl>
                                        <p:attrNameLst>
                                          <p:attrName>fillcolor</p:attrName>
                                        </p:attrNameLst>
                                      </p:cBhvr>
                                      <p:to>
                                        <a:srgbClr val="8a80e4"/>
                                      </p:to>
                                    </p:animClr>
                                    <p:set>
                                      <p:cBhvr>
                                        <p:cTn id="4618" dur="500" fill="hold"/>
                                        <p:tgtEl>
                                          <p:spTgt spid="1296"/>
                                        </p:tgtEl>
                                        <p:attrNameLst>
                                          <p:attrName>fill.type</p:attrName>
                                        </p:attrNameLst>
                                      </p:cBhvr>
                                      <p:to>
                                        <p:strVal val="solid"/>
                                      </p:to>
                                    </p:set>
                                    <p:set>
                                      <p:cBhvr>
                                        <p:cTn id="4619" dur="500" fill="hold"/>
                                        <p:tgtEl>
                                          <p:spTgt spid="1296"/>
                                        </p:tgtEl>
                                        <p:attrNameLst>
                                          <p:attrName>fill.on</p:attrName>
                                        </p:attrNameLst>
                                      </p:cBhvr>
                                      <p:to>
                                        <p:strVal val="true"/>
                                      </p:to>
                                    </p:set>
                                  </p:childTnLst>
                                </p:cTn>
                              </p:par>
                              <p:par>
                                <p:cTn id="4620" nodeType="withEffect" fill="hold" presetClass="emph" presetID="1" presetSubtype="2">
                                  <p:stCondLst>
                                    <p:cond delay="0"/>
                                  </p:stCondLst>
                                  <p:childTnLst>
                                    <p:animClr clrSpc="rgb">
                                      <p:cBhvr>
                                        <p:cTn id="4621" dur="500" fill="hold"/>
                                        <p:tgtEl>
                                          <p:spTgt spid="1300"/>
                                        </p:tgtEl>
                                        <p:attrNameLst>
                                          <p:attrName>fillcolor</p:attrName>
                                        </p:attrNameLst>
                                      </p:cBhvr>
                                      <p:to>
                                        <a:srgbClr val="95b3d7"/>
                                      </p:to>
                                    </p:animClr>
                                    <p:set>
                                      <p:cBhvr>
                                        <p:cTn id="4622" dur="500" fill="hold"/>
                                        <p:tgtEl>
                                          <p:spTgt spid="1300"/>
                                        </p:tgtEl>
                                        <p:attrNameLst>
                                          <p:attrName>fill.type</p:attrName>
                                        </p:attrNameLst>
                                      </p:cBhvr>
                                      <p:to>
                                        <p:strVal val="solid"/>
                                      </p:to>
                                    </p:set>
                                    <p:set>
                                      <p:cBhvr>
                                        <p:cTn id="4623" dur="500" fill="hold"/>
                                        <p:tgtEl>
                                          <p:spTgt spid="1300"/>
                                        </p:tgtEl>
                                        <p:attrNameLst>
                                          <p:attrName>fill.on</p:attrName>
                                        </p:attrNameLst>
                                      </p:cBhvr>
                                      <p:to>
                                        <p:strVal val="true"/>
                                      </p:to>
                                    </p:set>
                                  </p:childTnLst>
                                </p:cTn>
                              </p:par>
                              <p:par>
                                <p:cTn id="4624" nodeType="withEffect" fill="hold" presetClass="emph" presetID="1" presetSubtype="2">
                                  <p:stCondLst>
                                    <p:cond delay="0"/>
                                  </p:stCondLst>
                                  <p:childTnLst>
                                    <p:animClr clrSpc="rgb">
                                      <p:cBhvr>
                                        <p:cTn id="4625" dur="500" fill="hold"/>
                                        <p:tgtEl>
                                          <p:spTgt spid="1304"/>
                                        </p:tgtEl>
                                        <p:attrNameLst>
                                          <p:attrName>fillcolor</p:attrName>
                                        </p:attrNameLst>
                                      </p:cBhvr>
                                      <p:to>
                                        <a:srgbClr val="95b3d7"/>
                                      </p:to>
                                    </p:animClr>
                                    <p:set>
                                      <p:cBhvr>
                                        <p:cTn id="4626" dur="500" fill="hold"/>
                                        <p:tgtEl>
                                          <p:spTgt spid="1304"/>
                                        </p:tgtEl>
                                        <p:attrNameLst>
                                          <p:attrName>fill.type</p:attrName>
                                        </p:attrNameLst>
                                      </p:cBhvr>
                                      <p:to>
                                        <p:strVal val="solid"/>
                                      </p:to>
                                    </p:set>
                                    <p:set>
                                      <p:cBhvr>
                                        <p:cTn id="4627" dur="500" fill="hold"/>
                                        <p:tgtEl>
                                          <p:spTgt spid="1304"/>
                                        </p:tgtEl>
                                        <p:attrNameLst>
                                          <p:attrName>fill.on</p:attrName>
                                        </p:attrNameLst>
                                      </p:cBhvr>
                                      <p:to>
                                        <p:strVal val="true"/>
                                      </p:to>
                                    </p:set>
                                  </p:childTnLst>
                                </p:cTn>
                              </p:par>
                              <p:par>
                                <p:cTn id="4628" nodeType="withEffect" fill="hold" presetClass="emph" presetID="1" presetSubtype="2">
                                  <p:stCondLst>
                                    <p:cond delay="0"/>
                                  </p:stCondLst>
                                  <p:childTnLst>
                                    <p:animClr clrSpc="rgb">
                                      <p:cBhvr>
                                        <p:cTn id="4629" dur="500" fill="hold"/>
                                        <p:tgtEl>
                                          <p:spTgt spid="1308"/>
                                        </p:tgtEl>
                                        <p:attrNameLst>
                                          <p:attrName>fillcolor</p:attrName>
                                        </p:attrNameLst>
                                      </p:cBhvr>
                                      <p:to>
                                        <a:srgbClr val="95b3d7"/>
                                      </p:to>
                                    </p:animClr>
                                    <p:set>
                                      <p:cBhvr>
                                        <p:cTn id="4630" dur="500" fill="hold"/>
                                        <p:tgtEl>
                                          <p:spTgt spid="1308"/>
                                        </p:tgtEl>
                                        <p:attrNameLst>
                                          <p:attrName>fill.type</p:attrName>
                                        </p:attrNameLst>
                                      </p:cBhvr>
                                      <p:to>
                                        <p:strVal val="solid"/>
                                      </p:to>
                                    </p:set>
                                    <p:set>
                                      <p:cBhvr>
                                        <p:cTn id="4631" dur="500" fill="hold"/>
                                        <p:tgtEl>
                                          <p:spTgt spid="1308"/>
                                        </p:tgtEl>
                                        <p:attrNameLst>
                                          <p:attrName>fill.on</p:attrName>
                                        </p:attrNameLst>
                                      </p:cBhvr>
                                      <p:to>
                                        <p:strVal val="true"/>
                                      </p:to>
                                    </p:set>
                                  </p:childTnLst>
                                </p:cTn>
                              </p:par>
                              <p:par>
                                <p:cTn id="4632" nodeType="withEffect" fill="hold" presetClass="exit" presetID="10">
                                  <p:stCondLst>
                                    <p:cond delay="0"/>
                                  </p:stCondLst>
                                  <p:childTnLst>
                                    <p:animEffect filter="fade" transition="out">
                                      <p:cBhvr additive="repl">
                                        <p:cTn id="4633" dur="500"/>
                                        <p:tgtEl>
                                          <p:spTgt spid="1302"/>
                                        </p:tgtEl>
                                      </p:cBhvr>
                                    </p:animEffect>
                                    <p:set>
                                      <p:cBhvr>
                                        <p:cTn id="4634" dur="1" fill="hold">
                                          <p:stCondLst>
                                            <p:cond delay="499"/>
                                          </p:stCondLst>
                                        </p:cTn>
                                        <p:tgtEl>
                                          <p:spTgt spid="1302"/>
                                        </p:tgtEl>
                                        <p:attrNameLst>
                                          <p:attrName>style.visibility</p:attrName>
                                        </p:attrNameLst>
                                      </p:cBhvr>
                                      <p:to>
                                        <p:strVal val="hidden"/>
                                      </p:to>
                                    </p:set>
                                  </p:childTnLst>
                                </p:cTn>
                              </p:par>
                              <p:par>
                                <p:cTn id="4635" nodeType="withEffect" fill="hold" presetClass="exit" presetID="10">
                                  <p:stCondLst>
                                    <p:cond delay="0"/>
                                  </p:stCondLst>
                                  <p:childTnLst>
                                    <p:animEffect filter="fade" transition="out">
                                      <p:cBhvr additive="repl">
                                        <p:cTn id="4636" dur="500"/>
                                        <p:tgtEl>
                                          <p:spTgt spid="1301"/>
                                        </p:tgtEl>
                                      </p:cBhvr>
                                    </p:animEffect>
                                    <p:set>
                                      <p:cBhvr>
                                        <p:cTn id="4637" dur="1" fill="hold">
                                          <p:stCondLst>
                                            <p:cond delay="499"/>
                                          </p:stCondLst>
                                        </p:cTn>
                                        <p:tgtEl>
                                          <p:spTgt spid="1301"/>
                                        </p:tgtEl>
                                        <p:attrNameLst>
                                          <p:attrName>style.visibility</p:attrName>
                                        </p:attrNameLst>
                                      </p:cBhvr>
                                      <p:to>
                                        <p:strVal val="hidden"/>
                                      </p:to>
                                    </p:set>
                                  </p:childTnLst>
                                </p:cTn>
                              </p:par>
                              <p:par>
                                <p:cTn id="4638" nodeType="withEffect" fill="hold" presetClass="exit" presetID="10">
                                  <p:stCondLst>
                                    <p:cond delay="0"/>
                                  </p:stCondLst>
                                  <p:childTnLst>
                                    <p:animEffect filter="fade" transition="out">
                                      <p:cBhvr additive="repl">
                                        <p:cTn id="4639" dur="500"/>
                                        <p:tgtEl>
                                          <p:spTgt spid="1306"/>
                                        </p:tgtEl>
                                      </p:cBhvr>
                                    </p:animEffect>
                                    <p:set>
                                      <p:cBhvr>
                                        <p:cTn id="4640" dur="1" fill="hold">
                                          <p:stCondLst>
                                            <p:cond delay="499"/>
                                          </p:stCondLst>
                                        </p:cTn>
                                        <p:tgtEl>
                                          <p:spTgt spid="1306"/>
                                        </p:tgtEl>
                                        <p:attrNameLst>
                                          <p:attrName>style.visibility</p:attrName>
                                        </p:attrNameLst>
                                      </p:cBhvr>
                                      <p:to>
                                        <p:strVal val="hidden"/>
                                      </p:to>
                                    </p:set>
                                  </p:childTnLst>
                                </p:cTn>
                              </p:par>
                              <p:par>
                                <p:cTn id="4641" nodeType="withEffect" fill="hold" presetClass="exit" presetID="10">
                                  <p:stCondLst>
                                    <p:cond delay="0"/>
                                  </p:stCondLst>
                                  <p:childTnLst>
                                    <p:animEffect filter="fade" transition="out">
                                      <p:cBhvr additive="repl">
                                        <p:cTn id="4642" dur="500"/>
                                        <p:tgtEl>
                                          <p:spTgt spid="1305"/>
                                        </p:tgtEl>
                                      </p:cBhvr>
                                    </p:animEffect>
                                    <p:set>
                                      <p:cBhvr>
                                        <p:cTn id="4643" dur="1" fill="hold">
                                          <p:stCondLst>
                                            <p:cond delay="499"/>
                                          </p:stCondLst>
                                        </p:cTn>
                                        <p:tgtEl>
                                          <p:spTgt spid="1305"/>
                                        </p:tgtEl>
                                        <p:attrNameLst>
                                          <p:attrName>style.visibility</p:attrName>
                                        </p:attrNameLst>
                                      </p:cBhvr>
                                      <p:to>
                                        <p:strVal val="hidden"/>
                                      </p:to>
                                    </p:set>
                                  </p:childTnLst>
                                </p:cTn>
                              </p:par>
                              <p:par>
                                <p:cTn id="4644" nodeType="withEffect" fill="hold" presetClass="exit" presetID="10">
                                  <p:stCondLst>
                                    <p:cond delay="0"/>
                                  </p:stCondLst>
                                  <p:childTnLst>
                                    <p:animEffect filter="fade" transition="out">
                                      <p:cBhvr additive="repl">
                                        <p:cTn id="4645" dur="500"/>
                                        <p:tgtEl>
                                          <p:spTgt spid="1310"/>
                                        </p:tgtEl>
                                      </p:cBhvr>
                                    </p:animEffect>
                                    <p:set>
                                      <p:cBhvr>
                                        <p:cTn id="4646" dur="1" fill="hold">
                                          <p:stCondLst>
                                            <p:cond delay="499"/>
                                          </p:stCondLst>
                                        </p:cTn>
                                        <p:tgtEl>
                                          <p:spTgt spid="1310"/>
                                        </p:tgtEl>
                                        <p:attrNameLst>
                                          <p:attrName>style.visibility</p:attrName>
                                        </p:attrNameLst>
                                      </p:cBhvr>
                                      <p:to>
                                        <p:strVal val="hidden"/>
                                      </p:to>
                                    </p:set>
                                  </p:childTnLst>
                                </p:cTn>
                              </p:par>
                              <p:par>
                                <p:cTn id="4647" nodeType="withEffect" fill="hold" presetClass="exit" presetID="10">
                                  <p:stCondLst>
                                    <p:cond delay="0"/>
                                  </p:stCondLst>
                                  <p:childTnLst>
                                    <p:animEffect filter="fade" transition="out">
                                      <p:cBhvr additive="repl">
                                        <p:cTn id="4648" dur="500"/>
                                        <p:tgtEl>
                                          <p:spTgt spid="1309"/>
                                        </p:tgtEl>
                                      </p:cBhvr>
                                    </p:animEffect>
                                    <p:set>
                                      <p:cBhvr>
                                        <p:cTn id="4649" dur="1" fill="hold">
                                          <p:stCondLst>
                                            <p:cond delay="499"/>
                                          </p:stCondLst>
                                        </p:cTn>
                                        <p:tgtEl>
                                          <p:spTgt spid="13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650" restart="whenNotActive" nodeType="interactiveSeq" fill="hold">
                <p:stCondLst>
                  <p:cond delay="0" evt="onClick">
                    <p:tgtEl>
                      <p:spTgt spid="1298"/>
                    </p:tgtEl>
                  </p:cond>
                </p:stCondLst>
                <p:childTnLst>
                  <p:par>
                    <p:cTn id="4651" fill="hold">
                      <p:stCondLst>
                        <p:cond delay="0" evt="onClick">
                          <p:tgtEl>
                            <p:spTgt spid="1298"/>
                          </p:tgtEl>
                        </p:cond>
                      </p:stCondLst>
                      <p:childTnLst>
                        <p:par>
                          <p:cTn id="4652" fill="hold">
                            <p:stCondLst>
                              <p:cond delay="0"/>
                            </p:stCondLst>
                            <p:childTnLst>
                              <p:par>
                                <p:cTn id="4653" nodeType="clickEffect" fill="hold" presetClass="exit" presetID="9">
                                  <p:stCondLst>
                                    <p:cond delay="0"/>
                                  </p:stCondLst>
                                  <p:childTnLst>
                                    <p:animEffect filter="dissolve" transition="out">
                                      <p:cBhvr additive="repl">
                                        <p:cTn id="4654" dur="500"/>
                                        <p:tgtEl>
                                          <p:spTgt spid="1298"/>
                                        </p:tgtEl>
                                      </p:cBhvr>
                                    </p:animEffect>
                                    <p:set>
                                      <p:cBhvr>
                                        <p:cTn id="4655" dur="1" fill="hold">
                                          <p:stCondLst>
                                            <p:cond delay="499"/>
                                          </p:stCondLst>
                                        </p:cTn>
                                        <p:tgtEl>
                                          <p:spTgt spid="1298"/>
                                        </p:tgtEl>
                                        <p:attrNameLst>
                                          <p:attrName>style.visibility</p:attrName>
                                        </p:attrNameLst>
                                      </p:cBhvr>
                                      <p:to>
                                        <p:strVal val="hidden"/>
                                      </p:to>
                                    </p:set>
                                  </p:childTnLst>
                                </p:cTn>
                              </p:par>
                              <p:par>
                                <p:cTn id="4656" nodeType="withEffect" fill="hold" presetClass="exit" presetID="9">
                                  <p:stCondLst>
                                    <p:cond delay="0"/>
                                  </p:stCondLst>
                                  <p:childTnLst>
                                    <p:animEffect filter="dissolve" transition="out">
                                      <p:cBhvr additive="repl">
                                        <p:cTn id="4657" dur="500"/>
                                        <p:tgtEl>
                                          <p:spTgt spid="1297"/>
                                        </p:tgtEl>
                                      </p:cBhvr>
                                    </p:animEffect>
                                    <p:set>
                                      <p:cBhvr>
                                        <p:cTn id="4658" dur="1" fill="hold">
                                          <p:stCondLst>
                                            <p:cond delay="499"/>
                                          </p:stCondLst>
                                        </p:cTn>
                                        <p:tgtEl>
                                          <p:spTgt spid="1297"/>
                                        </p:tgtEl>
                                        <p:attrNameLst>
                                          <p:attrName>style.visibility</p:attrName>
                                        </p:attrNameLst>
                                      </p:cBhvr>
                                      <p:to>
                                        <p:strVal val="hidden"/>
                                      </p:to>
                                    </p:set>
                                  </p:childTnLst>
                                </p:cTn>
                              </p:par>
                              <p:par>
                                <p:cTn id="4659" nodeType="withEffect" fill="hold" presetClass="emph" presetID="1" presetSubtype="2">
                                  <p:stCondLst>
                                    <p:cond delay="0"/>
                                  </p:stCondLst>
                                  <p:childTnLst>
                                    <p:animClr clrSpc="rgb">
                                      <p:cBhvr>
                                        <p:cTn id="4660" dur="500" fill="hold"/>
                                        <p:tgtEl>
                                          <p:spTgt spid="1296"/>
                                        </p:tgtEl>
                                        <p:attrNameLst>
                                          <p:attrName>fillcolor</p:attrName>
                                        </p:attrNameLst>
                                      </p:cBhvr>
                                      <p:to>
                                        <a:srgbClr val="95b3d7"/>
                                      </p:to>
                                    </p:animClr>
                                    <p:set>
                                      <p:cBhvr>
                                        <p:cTn id="4661" dur="500" fill="hold"/>
                                        <p:tgtEl>
                                          <p:spTgt spid="1296"/>
                                        </p:tgtEl>
                                        <p:attrNameLst>
                                          <p:attrName>fill.type</p:attrName>
                                        </p:attrNameLst>
                                      </p:cBhvr>
                                      <p:to>
                                        <p:strVal val="solid"/>
                                      </p:to>
                                    </p:set>
                                    <p:set>
                                      <p:cBhvr>
                                        <p:cTn id="4662" dur="500" fill="hold"/>
                                        <p:tgtEl>
                                          <p:spTgt spid="129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663" restart="whenNotActive" nodeType="interactiveSeq" fill="hold">
                <p:stCondLst>
                  <p:cond delay="0" evt="onClick">
                    <p:tgtEl>
                      <p:spTgt spid="1299"/>
                    </p:tgtEl>
                  </p:cond>
                </p:stCondLst>
                <p:childTnLst>
                  <p:par>
                    <p:cTn id="4664" fill="hold">
                      <p:stCondLst>
                        <p:cond delay="0" evt="onClick">
                          <p:tgtEl>
                            <p:spTgt spid="1299"/>
                          </p:tgtEl>
                        </p:cond>
                      </p:stCondLst>
                      <p:childTnLst>
                        <p:par>
                          <p:cTn id="4665" fill="hold">
                            <p:stCondLst>
                              <p:cond delay="0"/>
                            </p:stCondLst>
                            <p:childTnLst>
                              <p:par>
                                <p:cTn id="4666" nodeType="clickEffect" fill="hold" presetClass="entr" presetID="16" presetSubtype="21">
                                  <p:stCondLst>
                                    <p:cond delay="0"/>
                                  </p:stCondLst>
                                  <p:childTnLst>
                                    <p:set>
                                      <p:cBhvr>
                                        <p:cTn id="4667" dur="1" fill="hold">
                                          <p:stCondLst>
                                            <p:cond delay="0"/>
                                          </p:stCondLst>
                                        </p:cTn>
                                        <p:tgtEl>
                                          <p:spTgt spid="1302"/>
                                        </p:tgtEl>
                                        <p:attrNameLst>
                                          <p:attrName>style.visibility</p:attrName>
                                        </p:attrNameLst>
                                      </p:cBhvr>
                                      <p:to>
                                        <p:strVal val="visible"/>
                                      </p:to>
                                    </p:set>
                                    <p:animEffect filter="barn(inVertical)" transition="in">
                                      <p:cBhvr additive="repl">
                                        <p:cTn id="4668" dur="500"/>
                                        <p:tgtEl>
                                          <p:spTgt spid="1302"/>
                                        </p:tgtEl>
                                      </p:cBhvr>
                                    </p:animEffect>
                                  </p:childTnLst>
                                </p:cTn>
                              </p:par>
                              <p:par>
                                <p:cTn id="4669" nodeType="withEffect" fill="hold" presetClass="entr" presetID="16" presetSubtype="21">
                                  <p:stCondLst>
                                    <p:cond delay="0"/>
                                  </p:stCondLst>
                                  <p:childTnLst>
                                    <p:set>
                                      <p:cBhvr>
                                        <p:cTn id="4670" dur="1" fill="hold">
                                          <p:stCondLst>
                                            <p:cond delay="0"/>
                                          </p:stCondLst>
                                        </p:cTn>
                                        <p:tgtEl>
                                          <p:spTgt spid="1301"/>
                                        </p:tgtEl>
                                        <p:attrNameLst>
                                          <p:attrName>style.visibility</p:attrName>
                                        </p:attrNameLst>
                                      </p:cBhvr>
                                      <p:to>
                                        <p:strVal val="visible"/>
                                      </p:to>
                                    </p:set>
                                    <p:animEffect filter="barn(inVertical)" transition="in">
                                      <p:cBhvr additive="repl">
                                        <p:cTn id="4671" dur="500"/>
                                        <p:tgtEl>
                                          <p:spTgt spid="1301"/>
                                        </p:tgtEl>
                                      </p:cBhvr>
                                    </p:animEffect>
                                  </p:childTnLst>
                                </p:cTn>
                              </p:par>
                              <p:par>
                                <p:cTn id="4672" nodeType="withEffect" fill="hold" presetClass="emph" presetID="1" presetSubtype="2">
                                  <p:stCondLst>
                                    <p:cond delay="0"/>
                                  </p:stCondLst>
                                  <p:childTnLst>
                                    <p:animClr clrSpc="rgb">
                                      <p:cBhvr>
                                        <p:cTn id="4673" dur="500" fill="hold"/>
                                        <p:tgtEl>
                                          <p:spTgt spid="1300"/>
                                        </p:tgtEl>
                                        <p:attrNameLst>
                                          <p:attrName>fillcolor</p:attrName>
                                        </p:attrNameLst>
                                      </p:cBhvr>
                                      <p:to>
                                        <a:srgbClr val="8a80e4"/>
                                      </p:to>
                                    </p:animClr>
                                    <p:set>
                                      <p:cBhvr>
                                        <p:cTn id="4674" dur="500" fill="hold"/>
                                        <p:tgtEl>
                                          <p:spTgt spid="1300"/>
                                        </p:tgtEl>
                                        <p:attrNameLst>
                                          <p:attrName>fill.type</p:attrName>
                                        </p:attrNameLst>
                                      </p:cBhvr>
                                      <p:to>
                                        <p:strVal val="solid"/>
                                      </p:to>
                                    </p:set>
                                    <p:set>
                                      <p:cBhvr>
                                        <p:cTn id="4675" dur="500" fill="hold"/>
                                        <p:tgtEl>
                                          <p:spTgt spid="1300"/>
                                        </p:tgtEl>
                                        <p:attrNameLst>
                                          <p:attrName>fill.on</p:attrName>
                                        </p:attrNameLst>
                                      </p:cBhvr>
                                      <p:to>
                                        <p:strVal val="true"/>
                                      </p:to>
                                    </p:set>
                                  </p:childTnLst>
                                </p:cTn>
                              </p:par>
                              <p:par>
                                <p:cTn id="4676" nodeType="withEffect" fill="hold" presetClass="emph" presetID="1" presetSubtype="2">
                                  <p:stCondLst>
                                    <p:cond delay="0"/>
                                  </p:stCondLst>
                                  <p:childTnLst>
                                    <p:animClr clrSpc="rgb">
                                      <p:cBhvr>
                                        <p:cTn id="4677" dur="500" fill="hold"/>
                                        <p:tgtEl>
                                          <p:spTgt spid="1296"/>
                                        </p:tgtEl>
                                        <p:attrNameLst>
                                          <p:attrName>fillcolor</p:attrName>
                                        </p:attrNameLst>
                                      </p:cBhvr>
                                      <p:to>
                                        <a:srgbClr val="95b3d7"/>
                                      </p:to>
                                    </p:animClr>
                                    <p:set>
                                      <p:cBhvr>
                                        <p:cTn id="4678" dur="500" fill="hold"/>
                                        <p:tgtEl>
                                          <p:spTgt spid="1296"/>
                                        </p:tgtEl>
                                        <p:attrNameLst>
                                          <p:attrName>fill.type</p:attrName>
                                        </p:attrNameLst>
                                      </p:cBhvr>
                                      <p:to>
                                        <p:strVal val="solid"/>
                                      </p:to>
                                    </p:set>
                                    <p:set>
                                      <p:cBhvr>
                                        <p:cTn id="4679" dur="500" fill="hold"/>
                                        <p:tgtEl>
                                          <p:spTgt spid="1296"/>
                                        </p:tgtEl>
                                        <p:attrNameLst>
                                          <p:attrName>fill.on</p:attrName>
                                        </p:attrNameLst>
                                      </p:cBhvr>
                                      <p:to>
                                        <p:strVal val="true"/>
                                      </p:to>
                                    </p:set>
                                  </p:childTnLst>
                                </p:cTn>
                              </p:par>
                              <p:par>
                                <p:cTn id="4680" nodeType="withEffect" fill="hold" presetClass="emph" presetID="1" presetSubtype="2">
                                  <p:stCondLst>
                                    <p:cond delay="0"/>
                                  </p:stCondLst>
                                  <p:childTnLst>
                                    <p:animClr clrSpc="rgb">
                                      <p:cBhvr>
                                        <p:cTn id="4681" dur="500" fill="hold"/>
                                        <p:tgtEl>
                                          <p:spTgt spid="1304"/>
                                        </p:tgtEl>
                                        <p:attrNameLst>
                                          <p:attrName>fillcolor</p:attrName>
                                        </p:attrNameLst>
                                      </p:cBhvr>
                                      <p:to>
                                        <a:srgbClr val="95b3d7"/>
                                      </p:to>
                                    </p:animClr>
                                    <p:set>
                                      <p:cBhvr>
                                        <p:cTn id="4682" dur="500" fill="hold"/>
                                        <p:tgtEl>
                                          <p:spTgt spid="1304"/>
                                        </p:tgtEl>
                                        <p:attrNameLst>
                                          <p:attrName>fill.type</p:attrName>
                                        </p:attrNameLst>
                                      </p:cBhvr>
                                      <p:to>
                                        <p:strVal val="solid"/>
                                      </p:to>
                                    </p:set>
                                    <p:set>
                                      <p:cBhvr>
                                        <p:cTn id="4683" dur="500" fill="hold"/>
                                        <p:tgtEl>
                                          <p:spTgt spid="1304"/>
                                        </p:tgtEl>
                                        <p:attrNameLst>
                                          <p:attrName>fill.on</p:attrName>
                                        </p:attrNameLst>
                                      </p:cBhvr>
                                      <p:to>
                                        <p:strVal val="true"/>
                                      </p:to>
                                    </p:set>
                                  </p:childTnLst>
                                </p:cTn>
                              </p:par>
                              <p:par>
                                <p:cTn id="4684" nodeType="withEffect" fill="hold" presetClass="emph" presetID="1" presetSubtype="2">
                                  <p:stCondLst>
                                    <p:cond delay="0"/>
                                  </p:stCondLst>
                                  <p:childTnLst>
                                    <p:animClr clrSpc="rgb">
                                      <p:cBhvr>
                                        <p:cTn id="4685" dur="500" fill="hold"/>
                                        <p:tgtEl>
                                          <p:spTgt spid="1308"/>
                                        </p:tgtEl>
                                        <p:attrNameLst>
                                          <p:attrName>fillcolor</p:attrName>
                                        </p:attrNameLst>
                                      </p:cBhvr>
                                      <p:to>
                                        <a:srgbClr val="95b3d7"/>
                                      </p:to>
                                    </p:animClr>
                                    <p:set>
                                      <p:cBhvr>
                                        <p:cTn id="4686" dur="500" fill="hold"/>
                                        <p:tgtEl>
                                          <p:spTgt spid="1308"/>
                                        </p:tgtEl>
                                        <p:attrNameLst>
                                          <p:attrName>fill.type</p:attrName>
                                        </p:attrNameLst>
                                      </p:cBhvr>
                                      <p:to>
                                        <p:strVal val="solid"/>
                                      </p:to>
                                    </p:set>
                                    <p:set>
                                      <p:cBhvr>
                                        <p:cTn id="4687" dur="500" fill="hold"/>
                                        <p:tgtEl>
                                          <p:spTgt spid="1308"/>
                                        </p:tgtEl>
                                        <p:attrNameLst>
                                          <p:attrName>fill.on</p:attrName>
                                        </p:attrNameLst>
                                      </p:cBhvr>
                                      <p:to>
                                        <p:strVal val="true"/>
                                      </p:to>
                                    </p:set>
                                  </p:childTnLst>
                                </p:cTn>
                              </p:par>
                              <p:par>
                                <p:cTn id="4688" nodeType="withEffect" fill="hold" presetClass="exit" presetID="10">
                                  <p:stCondLst>
                                    <p:cond delay="0"/>
                                  </p:stCondLst>
                                  <p:childTnLst>
                                    <p:animEffect filter="fade" transition="out">
                                      <p:cBhvr additive="repl">
                                        <p:cTn id="4689" dur="500"/>
                                        <p:tgtEl>
                                          <p:spTgt spid="1298"/>
                                        </p:tgtEl>
                                      </p:cBhvr>
                                    </p:animEffect>
                                    <p:set>
                                      <p:cBhvr>
                                        <p:cTn id="4690" dur="1" fill="hold">
                                          <p:stCondLst>
                                            <p:cond delay="499"/>
                                          </p:stCondLst>
                                        </p:cTn>
                                        <p:tgtEl>
                                          <p:spTgt spid="1298"/>
                                        </p:tgtEl>
                                        <p:attrNameLst>
                                          <p:attrName>style.visibility</p:attrName>
                                        </p:attrNameLst>
                                      </p:cBhvr>
                                      <p:to>
                                        <p:strVal val="hidden"/>
                                      </p:to>
                                    </p:set>
                                  </p:childTnLst>
                                </p:cTn>
                              </p:par>
                              <p:par>
                                <p:cTn id="4691" nodeType="withEffect" fill="hold" presetClass="exit" presetID="10">
                                  <p:stCondLst>
                                    <p:cond delay="0"/>
                                  </p:stCondLst>
                                  <p:childTnLst>
                                    <p:animEffect filter="fade" transition="out">
                                      <p:cBhvr additive="repl">
                                        <p:cTn id="4692" dur="500"/>
                                        <p:tgtEl>
                                          <p:spTgt spid="1297"/>
                                        </p:tgtEl>
                                      </p:cBhvr>
                                    </p:animEffect>
                                    <p:set>
                                      <p:cBhvr>
                                        <p:cTn id="4693" dur="1" fill="hold">
                                          <p:stCondLst>
                                            <p:cond delay="499"/>
                                          </p:stCondLst>
                                        </p:cTn>
                                        <p:tgtEl>
                                          <p:spTgt spid="1297"/>
                                        </p:tgtEl>
                                        <p:attrNameLst>
                                          <p:attrName>style.visibility</p:attrName>
                                        </p:attrNameLst>
                                      </p:cBhvr>
                                      <p:to>
                                        <p:strVal val="hidden"/>
                                      </p:to>
                                    </p:set>
                                  </p:childTnLst>
                                </p:cTn>
                              </p:par>
                              <p:par>
                                <p:cTn id="4694" nodeType="withEffect" fill="hold" presetClass="exit" presetID="10">
                                  <p:stCondLst>
                                    <p:cond delay="0"/>
                                  </p:stCondLst>
                                  <p:childTnLst>
                                    <p:animEffect filter="fade" transition="out">
                                      <p:cBhvr additive="repl">
                                        <p:cTn id="4695" dur="500"/>
                                        <p:tgtEl>
                                          <p:spTgt spid="1306"/>
                                        </p:tgtEl>
                                      </p:cBhvr>
                                    </p:animEffect>
                                    <p:set>
                                      <p:cBhvr>
                                        <p:cTn id="4696" dur="1" fill="hold">
                                          <p:stCondLst>
                                            <p:cond delay="499"/>
                                          </p:stCondLst>
                                        </p:cTn>
                                        <p:tgtEl>
                                          <p:spTgt spid="1306"/>
                                        </p:tgtEl>
                                        <p:attrNameLst>
                                          <p:attrName>style.visibility</p:attrName>
                                        </p:attrNameLst>
                                      </p:cBhvr>
                                      <p:to>
                                        <p:strVal val="hidden"/>
                                      </p:to>
                                    </p:set>
                                  </p:childTnLst>
                                </p:cTn>
                              </p:par>
                              <p:par>
                                <p:cTn id="4697" nodeType="withEffect" fill="hold" presetClass="exit" presetID="10">
                                  <p:stCondLst>
                                    <p:cond delay="0"/>
                                  </p:stCondLst>
                                  <p:childTnLst>
                                    <p:animEffect filter="fade" transition="out">
                                      <p:cBhvr additive="repl">
                                        <p:cTn id="4698" dur="500"/>
                                        <p:tgtEl>
                                          <p:spTgt spid="1305"/>
                                        </p:tgtEl>
                                      </p:cBhvr>
                                    </p:animEffect>
                                    <p:set>
                                      <p:cBhvr>
                                        <p:cTn id="4699" dur="1" fill="hold">
                                          <p:stCondLst>
                                            <p:cond delay="499"/>
                                          </p:stCondLst>
                                        </p:cTn>
                                        <p:tgtEl>
                                          <p:spTgt spid="1305"/>
                                        </p:tgtEl>
                                        <p:attrNameLst>
                                          <p:attrName>style.visibility</p:attrName>
                                        </p:attrNameLst>
                                      </p:cBhvr>
                                      <p:to>
                                        <p:strVal val="hidden"/>
                                      </p:to>
                                    </p:set>
                                  </p:childTnLst>
                                </p:cTn>
                              </p:par>
                              <p:par>
                                <p:cTn id="4700" nodeType="withEffect" fill="hold" presetClass="exit" presetID="10">
                                  <p:stCondLst>
                                    <p:cond delay="0"/>
                                  </p:stCondLst>
                                  <p:childTnLst>
                                    <p:animEffect filter="fade" transition="out">
                                      <p:cBhvr additive="repl">
                                        <p:cTn id="4701" dur="500"/>
                                        <p:tgtEl>
                                          <p:spTgt spid="1310"/>
                                        </p:tgtEl>
                                      </p:cBhvr>
                                    </p:animEffect>
                                    <p:set>
                                      <p:cBhvr>
                                        <p:cTn id="4702" dur="1" fill="hold">
                                          <p:stCondLst>
                                            <p:cond delay="499"/>
                                          </p:stCondLst>
                                        </p:cTn>
                                        <p:tgtEl>
                                          <p:spTgt spid="1310"/>
                                        </p:tgtEl>
                                        <p:attrNameLst>
                                          <p:attrName>style.visibility</p:attrName>
                                        </p:attrNameLst>
                                      </p:cBhvr>
                                      <p:to>
                                        <p:strVal val="hidden"/>
                                      </p:to>
                                    </p:set>
                                  </p:childTnLst>
                                </p:cTn>
                              </p:par>
                              <p:par>
                                <p:cTn id="4703" nodeType="withEffect" fill="hold" presetClass="exit" presetID="10">
                                  <p:stCondLst>
                                    <p:cond delay="0"/>
                                  </p:stCondLst>
                                  <p:childTnLst>
                                    <p:animEffect filter="fade" transition="out">
                                      <p:cBhvr additive="repl">
                                        <p:cTn id="4704" dur="500"/>
                                        <p:tgtEl>
                                          <p:spTgt spid="1309"/>
                                        </p:tgtEl>
                                      </p:cBhvr>
                                    </p:animEffect>
                                    <p:set>
                                      <p:cBhvr>
                                        <p:cTn id="4705" dur="1" fill="hold">
                                          <p:stCondLst>
                                            <p:cond delay="499"/>
                                          </p:stCondLst>
                                        </p:cTn>
                                        <p:tgtEl>
                                          <p:spTgt spid="13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706" restart="whenNotActive" nodeType="interactiveSeq" fill="hold">
                <p:stCondLst>
                  <p:cond delay="0" evt="onClick">
                    <p:tgtEl>
                      <p:spTgt spid="1302"/>
                    </p:tgtEl>
                  </p:cond>
                </p:stCondLst>
                <p:childTnLst>
                  <p:par>
                    <p:cTn id="4707" fill="hold">
                      <p:stCondLst>
                        <p:cond delay="0" evt="onClick">
                          <p:tgtEl>
                            <p:spTgt spid="1302"/>
                          </p:tgtEl>
                        </p:cond>
                      </p:stCondLst>
                      <p:childTnLst>
                        <p:par>
                          <p:cTn id="4708" fill="hold">
                            <p:stCondLst>
                              <p:cond delay="0"/>
                            </p:stCondLst>
                            <p:childTnLst>
                              <p:par>
                                <p:cTn id="4709" nodeType="clickEffect" fill="hold" presetClass="exit" presetID="9">
                                  <p:stCondLst>
                                    <p:cond delay="0"/>
                                  </p:stCondLst>
                                  <p:childTnLst>
                                    <p:animEffect filter="dissolve" transition="out">
                                      <p:cBhvr additive="repl">
                                        <p:cTn id="4710" dur="500"/>
                                        <p:tgtEl>
                                          <p:spTgt spid="1302"/>
                                        </p:tgtEl>
                                      </p:cBhvr>
                                    </p:animEffect>
                                    <p:set>
                                      <p:cBhvr>
                                        <p:cTn id="4711" dur="1" fill="hold">
                                          <p:stCondLst>
                                            <p:cond delay="499"/>
                                          </p:stCondLst>
                                        </p:cTn>
                                        <p:tgtEl>
                                          <p:spTgt spid="1302"/>
                                        </p:tgtEl>
                                        <p:attrNameLst>
                                          <p:attrName>style.visibility</p:attrName>
                                        </p:attrNameLst>
                                      </p:cBhvr>
                                      <p:to>
                                        <p:strVal val="hidden"/>
                                      </p:to>
                                    </p:set>
                                  </p:childTnLst>
                                </p:cTn>
                              </p:par>
                              <p:par>
                                <p:cTn id="4712" nodeType="withEffect" fill="hold" presetClass="exit" presetID="9">
                                  <p:stCondLst>
                                    <p:cond delay="0"/>
                                  </p:stCondLst>
                                  <p:childTnLst>
                                    <p:animEffect filter="dissolve" transition="out">
                                      <p:cBhvr additive="repl">
                                        <p:cTn id="4713" dur="500"/>
                                        <p:tgtEl>
                                          <p:spTgt spid="1301"/>
                                        </p:tgtEl>
                                      </p:cBhvr>
                                    </p:animEffect>
                                    <p:set>
                                      <p:cBhvr>
                                        <p:cTn id="4714" dur="1" fill="hold">
                                          <p:stCondLst>
                                            <p:cond delay="499"/>
                                          </p:stCondLst>
                                        </p:cTn>
                                        <p:tgtEl>
                                          <p:spTgt spid="1301"/>
                                        </p:tgtEl>
                                        <p:attrNameLst>
                                          <p:attrName>style.visibility</p:attrName>
                                        </p:attrNameLst>
                                      </p:cBhvr>
                                      <p:to>
                                        <p:strVal val="hidden"/>
                                      </p:to>
                                    </p:set>
                                  </p:childTnLst>
                                </p:cTn>
                              </p:par>
                              <p:par>
                                <p:cTn id="4715" nodeType="withEffect" fill="hold" presetClass="emph" presetID="1" presetSubtype="2">
                                  <p:stCondLst>
                                    <p:cond delay="0"/>
                                  </p:stCondLst>
                                  <p:childTnLst>
                                    <p:animClr clrSpc="rgb">
                                      <p:cBhvr>
                                        <p:cTn id="4716" dur="500" fill="hold"/>
                                        <p:tgtEl>
                                          <p:spTgt spid="1300"/>
                                        </p:tgtEl>
                                        <p:attrNameLst>
                                          <p:attrName>fillcolor</p:attrName>
                                        </p:attrNameLst>
                                      </p:cBhvr>
                                      <p:to>
                                        <a:srgbClr val="95b3d7"/>
                                      </p:to>
                                    </p:animClr>
                                    <p:set>
                                      <p:cBhvr>
                                        <p:cTn id="4717" dur="500" fill="hold"/>
                                        <p:tgtEl>
                                          <p:spTgt spid="1300"/>
                                        </p:tgtEl>
                                        <p:attrNameLst>
                                          <p:attrName>fill.type</p:attrName>
                                        </p:attrNameLst>
                                      </p:cBhvr>
                                      <p:to>
                                        <p:strVal val="solid"/>
                                      </p:to>
                                    </p:set>
                                    <p:set>
                                      <p:cBhvr>
                                        <p:cTn id="4718" dur="500" fill="hold"/>
                                        <p:tgtEl>
                                          <p:spTgt spid="1300"/>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719" restart="whenNotActive" nodeType="interactiveSeq" fill="hold">
                <p:stCondLst>
                  <p:cond delay="0" evt="onClick">
                    <p:tgtEl>
                      <p:spTgt spid="1303"/>
                    </p:tgtEl>
                  </p:cond>
                </p:stCondLst>
                <p:childTnLst>
                  <p:par>
                    <p:cTn id="4720" fill="hold">
                      <p:stCondLst>
                        <p:cond delay="0" evt="onClick">
                          <p:tgtEl>
                            <p:spTgt spid="1303"/>
                          </p:tgtEl>
                        </p:cond>
                      </p:stCondLst>
                      <p:childTnLst>
                        <p:par>
                          <p:cTn id="4721" fill="hold">
                            <p:stCondLst>
                              <p:cond delay="0"/>
                            </p:stCondLst>
                            <p:childTnLst>
                              <p:par>
                                <p:cTn id="4722" nodeType="clickEffect" fill="hold" presetClass="entr" presetID="16" presetSubtype="21">
                                  <p:stCondLst>
                                    <p:cond delay="0"/>
                                  </p:stCondLst>
                                  <p:childTnLst>
                                    <p:set>
                                      <p:cBhvr>
                                        <p:cTn id="4723" dur="1" fill="hold">
                                          <p:stCondLst>
                                            <p:cond delay="0"/>
                                          </p:stCondLst>
                                        </p:cTn>
                                        <p:tgtEl>
                                          <p:spTgt spid="1306"/>
                                        </p:tgtEl>
                                        <p:attrNameLst>
                                          <p:attrName>style.visibility</p:attrName>
                                        </p:attrNameLst>
                                      </p:cBhvr>
                                      <p:to>
                                        <p:strVal val="visible"/>
                                      </p:to>
                                    </p:set>
                                    <p:animEffect filter="barn(inVertical)" transition="in">
                                      <p:cBhvr additive="repl">
                                        <p:cTn id="4724" dur="500"/>
                                        <p:tgtEl>
                                          <p:spTgt spid="1306"/>
                                        </p:tgtEl>
                                      </p:cBhvr>
                                    </p:animEffect>
                                  </p:childTnLst>
                                </p:cTn>
                              </p:par>
                              <p:par>
                                <p:cTn id="4725" nodeType="withEffect" fill="hold" presetClass="entr" presetID="16" presetSubtype="21">
                                  <p:stCondLst>
                                    <p:cond delay="0"/>
                                  </p:stCondLst>
                                  <p:childTnLst>
                                    <p:set>
                                      <p:cBhvr>
                                        <p:cTn id="4726" dur="1" fill="hold">
                                          <p:stCondLst>
                                            <p:cond delay="0"/>
                                          </p:stCondLst>
                                        </p:cTn>
                                        <p:tgtEl>
                                          <p:spTgt spid="1305"/>
                                        </p:tgtEl>
                                        <p:attrNameLst>
                                          <p:attrName>style.visibility</p:attrName>
                                        </p:attrNameLst>
                                      </p:cBhvr>
                                      <p:to>
                                        <p:strVal val="visible"/>
                                      </p:to>
                                    </p:set>
                                    <p:animEffect filter="barn(inVertical)" transition="in">
                                      <p:cBhvr additive="repl">
                                        <p:cTn id="4727" dur="500"/>
                                        <p:tgtEl>
                                          <p:spTgt spid="1305"/>
                                        </p:tgtEl>
                                      </p:cBhvr>
                                    </p:animEffect>
                                  </p:childTnLst>
                                </p:cTn>
                              </p:par>
                              <p:par>
                                <p:cTn id="4728" nodeType="withEffect" fill="hold" presetClass="emph" presetID="1" presetSubtype="2">
                                  <p:stCondLst>
                                    <p:cond delay="0"/>
                                  </p:stCondLst>
                                  <p:childTnLst>
                                    <p:animClr clrSpc="rgb">
                                      <p:cBhvr>
                                        <p:cTn id="4729" dur="500" fill="hold"/>
                                        <p:tgtEl>
                                          <p:spTgt spid="1304"/>
                                        </p:tgtEl>
                                        <p:attrNameLst>
                                          <p:attrName>fillcolor</p:attrName>
                                        </p:attrNameLst>
                                      </p:cBhvr>
                                      <p:to>
                                        <a:srgbClr val="8a80e4"/>
                                      </p:to>
                                    </p:animClr>
                                    <p:set>
                                      <p:cBhvr>
                                        <p:cTn id="4730" dur="500" fill="hold"/>
                                        <p:tgtEl>
                                          <p:spTgt spid="1304"/>
                                        </p:tgtEl>
                                        <p:attrNameLst>
                                          <p:attrName>fill.type</p:attrName>
                                        </p:attrNameLst>
                                      </p:cBhvr>
                                      <p:to>
                                        <p:strVal val="solid"/>
                                      </p:to>
                                    </p:set>
                                    <p:set>
                                      <p:cBhvr>
                                        <p:cTn id="4731" dur="500" fill="hold"/>
                                        <p:tgtEl>
                                          <p:spTgt spid="1304"/>
                                        </p:tgtEl>
                                        <p:attrNameLst>
                                          <p:attrName>fill.on</p:attrName>
                                        </p:attrNameLst>
                                      </p:cBhvr>
                                      <p:to>
                                        <p:strVal val="true"/>
                                      </p:to>
                                    </p:set>
                                  </p:childTnLst>
                                </p:cTn>
                              </p:par>
                              <p:par>
                                <p:cTn id="4732" nodeType="withEffect" fill="hold" presetClass="emph" presetID="1" presetSubtype="2">
                                  <p:stCondLst>
                                    <p:cond delay="0"/>
                                  </p:stCondLst>
                                  <p:childTnLst>
                                    <p:animClr clrSpc="rgb">
                                      <p:cBhvr>
                                        <p:cTn id="4733" dur="500" fill="hold"/>
                                        <p:tgtEl>
                                          <p:spTgt spid="1296"/>
                                        </p:tgtEl>
                                        <p:attrNameLst>
                                          <p:attrName>fillcolor</p:attrName>
                                        </p:attrNameLst>
                                      </p:cBhvr>
                                      <p:to>
                                        <a:srgbClr val="95b3d7"/>
                                      </p:to>
                                    </p:animClr>
                                    <p:set>
                                      <p:cBhvr>
                                        <p:cTn id="4734" dur="500" fill="hold"/>
                                        <p:tgtEl>
                                          <p:spTgt spid="1296"/>
                                        </p:tgtEl>
                                        <p:attrNameLst>
                                          <p:attrName>fill.type</p:attrName>
                                        </p:attrNameLst>
                                      </p:cBhvr>
                                      <p:to>
                                        <p:strVal val="solid"/>
                                      </p:to>
                                    </p:set>
                                    <p:set>
                                      <p:cBhvr>
                                        <p:cTn id="4735" dur="500" fill="hold"/>
                                        <p:tgtEl>
                                          <p:spTgt spid="1296"/>
                                        </p:tgtEl>
                                        <p:attrNameLst>
                                          <p:attrName>fill.on</p:attrName>
                                        </p:attrNameLst>
                                      </p:cBhvr>
                                      <p:to>
                                        <p:strVal val="true"/>
                                      </p:to>
                                    </p:set>
                                  </p:childTnLst>
                                </p:cTn>
                              </p:par>
                              <p:par>
                                <p:cTn id="4736" nodeType="withEffect" fill="hold" presetClass="emph" presetID="1" presetSubtype="2">
                                  <p:stCondLst>
                                    <p:cond delay="0"/>
                                  </p:stCondLst>
                                  <p:childTnLst>
                                    <p:animClr clrSpc="rgb">
                                      <p:cBhvr>
                                        <p:cTn id="4737" dur="500" fill="hold"/>
                                        <p:tgtEl>
                                          <p:spTgt spid="1300"/>
                                        </p:tgtEl>
                                        <p:attrNameLst>
                                          <p:attrName>fillcolor</p:attrName>
                                        </p:attrNameLst>
                                      </p:cBhvr>
                                      <p:to>
                                        <a:srgbClr val="95b3d7"/>
                                      </p:to>
                                    </p:animClr>
                                    <p:set>
                                      <p:cBhvr>
                                        <p:cTn id="4738" dur="500" fill="hold"/>
                                        <p:tgtEl>
                                          <p:spTgt spid="1300"/>
                                        </p:tgtEl>
                                        <p:attrNameLst>
                                          <p:attrName>fill.type</p:attrName>
                                        </p:attrNameLst>
                                      </p:cBhvr>
                                      <p:to>
                                        <p:strVal val="solid"/>
                                      </p:to>
                                    </p:set>
                                    <p:set>
                                      <p:cBhvr>
                                        <p:cTn id="4739" dur="500" fill="hold"/>
                                        <p:tgtEl>
                                          <p:spTgt spid="1300"/>
                                        </p:tgtEl>
                                        <p:attrNameLst>
                                          <p:attrName>fill.on</p:attrName>
                                        </p:attrNameLst>
                                      </p:cBhvr>
                                      <p:to>
                                        <p:strVal val="true"/>
                                      </p:to>
                                    </p:set>
                                  </p:childTnLst>
                                </p:cTn>
                              </p:par>
                              <p:par>
                                <p:cTn id="4740" nodeType="withEffect" fill="hold" presetClass="emph" presetID="1" presetSubtype="2">
                                  <p:stCondLst>
                                    <p:cond delay="0"/>
                                  </p:stCondLst>
                                  <p:childTnLst>
                                    <p:animClr clrSpc="rgb">
                                      <p:cBhvr>
                                        <p:cTn id="4741" dur="500" fill="hold"/>
                                        <p:tgtEl>
                                          <p:spTgt spid="1308"/>
                                        </p:tgtEl>
                                        <p:attrNameLst>
                                          <p:attrName>fillcolor</p:attrName>
                                        </p:attrNameLst>
                                      </p:cBhvr>
                                      <p:to>
                                        <a:srgbClr val="95b3d7"/>
                                      </p:to>
                                    </p:animClr>
                                    <p:set>
                                      <p:cBhvr>
                                        <p:cTn id="4742" dur="500" fill="hold"/>
                                        <p:tgtEl>
                                          <p:spTgt spid="1308"/>
                                        </p:tgtEl>
                                        <p:attrNameLst>
                                          <p:attrName>fill.type</p:attrName>
                                        </p:attrNameLst>
                                      </p:cBhvr>
                                      <p:to>
                                        <p:strVal val="solid"/>
                                      </p:to>
                                    </p:set>
                                    <p:set>
                                      <p:cBhvr>
                                        <p:cTn id="4743" dur="500" fill="hold"/>
                                        <p:tgtEl>
                                          <p:spTgt spid="1308"/>
                                        </p:tgtEl>
                                        <p:attrNameLst>
                                          <p:attrName>fill.on</p:attrName>
                                        </p:attrNameLst>
                                      </p:cBhvr>
                                      <p:to>
                                        <p:strVal val="true"/>
                                      </p:to>
                                    </p:set>
                                  </p:childTnLst>
                                </p:cTn>
                              </p:par>
                              <p:par>
                                <p:cTn id="4744" nodeType="withEffect" fill="hold" presetClass="exit" presetID="10">
                                  <p:stCondLst>
                                    <p:cond delay="0"/>
                                  </p:stCondLst>
                                  <p:childTnLst>
                                    <p:animEffect filter="fade" transition="out">
                                      <p:cBhvr additive="repl">
                                        <p:cTn id="4745" dur="500"/>
                                        <p:tgtEl>
                                          <p:spTgt spid="1298"/>
                                        </p:tgtEl>
                                      </p:cBhvr>
                                    </p:animEffect>
                                    <p:set>
                                      <p:cBhvr>
                                        <p:cTn id="4746" dur="1" fill="hold">
                                          <p:stCondLst>
                                            <p:cond delay="499"/>
                                          </p:stCondLst>
                                        </p:cTn>
                                        <p:tgtEl>
                                          <p:spTgt spid="1298"/>
                                        </p:tgtEl>
                                        <p:attrNameLst>
                                          <p:attrName>style.visibility</p:attrName>
                                        </p:attrNameLst>
                                      </p:cBhvr>
                                      <p:to>
                                        <p:strVal val="hidden"/>
                                      </p:to>
                                    </p:set>
                                  </p:childTnLst>
                                </p:cTn>
                              </p:par>
                              <p:par>
                                <p:cTn id="4747" nodeType="withEffect" fill="hold" presetClass="exit" presetID="10">
                                  <p:stCondLst>
                                    <p:cond delay="0"/>
                                  </p:stCondLst>
                                  <p:childTnLst>
                                    <p:animEffect filter="fade" transition="out">
                                      <p:cBhvr additive="repl">
                                        <p:cTn id="4748" dur="500"/>
                                        <p:tgtEl>
                                          <p:spTgt spid="1297"/>
                                        </p:tgtEl>
                                      </p:cBhvr>
                                    </p:animEffect>
                                    <p:set>
                                      <p:cBhvr>
                                        <p:cTn id="4749" dur="1" fill="hold">
                                          <p:stCondLst>
                                            <p:cond delay="499"/>
                                          </p:stCondLst>
                                        </p:cTn>
                                        <p:tgtEl>
                                          <p:spTgt spid="1297"/>
                                        </p:tgtEl>
                                        <p:attrNameLst>
                                          <p:attrName>style.visibility</p:attrName>
                                        </p:attrNameLst>
                                      </p:cBhvr>
                                      <p:to>
                                        <p:strVal val="hidden"/>
                                      </p:to>
                                    </p:set>
                                  </p:childTnLst>
                                </p:cTn>
                              </p:par>
                              <p:par>
                                <p:cTn id="4750" nodeType="withEffect" fill="hold" presetClass="exit" presetID="10">
                                  <p:stCondLst>
                                    <p:cond delay="0"/>
                                  </p:stCondLst>
                                  <p:childTnLst>
                                    <p:animEffect filter="fade" transition="out">
                                      <p:cBhvr additive="repl">
                                        <p:cTn id="4751" dur="500"/>
                                        <p:tgtEl>
                                          <p:spTgt spid="1302"/>
                                        </p:tgtEl>
                                      </p:cBhvr>
                                    </p:animEffect>
                                    <p:set>
                                      <p:cBhvr>
                                        <p:cTn id="4752" dur="1" fill="hold">
                                          <p:stCondLst>
                                            <p:cond delay="499"/>
                                          </p:stCondLst>
                                        </p:cTn>
                                        <p:tgtEl>
                                          <p:spTgt spid="1302"/>
                                        </p:tgtEl>
                                        <p:attrNameLst>
                                          <p:attrName>style.visibility</p:attrName>
                                        </p:attrNameLst>
                                      </p:cBhvr>
                                      <p:to>
                                        <p:strVal val="hidden"/>
                                      </p:to>
                                    </p:set>
                                  </p:childTnLst>
                                </p:cTn>
                              </p:par>
                              <p:par>
                                <p:cTn id="4753" nodeType="withEffect" fill="hold" presetClass="exit" presetID="10">
                                  <p:stCondLst>
                                    <p:cond delay="0"/>
                                  </p:stCondLst>
                                  <p:childTnLst>
                                    <p:animEffect filter="fade" transition="out">
                                      <p:cBhvr additive="repl">
                                        <p:cTn id="4754" dur="500"/>
                                        <p:tgtEl>
                                          <p:spTgt spid="1301"/>
                                        </p:tgtEl>
                                      </p:cBhvr>
                                    </p:animEffect>
                                    <p:set>
                                      <p:cBhvr>
                                        <p:cTn id="4755" dur="1" fill="hold">
                                          <p:stCondLst>
                                            <p:cond delay="499"/>
                                          </p:stCondLst>
                                        </p:cTn>
                                        <p:tgtEl>
                                          <p:spTgt spid="1301"/>
                                        </p:tgtEl>
                                        <p:attrNameLst>
                                          <p:attrName>style.visibility</p:attrName>
                                        </p:attrNameLst>
                                      </p:cBhvr>
                                      <p:to>
                                        <p:strVal val="hidden"/>
                                      </p:to>
                                    </p:set>
                                  </p:childTnLst>
                                </p:cTn>
                              </p:par>
                              <p:par>
                                <p:cTn id="4756" nodeType="withEffect" fill="hold" presetClass="exit" presetID="10">
                                  <p:stCondLst>
                                    <p:cond delay="0"/>
                                  </p:stCondLst>
                                  <p:childTnLst>
                                    <p:animEffect filter="fade" transition="out">
                                      <p:cBhvr additive="repl">
                                        <p:cTn id="4757" dur="500"/>
                                        <p:tgtEl>
                                          <p:spTgt spid="1310"/>
                                        </p:tgtEl>
                                      </p:cBhvr>
                                    </p:animEffect>
                                    <p:set>
                                      <p:cBhvr>
                                        <p:cTn id="4758" dur="1" fill="hold">
                                          <p:stCondLst>
                                            <p:cond delay="499"/>
                                          </p:stCondLst>
                                        </p:cTn>
                                        <p:tgtEl>
                                          <p:spTgt spid="1310"/>
                                        </p:tgtEl>
                                        <p:attrNameLst>
                                          <p:attrName>style.visibility</p:attrName>
                                        </p:attrNameLst>
                                      </p:cBhvr>
                                      <p:to>
                                        <p:strVal val="hidden"/>
                                      </p:to>
                                    </p:set>
                                  </p:childTnLst>
                                </p:cTn>
                              </p:par>
                              <p:par>
                                <p:cTn id="4759" nodeType="withEffect" fill="hold" presetClass="exit" presetID="10">
                                  <p:stCondLst>
                                    <p:cond delay="0"/>
                                  </p:stCondLst>
                                  <p:childTnLst>
                                    <p:animEffect filter="fade" transition="out">
                                      <p:cBhvr additive="repl">
                                        <p:cTn id="4760" dur="500"/>
                                        <p:tgtEl>
                                          <p:spTgt spid="1309"/>
                                        </p:tgtEl>
                                      </p:cBhvr>
                                    </p:animEffect>
                                    <p:set>
                                      <p:cBhvr>
                                        <p:cTn id="4761" dur="1" fill="hold">
                                          <p:stCondLst>
                                            <p:cond delay="499"/>
                                          </p:stCondLst>
                                        </p:cTn>
                                        <p:tgtEl>
                                          <p:spTgt spid="13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762" restart="whenNotActive" nodeType="interactiveSeq" fill="hold">
                <p:stCondLst>
                  <p:cond delay="0" evt="onClick">
                    <p:tgtEl>
                      <p:spTgt spid="1306"/>
                    </p:tgtEl>
                  </p:cond>
                </p:stCondLst>
                <p:childTnLst>
                  <p:par>
                    <p:cTn id="4763" fill="hold">
                      <p:stCondLst>
                        <p:cond delay="0" evt="onClick">
                          <p:tgtEl>
                            <p:spTgt spid="1306"/>
                          </p:tgtEl>
                        </p:cond>
                      </p:stCondLst>
                      <p:childTnLst>
                        <p:par>
                          <p:cTn id="4764" fill="hold">
                            <p:stCondLst>
                              <p:cond delay="0"/>
                            </p:stCondLst>
                            <p:childTnLst>
                              <p:par>
                                <p:cTn id="4765" nodeType="clickEffect" fill="hold" presetClass="exit" presetID="9">
                                  <p:stCondLst>
                                    <p:cond delay="0"/>
                                  </p:stCondLst>
                                  <p:childTnLst>
                                    <p:animEffect filter="dissolve" transition="out">
                                      <p:cBhvr additive="repl">
                                        <p:cTn id="4766" dur="500"/>
                                        <p:tgtEl>
                                          <p:spTgt spid="1306"/>
                                        </p:tgtEl>
                                      </p:cBhvr>
                                    </p:animEffect>
                                    <p:set>
                                      <p:cBhvr>
                                        <p:cTn id="4767" dur="1" fill="hold">
                                          <p:stCondLst>
                                            <p:cond delay="499"/>
                                          </p:stCondLst>
                                        </p:cTn>
                                        <p:tgtEl>
                                          <p:spTgt spid="1306"/>
                                        </p:tgtEl>
                                        <p:attrNameLst>
                                          <p:attrName>style.visibility</p:attrName>
                                        </p:attrNameLst>
                                      </p:cBhvr>
                                      <p:to>
                                        <p:strVal val="hidden"/>
                                      </p:to>
                                    </p:set>
                                  </p:childTnLst>
                                </p:cTn>
                              </p:par>
                              <p:par>
                                <p:cTn id="4768" nodeType="withEffect" fill="hold" presetClass="exit" presetID="9">
                                  <p:stCondLst>
                                    <p:cond delay="0"/>
                                  </p:stCondLst>
                                  <p:childTnLst>
                                    <p:animEffect filter="dissolve" transition="out">
                                      <p:cBhvr additive="repl">
                                        <p:cTn id="4769" dur="500"/>
                                        <p:tgtEl>
                                          <p:spTgt spid="1305"/>
                                        </p:tgtEl>
                                      </p:cBhvr>
                                    </p:animEffect>
                                    <p:set>
                                      <p:cBhvr>
                                        <p:cTn id="4770" dur="1" fill="hold">
                                          <p:stCondLst>
                                            <p:cond delay="499"/>
                                          </p:stCondLst>
                                        </p:cTn>
                                        <p:tgtEl>
                                          <p:spTgt spid="1305"/>
                                        </p:tgtEl>
                                        <p:attrNameLst>
                                          <p:attrName>style.visibility</p:attrName>
                                        </p:attrNameLst>
                                      </p:cBhvr>
                                      <p:to>
                                        <p:strVal val="hidden"/>
                                      </p:to>
                                    </p:set>
                                  </p:childTnLst>
                                </p:cTn>
                              </p:par>
                              <p:par>
                                <p:cTn id="4771" nodeType="withEffect" fill="hold" presetClass="emph" presetID="1" presetSubtype="2">
                                  <p:stCondLst>
                                    <p:cond delay="0"/>
                                  </p:stCondLst>
                                  <p:childTnLst>
                                    <p:animClr clrSpc="rgb">
                                      <p:cBhvr>
                                        <p:cTn id="4772" dur="500" fill="hold"/>
                                        <p:tgtEl>
                                          <p:spTgt spid="1304"/>
                                        </p:tgtEl>
                                        <p:attrNameLst>
                                          <p:attrName>fillcolor</p:attrName>
                                        </p:attrNameLst>
                                      </p:cBhvr>
                                      <p:to>
                                        <a:srgbClr val="95b3d7"/>
                                      </p:to>
                                    </p:animClr>
                                    <p:set>
                                      <p:cBhvr>
                                        <p:cTn id="4773" dur="500" fill="hold"/>
                                        <p:tgtEl>
                                          <p:spTgt spid="1304"/>
                                        </p:tgtEl>
                                        <p:attrNameLst>
                                          <p:attrName>fill.type</p:attrName>
                                        </p:attrNameLst>
                                      </p:cBhvr>
                                      <p:to>
                                        <p:strVal val="solid"/>
                                      </p:to>
                                    </p:set>
                                    <p:set>
                                      <p:cBhvr>
                                        <p:cTn id="4774" dur="500" fill="hold"/>
                                        <p:tgtEl>
                                          <p:spTgt spid="130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775" restart="whenNotActive" nodeType="interactiveSeq" fill="hold">
                <p:stCondLst>
                  <p:cond delay="0" evt="onClick">
                    <p:tgtEl>
                      <p:spTgt spid="1307"/>
                    </p:tgtEl>
                  </p:cond>
                </p:stCondLst>
                <p:childTnLst>
                  <p:par>
                    <p:cTn id="4776" fill="hold">
                      <p:stCondLst>
                        <p:cond delay="0" evt="onClick">
                          <p:tgtEl>
                            <p:spTgt spid="1307"/>
                          </p:tgtEl>
                        </p:cond>
                      </p:stCondLst>
                      <p:childTnLst>
                        <p:par>
                          <p:cTn id="4777" fill="hold">
                            <p:stCondLst>
                              <p:cond delay="0"/>
                            </p:stCondLst>
                            <p:childTnLst>
                              <p:par>
                                <p:cTn id="4778" nodeType="clickEffect" fill="hold" presetClass="entr" presetID="16" presetSubtype="21">
                                  <p:stCondLst>
                                    <p:cond delay="0"/>
                                  </p:stCondLst>
                                  <p:childTnLst>
                                    <p:set>
                                      <p:cBhvr>
                                        <p:cTn id="4779" dur="1" fill="hold">
                                          <p:stCondLst>
                                            <p:cond delay="0"/>
                                          </p:stCondLst>
                                        </p:cTn>
                                        <p:tgtEl>
                                          <p:spTgt spid="1310"/>
                                        </p:tgtEl>
                                        <p:attrNameLst>
                                          <p:attrName>style.visibility</p:attrName>
                                        </p:attrNameLst>
                                      </p:cBhvr>
                                      <p:to>
                                        <p:strVal val="visible"/>
                                      </p:to>
                                    </p:set>
                                    <p:animEffect filter="barn(inVertical)" transition="in">
                                      <p:cBhvr additive="repl">
                                        <p:cTn id="4780" dur="500"/>
                                        <p:tgtEl>
                                          <p:spTgt spid="1310"/>
                                        </p:tgtEl>
                                      </p:cBhvr>
                                    </p:animEffect>
                                  </p:childTnLst>
                                </p:cTn>
                              </p:par>
                              <p:par>
                                <p:cTn id="4781" nodeType="withEffect" fill="hold" presetClass="entr" presetID="16" presetSubtype="21">
                                  <p:stCondLst>
                                    <p:cond delay="0"/>
                                  </p:stCondLst>
                                  <p:childTnLst>
                                    <p:set>
                                      <p:cBhvr>
                                        <p:cTn id="4782" dur="1" fill="hold">
                                          <p:stCondLst>
                                            <p:cond delay="0"/>
                                          </p:stCondLst>
                                        </p:cTn>
                                        <p:tgtEl>
                                          <p:spTgt spid="1309"/>
                                        </p:tgtEl>
                                        <p:attrNameLst>
                                          <p:attrName>style.visibility</p:attrName>
                                        </p:attrNameLst>
                                      </p:cBhvr>
                                      <p:to>
                                        <p:strVal val="visible"/>
                                      </p:to>
                                    </p:set>
                                    <p:animEffect filter="barn(inVertical)" transition="in">
                                      <p:cBhvr additive="repl">
                                        <p:cTn id="4783" dur="500"/>
                                        <p:tgtEl>
                                          <p:spTgt spid="1309"/>
                                        </p:tgtEl>
                                      </p:cBhvr>
                                    </p:animEffect>
                                  </p:childTnLst>
                                </p:cTn>
                              </p:par>
                              <p:par>
                                <p:cTn id="4784" nodeType="withEffect" fill="hold" presetClass="emph" presetID="1" presetSubtype="2">
                                  <p:stCondLst>
                                    <p:cond delay="0"/>
                                  </p:stCondLst>
                                  <p:childTnLst>
                                    <p:animClr clrSpc="rgb">
                                      <p:cBhvr>
                                        <p:cTn id="4785" dur="500" fill="hold"/>
                                        <p:tgtEl>
                                          <p:spTgt spid="1308"/>
                                        </p:tgtEl>
                                        <p:attrNameLst>
                                          <p:attrName>fillcolor</p:attrName>
                                        </p:attrNameLst>
                                      </p:cBhvr>
                                      <p:to>
                                        <a:srgbClr val="8a80e4"/>
                                      </p:to>
                                    </p:animClr>
                                    <p:set>
                                      <p:cBhvr>
                                        <p:cTn id="4786" dur="500" fill="hold"/>
                                        <p:tgtEl>
                                          <p:spTgt spid="1308"/>
                                        </p:tgtEl>
                                        <p:attrNameLst>
                                          <p:attrName>fill.type</p:attrName>
                                        </p:attrNameLst>
                                      </p:cBhvr>
                                      <p:to>
                                        <p:strVal val="solid"/>
                                      </p:to>
                                    </p:set>
                                    <p:set>
                                      <p:cBhvr>
                                        <p:cTn id="4787" dur="500" fill="hold"/>
                                        <p:tgtEl>
                                          <p:spTgt spid="1308"/>
                                        </p:tgtEl>
                                        <p:attrNameLst>
                                          <p:attrName>fill.on</p:attrName>
                                        </p:attrNameLst>
                                      </p:cBhvr>
                                      <p:to>
                                        <p:strVal val="true"/>
                                      </p:to>
                                    </p:set>
                                  </p:childTnLst>
                                </p:cTn>
                              </p:par>
                              <p:par>
                                <p:cTn id="4788" nodeType="withEffect" fill="hold" presetClass="emph" presetID="1" presetSubtype="2">
                                  <p:stCondLst>
                                    <p:cond delay="0"/>
                                  </p:stCondLst>
                                  <p:childTnLst>
                                    <p:animClr clrSpc="rgb">
                                      <p:cBhvr>
                                        <p:cTn id="4789" dur="500" fill="hold"/>
                                        <p:tgtEl>
                                          <p:spTgt spid="1296"/>
                                        </p:tgtEl>
                                        <p:attrNameLst>
                                          <p:attrName>fillcolor</p:attrName>
                                        </p:attrNameLst>
                                      </p:cBhvr>
                                      <p:to>
                                        <a:srgbClr val="95b3d7"/>
                                      </p:to>
                                    </p:animClr>
                                    <p:set>
                                      <p:cBhvr>
                                        <p:cTn id="4790" dur="500" fill="hold"/>
                                        <p:tgtEl>
                                          <p:spTgt spid="1296"/>
                                        </p:tgtEl>
                                        <p:attrNameLst>
                                          <p:attrName>fill.type</p:attrName>
                                        </p:attrNameLst>
                                      </p:cBhvr>
                                      <p:to>
                                        <p:strVal val="solid"/>
                                      </p:to>
                                    </p:set>
                                    <p:set>
                                      <p:cBhvr>
                                        <p:cTn id="4791" dur="500" fill="hold"/>
                                        <p:tgtEl>
                                          <p:spTgt spid="1296"/>
                                        </p:tgtEl>
                                        <p:attrNameLst>
                                          <p:attrName>fill.on</p:attrName>
                                        </p:attrNameLst>
                                      </p:cBhvr>
                                      <p:to>
                                        <p:strVal val="true"/>
                                      </p:to>
                                    </p:set>
                                  </p:childTnLst>
                                </p:cTn>
                              </p:par>
                              <p:par>
                                <p:cTn id="4792" nodeType="withEffect" fill="hold" presetClass="emph" presetID="1" presetSubtype="2">
                                  <p:stCondLst>
                                    <p:cond delay="0"/>
                                  </p:stCondLst>
                                  <p:childTnLst>
                                    <p:animClr clrSpc="rgb">
                                      <p:cBhvr>
                                        <p:cTn id="4793" dur="500" fill="hold"/>
                                        <p:tgtEl>
                                          <p:spTgt spid="1300"/>
                                        </p:tgtEl>
                                        <p:attrNameLst>
                                          <p:attrName>fillcolor</p:attrName>
                                        </p:attrNameLst>
                                      </p:cBhvr>
                                      <p:to>
                                        <a:srgbClr val="95b3d7"/>
                                      </p:to>
                                    </p:animClr>
                                    <p:set>
                                      <p:cBhvr>
                                        <p:cTn id="4794" dur="500" fill="hold"/>
                                        <p:tgtEl>
                                          <p:spTgt spid="1300"/>
                                        </p:tgtEl>
                                        <p:attrNameLst>
                                          <p:attrName>fill.type</p:attrName>
                                        </p:attrNameLst>
                                      </p:cBhvr>
                                      <p:to>
                                        <p:strVal val="solid"/>
                                      </p:to>
                                    </p:set>
                                    <p:set>
                                      <p:cBhvr>
                                        <p:cTn id="4795" dur="500" fill="hold"/>
                                        <p:tgtEl>
                                          <p:spTgt spid="1300"/>
                                        </p:tgtEl>
                                        <p:attrNameLst>
                                          <p:attrName>fill.on</p:attrName>
                                        </p:attrNameLst>
                                      </p:cBhvr>
                                      <p:to>
                                        <p:strVal val="true"/>
                                      </p:to>
                                    </p:set>
                                  </p:childTnLst>
                                </p:cTn>
                              </p:par>
                              <p:par>
                                <p:cTn id="4796" nodeType="withEffect" fill="hold" presetClass="emph" presetID="1" presetSubtype="2">
                                  <p:stCondLst>
                                    <p:cond delay="0"/>
                                  </p:stCondLst>
                                  <p:childTnLst>
                                    <p:animClr clrSpc="rgb">
                                      <p:cBhvr>
                                        <p:cTn id="4797" dur="500" fill="hold"/>
                                        <p:tgtEl>
                                          <p:spTgt spid="1304"/>
                                        </p:tgtEl>
                                        <p:attrNameLst>
                                          <p:attrName>fillcolor</p:attrName>
                                        </p:attrNameLst>
                                      </p:cBhvr>
                                      <p:to>
                                        <a:srgbClr val="95b3d7"/>
                                      </p:to>
                                    </p:animClr>
                                    <p:set>
                                      <p:cBhvr>
                                        <p:cTn id="4798" dur="500" fill="hold"/>
                                        <p:tgtEl>
                                          <p:spTgt spid="1304"/>
                                        </p:tgtEl>
                                        <p:attrNameLst>
                                          <p:attrName>fill.type</p:attrName>
                                        </p:attrNameLst>
                                      </p:cBhvr>
                                      <p:to>
                                        <p:strVal val="solid"/>
                                      </p:to>
                                    </p:set>
                                    <p:set>
                                      <p:cBhvr>
                                        <p:cTn id="4799" dur="500" fill="hold"/>
                                        <p:tgtEl>
                                          <p:spTgt spid="1304"/>
                                        </p:tgtEl>
                                        <p:attrNameLst>
                                          <p:attrName>fill.on</p:attrName>
                                        </p:attrNameLst>
                                      </p:cBhvr>
                                      <p:to>
                                        <p:strVal val="true"/>
                                      </p:to>
                                    </p:set>
                                  </p:childTnLst>
                                </p:cTn>
                              </p:par>
                              <p:par>
                                <p:cTn id="4800" nodeType="withEffect" fill="hold" presetClass="exit" presetID="10">
                                  <p:stCondLst>
                                    <p:cond delay="0"/>
                                  </p:stCondLst>
                                  <p:childTnLst>
                                    <p:animEffect filter="fade" transition="out">
                                      <p:cBhvr additive="repl">
                                        <p:cTn id="4801" dur="500"/>
                                        <p:tgtEl>
                                          <p:spTgt spid="1298"/>
                                        </p:tgtEl>
                                      </p:cBhvr>
                                    </p:animEffect>
                                    <p:set>
                                      <p:cBhvr>
                                        <p:cTn id="4802" dur="1" fill="hold">
                                          <p:stCondLst>
                                            <p:cond delay="499"/>
                                          </p:stCondLst>
                                        </p:cTn>
                                        <p:tgtEl>
                                          <p:spTgt spid="1298"/>
                                        </p:tgtEl>
                                        <p:attrNameLst>
                                          <p:attrName>style.visibility</p:attrName>
                                        </p:attrNameLst>
                                      </p:cBhvr>
                                      <p:to>
                                        <p:strVal val="hidden"/>
                                      </p:to>
                                    </p:set>
                                  </p:childTnLst>
                                </p:cTn>
                              </p:par>
                              <p:par>
                                <p:cTn id="4803" nodeType="withEffect" fill="hold" presetClass="exit" presetID="10">
                                  <p:stCondLst>
                                    <p:cond delay="0"/>
                                  </p:stCondLst>
                                  <p:childTnLst>
                                    <p:animEffect filter="fade" transition="out">
                                      <p:cBhvr additive="repl">
                                        <p:cTn id="4804" dur="500"/>
                                        <p:tgtEl>
                                          <p:spTgt spid="1297"/>
                                        </p:tgtEl>
                                      </p:cBhvr>
                                    </p:animEffect>
                                    <p:set>
                                      <p:cBhvr>
                                        <p:cTn id="4805" dur="1" fill="hold">
                                          <p:stCondLst>
                                            <p:cond delay="499"/>
                                          </p:stCondLst>
                                        </p:cTn>
                                        <p:tgtEl>
                                          <p:spTgt spid="1297"/>
                                        </p:tgtEl>
                                        <p:attrNameLst>
                                          <p:attrName>style.visibility</p:attrName>
                                        </p:attrNameLst>
                                      </p:cBhvr>
                                      <p:to>
                                        <p:strVal val="hidden"/>
                                      </p:to>
                                    </p:set>
                                  </p:childTnLst>
                                </p:cTn>
                              </p:par>
                              <p:par>
                                <p:cTn id="4806" nodeType="withEffect" fill="hold" presetClass="exit" presetID="10">
                                  <p:stCondLst>
                                    <p:cond delay="0"/>
                                  </p:stCondLst>
                                  <p:childTnLst>
                                    <p:animEffect filter="fade" transition="out">
                                      <p:cBhvr additive="repl">
                                        <p:cTn id="4807" dur="500"/>
                                        <p:tgtEl>
                                          <p:spTgt spid="1302"/>
                                        </p:tgtEl>
                                      </p:cBhvr>
                                    </p:animEffect>
                                    <p:set>
                                      <p:cBhvr>
                                        <p:cTn id="4808" dur="1" fill="hold">
                                          <p:stCondLst>
                                            <p:cond delay="499"/>
                                          </p:stCondLst>
                                        </p:cTn>
                                        <p:tgtEl>
                                          <p:spTgt spid="1302"/>
                                        </p:tgtEl>
                                        <p:attrNameLst>
                                          <p:attrName>style.visibility</p:attrName>
                                        </p:attrNameLst>
                                      </p:cBhvr>
                                      <p:to>
                                        <p:strVal val="hidden"/>
                                      </p:to>
                                    </p:set>
                                  </p:childTnLst>
                                </p:cTn>
                              </p:par>
                              <p:par>
                                <p:cTn id="4809" nodeType="withEffect" fill="hold" presetClass="exit" presetID="10">
                                  <p:stCondLst>
                                    <p:cond delay="0"/>
                                  </p:stCondLst>
                                  <p:childTnLst>
                                    <p:animEffect filter="fade" transition="out">
                                      <p:cBhvr additive="repl">
                                        <p:cTn id="4810" dur="500"/>
                                        <p:tgtEl>
                                          <p:spTgt spid="1301"/>
                                        </p:tgtEl>
                                      </p:cBhvr>
                                    </p:animEffect>
                                    <p:set>
                                      <p:cBhvr>
                                        <p:cTn id="4811" dur="1" fill="hold">
                                          <p:stCondLst>
                                            <p:cond delay="499"/>
                                          </p:stCondLst>
                                        </p:cTn>
                                        <p:tgtEl>
                                          <p:spTgt spid="1301"/>
                                        </p:tgtEl>
                                        <p:attrNameLst>
                                          <p:attrName>style.visibility</p:attrName>
                                        </p:attrNameLst>
                                      </p:cBhvr>
                                      <p:to>
                                        <p:strVal val="hidden"/>
                                      </p:to>
                                    </p:set>
                                  </p:childTnLst>
                                </p:cTn>
                              </p:par>
                              <p:par>
                                <p:cTn id="4812" nodeType="withEffect" fill="hold" presetClass="exit" presetID="10">
                                  <p:stCondLst>
                                    <p:cond delay="0"/>
                                  </p:stCondLst>
                                  <p:childTnLst>
                                    <p:animEffect filter="fade" transition="out">
                                      <p:cBhvr additive="repl">
                                        <p:cTn id="4813" dur="500"/>
                                        <p:tgtEl>
                                          <p:spTgt spid="1306"/>
                                        </p:tgtEl>
                                      </p:cBhvr>
                                    </p:animEffect>
                                    <p:set>
                                      <p:cBhvr>
                                        <p:cTn id="4814" dur="1" fill="hold">
                                          <p:stCondLst>
                                            <p:cond delay="499"/>
                                          </p:stCondLst>
                                        </p:cTn>
                                        <p:tgtEl>
                                          <p:spTgt spid="1306"/>
                                        </p:tgtEl>
                                        <p:attrNameLst>
                                          <p:attrName>style.visibility</p:attrName>
                                        </p:attrNameLst>
                                      </p:cBhvr>
                                      <p:to>
                                        <p:strVal val="hidden"/>
                                      </p:to>
                                    </p:set>
                                  </p:childTnLst>
                                </p:cTn>
                              </p:par>
                              <p:par>
                                <p:cTn id="4815" nodeType="withEffect" fill="hold" presetClass="exit" presetID="10">
                                  <p:stCondLst>
                                    <p:cond delay="0"/>
                                  </p:stCondLst>
                                  <p:childTnLst>
                                    <p:animEffect filter="fade" transition="out">
                                      <p:cBhvr additive="repl">
                                        <p:cTn id="4816" dur="500"/>
                                        <p:tgtEl>
                                          <p:spTgt spid="1305"/>
                                        </p:tgtEl>
                                      </p:cBhvr>
                                    </p:animEffect>
                                    <p:set>
                                      <p:cBhvr>
                                        <p:cTn id="4817" dur="1" fill="hold">
                                          <p:stCondLst>
                                            <p:cond delay="499"/>
                                          </p:stCondLst>
                                        </p:cTn>
                                        <p:tgtEl>
                                          <p:spTgt spid="130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818" restart="whenNotActive" nodeType="interactiveSeq" fill="hold">
                <p:stCondLst>
                  <p:cond delay="0" evt="onClick">
                    <p:tgtEl>
                      <p:spTgt spid="1310"/>
                    </p:tgtEl>
                  </p:cond>
                </p:stCondLst>
                <p:childTnLst>
                  <p:par>
                    <p:cTn id="4819" fill="hold">
                      <p:stCondLst>
                        <p:cond delay="0" evt="onClick">
                          <p:tgtEl>
                            <p:spTgt spid="1310"/>
                          </p:tgtEl>
                        </p:cond>
                      </p:stCondLst>
                      <p:childTnLst>
                        <p:par>
                          <p:cTn id="4820" fill="hold">
                            <p:stCondLst>
                              <p:cond delay="0"/>
                            </p:stCondLst>
                            <p:childTnLst>
                              <p:par>
                                <p:cTn id="4821" nodeType="clickEffect" fill="hold" presetClass="exit" presetID="9">
                                  <p:stCondLst>
                                    <p:cond delay="0"/>
                                  </p:stCondLst>
                                  <p:childTnLst>
                                    <p:animEffect filter="dissolve" transition="out">
                                      <p:cBhvr additive="repl">
                                        <p:cTn id="4822" dur="500"/>
                                        <p:tgtEl>
                                          <p:spTgt spid="1310"/>
                                        </p:tgtEl>
                                      </p:cBhvr>
                                    </p:animEffect>
                                    <p:set>
                                      <p:cBhvr>
                                        <p:cTn id="4823" dur="1" fill="hold">
                                          <p:stCondLst>
                                            <p:cond delay="499"/>
                                          </p:stCondLst>
                                        </p:cTn>
                                        <p:tgtEl>
                                          <p:spTgt spid="1310"/>
                                        </p:tgtEl>
                                        <p:attrNameLst>
                                          <p:attrName>style.visibility</p:attrName>
                                        </p:attrNameLst>
                                      </p:cBhvr>
                                      <p:to>
                                        <p:strVal val="hidden"/>
                                      </p:to>
                                    </p:set>
                                  </p:childTnLst>
                                </p:cTn>
                              </p:par>
                              <p:par>
                                <p:cTn id="4824" nodeType="withEffect" fill="hold" presetClass="exit" presetID="9">
                                  <p:stCondLst>
                                    <p:cond delay="0"/>
                                  </p:stCondLst>
                                  <p:childTnLst>
                                    <p:animEffect filter="dissolve" transition="out">
                                      <p:cBhvr additive="repl">
                                        <p:cTn id="4825" dur="500"/>
                                        <p:tgtEl>
                                          <p:spTgt spid="1309"/>
                                        </p:tgtEl>
                                      </p:cBhvr>
                                    </p:animEffect>
                                    <p:set>
                                      <p:cBhvr>
                                        <p:cTn id="4826" dur="1" fill="hold">
                                          <p:stCondLst>
                                            <p:cond delay="499"/>
                                          </p:stCondLst>
                                        </p:cTn>
                                        <p:tgtEl>
                                          <p:spTgt spid="1309"/>
                                        </p:tgtEl>
                                        <p:attrNameLst>
                                          <p:attrName>style.visibility</p:attrName>
                                        </p:attrNameLst>
                                      </p:cBhvr>
                                      <p:to>
                                        <p:strVal val="hidden"/>
                                      </p:to>
                                    </p:set>
                                  </p:childTnLst>
                                </p:cTn>
                              </p:par>
                              <p:par>
                                <p:cTn id="4827" nodeType="withEffect" fill="hold" presetClass="emph" presetID="1" presetSubtype="2">
                                  <p:stCondLst>
                                    <p:cond delay="0"/>
                                  </p:stCondLst>
                                  <p:childTnLst>
                                    <p:animClr clrSpc="rgb">
                                      <p:cBhvr>
                                        <p:cTn id="4828" dur="500" fill="hold"/>
                                        <p:tgtEl>
                                          <p:spTgt spid="1308"/>
                                        </p:tgtEl>
                                        <p:attrNameLst>
                                          <p:attrName>fillcolor</p:attrName>
                                        </p:attrNameLst>
                                      </p:cBhvr>
                                      <p:to>
                                        <a:srgbClr val="95b3d7"/>
                                      </p:to>
                                    </p:animClr>
                                    <p:set>
                                      <p:cBhvr>
                                        <p:cTn id="4829" dur="500" fill="hold"/>
                                        <p:tgtEl>
                                          <p:spTgt spid="1308"/>
                                        </p:tgtEl>
                                        <p:attrNameLst>
                                          <p:attrName>fill.type</p:attrName>
                                        </p:attrNameLst>
                                      </p:cBhvr>
                                      <p:to>
                                        <p:strVal val="solid"/>
                                      </p:to>
                                    </p:set>
                                    <p:set>
                                      <p:cBhvr>
                                        <p:cTn id="4830" dur="500" fill="hold"/>
                                        <p:tgtEl>
                                          <p:spTgt spid="1308"/>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1"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312"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313"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4"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ÚLTIMA QUESTÃO</a:t>
            </a:r>
            <a:br>
              <a:rPr sz="4400"/>
            </a:br>
            <a:endParaRPr b="0" lang="pt-BR" sz="2800" spc="-1" strike="noStrike">
              <a:solidFill>
                <a:schemeClr val="dk1"/>
              </a:solidFill>
              <a:latin typeface="Arial"/>
            </a:endParaRPr>
          </a:p>
        </p:txBody>
      </p:sp>
      <p:sp>
        <p:nvSpPr>
          <p:cNvPr id="1315"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Qual a precisão do indicador de velocidade do vento do sistema “AEROVANE”?</a:t>
            </a:r>
            <a:endParaRPr b="0" lang="pt-BR" sz="1600" spc="-1" strike="noStrike">
              <a:solidFill>
                <a:srgbClr val="000000"/>
              </a:solidFill>
              <a:latin typeface="Arial"/>
            </a:endParaRPr>
          </a:p>
        </p:txBody>
      </p:sp>
      <p:sp>
        <p:nvSpPr>
          <p:cNvPr id="1316"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317"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4%</a:t>
            </a:r>
            <a:endParaRPr b="0" lang="pt-BR" sz="1800" spc="-1" strike="noStrike">
              <a:solidFill>
                <a:srgbClr val="000000"/>
              </a:solidFill>
              <a:latin typeface="Arial"/>
            </a:endParaRPr>
          </a:p>
        </p:txBody>
      </p:sp>
      <p:sp>
        <p:nvSpPr>
          <p:cNvPr id="1318"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19"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320"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321"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3% </a:t>
            </a:r>
            <a:endParaRPr b="0" lang="pt-BR" sz="1800" spc="-1" strike="noStrike">
              <a:solidFill>
                <a:srgbClr val="000000"/>
              </a:solidFill>
              <a:latin typeface="Arial"/>
            </a:endParaRPr>
          </a:p>
        </p:txBody>
      </p:sp>
      <p:sp>
        <p:nvSpPr>
          <p:cNvPr id="1322"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23"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324"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325"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2% </a:t>
            </a:r>
            <a:endParaRPr b="0" lang="pt-BR" sz="1800" spc="-1" strike="noStrike">
              <a:solidFill>
                <a:srgbClr val="000000"/>
              </a:solidFill>
              <a:latin typeface="Arial"/>
            </a:endParaRPr>
          </a:p>
        </p:txBody>
      </p:sp>
      <p:sp>
        <p:nvSpPr>
          <p:cNvPr id="1326"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27"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328"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329"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a:t>
            </a:r>
            <a:endParaRPr b="0" lang="pt-BR" sz="1800" spc="-1" strike="noStrike">
              <a:solidFill>
                <a:srgbClr val="000000"/>
              </a:solidFill>
              <a:latin typeface="Arial"/>
            </a:endParaRPr>
          </a:p>
        </p:txBody>
      </p:sp>
      <p:sp>
        <p:nvSpPr>
          <p:cNvPr id="1330" name="Botão de ação: Personalizar 18">
            <a:hlinkClick r:id="" action="ppaction://hlinkshowjump?jump=nex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31"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4831" dur="indefinite" restart="never" nodeType="tmRoot">
          <p:childTnLst>
            <p:seq>
              <p:cTn id="4832" dur="indefinite" nodeType="mainSeq">
                <p:childTnLst>
                  <p:par>
                    <p:cTn id="4833" fill="hold">
                      <p:stCondLst>
                        <p:cond delay="0"/>
                      </p:stCondLst>
                      <p:childTnLst>
                        <p:par>
                          <p:cTn id="4834" fill="hold">
                            <p:stCondLst>
                              <p:cond delay="0"/>
                            </p:stCondLst>
                            <p:childTnLst>
                              <p:par>
                                <p:cTn id="4835" nodeType="withEffect" fill="hold" presetClass="entr" presetID="10">
                                  <p:stCondLst>
                                    <p:cond delay="0"/>
                                  </p:stCondLst>
                                  <p:childTnLst>
                                    <p:set>
                                      <p:cBhvr>
                                        <p:cTn id="4836" dur="1" fill="hold">
                                          <p:stCondLst>
                                            <p:cond delay="0"/>
                                          </p:stCondLst>
                                        </p:cTn>
                                        <p:tgtEl>
                                          <p:spTgt spid="1317"/>
                                        </p:tgtEl>
                                        <p:attrNameLst>
                                          <p:attrName>style.visibility</p:attrName>
                                        </p:attrNameLst>
                                      </p:cBhvr>
                                      <p:to>
                                        <p:strVal val="visible"/>
                                      </p:to>
                                    </p:set>
                                    <p:animEffect filter="fade" transition="in">
                                      <p:cBhvr additive="repl">
                                        <p:cTn id="4837" dur="500"/>
                                        <p:tgtEl>
                                          <p:spTgt spid="1317"/>
                                        </p:tgtEl>
                                      </p:cBhvr>
                                    </p:animEffect>
                                  </p:childTnLst>
                                </p:cTn>
                              </p:par>
                              <p:par>
                                <p:cTn id="4838" nodeType="withEffect" fill="hold" presetClass="entr" presetID="10">
                                  <p:stCondLst>
                                    <p:cond delay="0"/>
                                  </p:stCondLst>
                                  <p:childTnLst>
                                    <p:set>
                                      <p:cBhvr>
                                        <p:cTn id="4839" dur="1" fill="hold">
                                          <p:stCondLst>
                                            <p:cond delay="0"/>
                                          </p:stCondLst>
                                        </p:cTn>
                                        <p:tgtEl>
                                          <p:spTgt spid="1316"/>
                                        </p:tgtEl>
                                        <p:attrNameLst>
                                          <p:attrName>style.visibility</p:attrName>
                                        </p:attrNameLst>
                                      </p:cBhvr>
                                      <p:to>
                                        <p:strVal val="visible"/>
                                      </p:to>
                                    </p:set>
                                    <p:animEffect filter="fade" transition="in">
                                      <p:cBhvr additive="repl">
                                        <p:cTn id="4840" dur="500"/>
                                        <p:tgtEl>
                                          <p:spTgt spid="1316"/>
                                        </p:tgtEl>
                                      </p:cBhvr>
                                    </p:animEffect>
                                  </p:childTnLst>
                                </p:cTn>
                              </p:par>
                              <p:par>
                                <p:cTn id="4841" nodeType="withEffect" fill="hold" presetClass="entr" presetID="10">
                                  <p:stCondLst>
                                    <p:cond delay="0"/>
                                  </p:stCondLst>
                                  <p:childTnLst>
                                    <p:set>
                                      <p:cBhvr>
                                        <p:cTn id="4842" dur="1" fill="hold">
                                          <p:stCondLst>
                                            <p:cond delay="0"/>
                                          </p:stCondLst>
                                        </p:cTn>
                                        <p:tgtEl>
                                          <p:spTgt spid="1320"/>
                                        </p:tgtEl>
                                        <p:attrNameLst>
                                          <p:attrName>style.visibility</p:attrName>
                                        </p:attrNameLst>
                                      </p:cBhvr>
                                      <p:to>
                                        <p:strVal val="visible"/>
                                      </p:to>
                                    </p:set>
                                    <p:animEffect filter="fade" transition="in">
                                      <p:cBhvr additive="repl">
                                        <p:cTn id="4843" dur="500"/>
                                        <p:tgtEl>
                                          <p:spTgt spid="1320"/>
                                        </p:tgtEl>
                                      </p:cBhvr>
                                    </p:animEffect>
                                  </p:childTnLst>
                                </p:cTn>
                              </p:par>
                              <p:par>
                                <p:cTn id="4844" nodeType="withEffect" fill="hold" presetClass="entr" presetID="10">
                                  <p:stCondLst>
                                    <p:cond delay="0"/>
                                  </p:stCondLst>
                                  <p:childTnLst>
                                    <p:set>
                                      <p:cBhvr>
                                        <p:cTn id="4845" dur="1" fill="hold">
                                          <p:stCondLst>
                                            <p:cond delay="0"/>
                                          </p:stCondLst>
                                        </p:cTn>
                                        <p:tgtEl>
                                          <p:spTgt spid="1321"/>
                                        </p:tgtEl>
                                        <p:attrNameLst>
                                          <p:attrName>style.visibility</p:attrName>
                                        </p:attrNameLst>
                                      </p:cBhvr>
                                      <p:to>
                                        <p:strVal val="visible"/>
                                      </p:to>
                                    </p:set>
                                    <p:animEffect filter="fade" transition="in">
                                      <p:cBhvr additive="repl">
                                        <p:cTn id="4846" dur="500"/>
                                        <p:tgtEl>
                                          <p:spTgt spid="1321"/>
                                        </p:tgtEl>
                                      </p:cBhvr>
                                    </p:animEffect>
                                  </p:childTnLst>
                                </p:cTn>
                              </p:par>
                              <p:par>
                                <p:cTn id="4847" nodeType="withEffect" fill="hold" presetClass="entr" presetID="10">
                                  <p:stCondLst>
                                    <p:cond delay="0"/>
                                  </p:stCondLst>
                                  <p:childTnLst>
                                    <p:set>
                                      <p:cBhvr>
                                        <p:cTn id="4848" dur="1" fill="hold">
                                          <p:stCondLst>
                                            <p:cond delay="0"/>
                                          </p:stCondLst>
                                        </p:cTn>
                                        <p:tgtEl>
                                          <p:spTgt spid="1324"/>
                                        </p:tgtEl>
                                        <p:attrNameLst>
                                          <p:attrName>style.visibility</p:attrName>
                                        </p:attrNameLst>
                                      </p:cBhvr>
                                      <p:to>
                                        <p:strVal val="visible"/>
                                      </p:to>
                                    </p:set>
                                    <p:animEffect filter="fade" transition="in">
                                      <p:cBhvr additive="repl">
                                        <p:cTn id="4849" dur="500"/>
                                        <p:tgtEl>
                                          <p:spTgt spid="1324"/>
                                        </p:tgtEl>
                                      </p:cBhvr>
                                    </p:animEffect>
                                  </p:childTnLst>
                                </p:cTn>
                              </p:par>
                              <p:par>
                                <p:cTn id="4850" nodeType="withEffect" fill="hold" presetClass="entr" presetID="10">
                                  <p:stCondLst>
                                    <p:cond delay="0"/>
                                  </p:stCondLst>
                                  <p:childTnLst>
                                    <p:set>
                                      <p:cBhvr>
                                        <p:cTn id="4851" dur="1" fill="hold">
                                          <p:stCondLst>
                                            <p:cond delay="0"/>
                                          </p:stCondLst>
                                        </p:cTn>
                                        <p:tgtEl>
                                          <p:spTgt spid="1325"/>
                                        </p:tgtEl>
                                        <p:attrNameLst>
                                          <p:attrName>style.visibility</p:attrName>
                                        </p:attrNameLst>
                                      </p:cBhvr>
                                      <p:to>
                                        <p:strVal val="visible"/>
                                      </p:to>
                                    </p:set>
                                    <p:animEffect filter="fade" transition="in">
                                      <p:cBhvr additive="repl">
                                        <p:cTn id="4852" dur="500"/>
                                        <p:tgtEl>
                                          <p:spTgt spid="1325"/>
                                        </p:tgtEl>
                                      </p:cBhvr>
                                    </p:animEffect>
                                  </p:childTnLst>
                                </p:cTn>
                              </p:par>
                              <p:par>
                                <p:cTn id="4853" nodeType="withEffect" fill="hold" presetClass="entr" presetID="10">
                                  <p:stCondLst>
                                    <p:cond delay="0"/>
                                  </p:stCondLst>
                                  <p:childTnLst>
                                    <p:set>
                                      <p:cBhvr>
                                        <p:cTn id="4854" dur="1" fill="hold">
                                          <p:stCondLst>
                                            <p:cond delay="0"/>
                                          </p:stCondLst>
                                        </p:cTn>
                                        <p:tgtEl>
                                          <p:spTgt spid="1328"/>
                                        </p:tgtEl>
                                        <p:attrNameLst>
                                          <p:attrName>style.visibility</p:attrName>
                                        </p:attrNameLst>
                                      </p:cBhvr>
                                      <p:to>
                                        <p:strVal val="visible"/>
                                      </p:to>
                                    </p:set>
                                    <p:animEffect filter="fade" transition="in">
                                      <p:cBhvr additive="repl">
                                        <p:cTn id="4855" dur="500"/>
                                        <p:tgtEl>
                                          <p:spTgt spid="1328"/>
                                        </p:tgtEl>
                                      </p:cBhvr>
                                    </p:animEffect>
                                  </p:childTnLst>
                                </p:cTn>
                              </p:par>
                              <p:par>
                                <p:cTn id="4856" nodeType="withEffect" fill="hold" presetClass="entr" presetID="10">
                                  <p:stCondLst>
                                    <p:cond delay="0"/>
                                  </p:stCondLst>
                                  <p:childTnLst>
                                    <p:set>
                                      <p:cBhvr>
                                        <p:cTn id="4857" dur="1" fill="hold">
                                          <p:stCondLst>
                                            <p:cond delay="0"/>
                                          </p:stCondLst>
                                        </p:cTn>
                                        <p:tgtEl>
                                          <p:spTgt spid="1329"/>
                                        </p:tgtEl>
                                        <p:attrNameLst>
                                          <p:attrName>style.visibility</p:attrName>
                                        </p:attrNameLst>
                                      </p:cBhvr>
                                      <p:to>
                                        <p:strVal val="visible"/>
                                      </p:to>
                                    </p:set>
                                    <p:animEffect filter="fade" transition="in">
                                      <p:cBhvr additive="repl">
                                        <p:cTn id="4858" dur="500"/>
                                        <p:tgtEl>
                                          <p:spTgt spid="1329"/>
                                        </p:tgtEl>
                                      </p:cBhvr>
                                    </p:animEffect>
                                  </p:childTnLst>
                                </p:cTn>
                              </p:par>
                              <p:par>
                                <p:cTn id="4859" nodeType="withEffect" fill="hold" presetClass="exit" presetID="1">
                                  <p:stCondLst>
                                    <p:cond delay="0"/>
                                  </p:stCondLst>
                                  <p:childTnLst>
                                    <p:set>
                                      <p:cBhvr>
                                        <p:cTn id="4860" dur="1" fill="hold">
                                          <p:stCondLst>
                                            <p:cond delay="0"/>
                                          </p:stCondLst>
                                        </p:cTn>
                                        <p:tgtEl>
                                          <p:spTgt spid="1319"/>
                                        </p:tgtEl>
                                        <p:attrNameLst>
                                          <p:attrName>style.visibility</p:attrName>
                                        </p:attrNameLst>
                                      </p:cBhvr>
                                      <p:to>
                                        <p:strVal val="hidden"/>
                                      </p:to>
                                    </p:set>
                                  </p:childTnLst>
                                </p:cTn>
                              </p:par>
                              <p:par>
                                <p:cTn id="4861" nodeType="withEffect" fill="hold" presetClass="exit" presetID="1">
                                  <p:stCondLst>
                                    <p:cond delay="0"/>
                                  </p:stCondLst>
                                  <p:childTnLst>
                                    <p:set>
                                      <p:cBhvr>
                                        <p:cTn id="4862" dur="1" fill="hold">
                                          <p:stCondLst>
                                            <p:cond delay="0"/>
                                          </p:stCondLst>
                                        </p:cTn>
                                        <p:tgtEl>
                                          <p:spTgt spid="1318"/>
                                        </p:tgtEl>
                                        <p:attrNameLst>
                                          <p:attrName>style.visibility</p:attrName>
                                        </p:attrNameLst>
                                      </p:cBhvr>
                                      <p:to>
                                        <p:strVal val="hidden"/>
                                      </p:to>
                                    </p:set>
                                  </p:childTnLst>
                                </p:cTn>
                              </p:par>
                              <p:par>
                                <p:cTn id="4863" nodeType="withEffect" fill="hold" presetClass="exit" presetID="1">
                                  <p:stCondLst>
                                    <p:cond delay="0"/>
                                  </p:stCondLst>
                                  <p:childTnLst>
                                    <p:set>
                                      <p:cBhvr>
                                        <p:cTn id="4864" dur="1" fill="hold">
                                          <p:stCondLst>
                                            <p:cond delay="0"/>
                                          </p:stCondLst>
                                        </p:cTn>
                                        <p:tgtEl>
                                          <p:spTgt spid="1323"/>
                                        </p:tgtEl>
                                        <p:attrNameLst>
                                          <p:attrName>style.visibility</p:attrName>
                                        </p:attrNameLst>
                                      </p:cBhvr>
                                      <p:to>
                                        <p:strVal val="hidden"/>
                                      </p:to>
                                    </p:set>
                                  </p:childTnLst>
                                </p:cTn>
                              </p:par>
                              <p:par>
                                <p:cTn id="4865" nodeType="withEffect" fill="hold" presetClass="exit" presetID="1">
                                  <p:stCondLst>
                                    <p:cond delay="0"/>
                                  </p:stCondLst>
                                  <p:childTnLst>
                                    <p:set>
                                      <p:cBhvr>
                                        <p:cTn id="4866" dur="1" fill="hold">
                                          <p:stCondLst>
                                            <p:cond delay="0"/>
                                          </p:stCondLst>
                                        </p:cTn>
                                        <p:tgtEl>
                                          <p:spTgt spid="1322"/>
                                        </p:tgtEl>
                                        <p:attrNameLst>
                                          <p:attrName>style.visibility</p:attrName>
                                        </p:attrNameLst>
                                      </p:cBhvr>
                                      <p:to>
                                        <p:strVal val="hidden"/>
                                      </p:to>
                                    </p:set>
                                  </p:childTnLst>
                                </p:cTn>
                              </p:par>
                              <p:par>
                                <p:cTn id="4867" nodeType="withEffect" fill="hold" presetClass="exit" presetID="1">
                                  <p:stCondLst>
                                    <p:cond delay="0"/>
                                  </p:stCondLst>
                                  <p:childTnLst>
                                    <p:set>
                                      <p:cBhvr>
                                        <p:cTn id="4868" dur="1" fill="hold">
                                          <p:stCondLst>
                                            <p:cond delay="0"/>
                                          </p:stCondLst>
                                        </p:cTn>
                                        <p:tgtEl>
                                          <p:spTgt spid="1327"/>
                                        </p:tgtEl>
                                        <p:attrNameLst>
                                          <p:attrName>style.visibility</p:attrName>
                                        </p:attrNameLst>
                                      </p:cBhvr>
                                      <p:to>
                                        <p:strVal val="hidden"/>
                                      </p:to>
                                    </p:set>
                                  </p:childTnLst>
                                </p:cTn>
                              </p:par>
                              <p:par>
                                <p:cTn id="4869" nodeType="withEffect" fill="hold" presetClass="exit" presetID="1">
                                  <p:stCondLst>
                                    <p:cond delay="0"/>
                                  </p:stCondLst>
                                  <p:childTnLst>
                                    <p:set>
                                      <p:cBhvr>
                                        <p:cTn id="4870" dur="1" fill="hold">
                                          <p:stCondLst>
                                            <p:cond delay="0"/>
                                          </p:stCondLst>
                                        </p:cTn>
                                        <p:tgtEl>
                                          <p:spTgt spid="1326"/>
                                        </p:tgtEl>
                                        <p:attrNameLst>
                                          <p:attrName>style.visibility</p:attrName>
                                        </p:attrNameLst>
                                      </p:cBhvr>
                                      <p:to>
                                        <p:strVal val="hidden"/>
                                      </p:to>
                                    </p:set>
                                  </p:childTnLst>
                                </p:cTn>
                              </p:par>
                              <p:par>
                                <p:cTn id="4871" nodeType="withEffect" fill="hold" presetClass="exit" presetID="1">
                                  <p:stCondLst>
                                    <p:cond delay="0"/>
                                  </p:stCondLst>
                                  <p:childTnLst>
                                    <p:set>
                                      <p:cBhvr>
                                        <p:cTn id="4872" dur="1" fill="hold">
                                          <p:stCondLst>
                                            <p:cond delay="0"/>
                                          </p:stCondLst>
                                        </p:cTn>
                                        <p:tgtEl>
                                          <p:spTgt spid="1331"/>
                                        </p:tgtEl>
                                        <p:attrNameLst>
                                          <p:attrName>style.visibility</p:attrName>
                                        </p:attrNameLst>
                                      </p:cBhvr>
                                      <p:to>
                                        <p:strVal val="hidden"/>
                                      </p:to>
                                    </p:set>
                                  </p:childTnLst>
                                </p:cTn>
                              </p:par>
                              <p:par>
                                <p:cTn id="4873" nodeType="withEffect" fill="hold" presetClass="exit" presetID="1">
                                  <p:stCondLst>
                                    <p:cond delay="0"/>
                                  </p:stCondLst>
                                  <p:childTnLst>
                                    <p:set>
                                      <p:cBhvr>
                                        <p:cTn id="4874" dur="1" fill="hold">
                                          <p:stCondLst>
                                            <p:cond delay="0"/>
                                          </p:stCondLst>
                                        </p:cTn>
                                        <p:tgtEl>
                                          <p:spTgt spid="13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875" restart="whenNotActive" nodeType="interactiveSeq" fill="hold">
                <p:stCondLst>
                  <p:cond delay="0" evt="onClick">
                    <p:tgtEl>
                      <p:spTgt spid="1316"/>
                    </p:tgtEl>
                  </p:cond>
                </p:stCondLst>
                <p:childTnLst>
                  <p:par>
                    <p:cTn id="4876" fill="hold">
                      <p:stCondLst>
                        <p:cond delay="0" evt="onClick">
                          <p:tgtEl>
                            <p:spTgt spid="1316"/>
                          </p:tgtEl>
                        </p:cond>
                      </p:stCondLst>
                      <p:childTnLst>
                        <p:par>
                          <p:cTn id="4877" fill="hold">
                            <p:stCondLst>
                              <p:cond delay="0"/>
                            </p:stCondLst>
                            <p:childTnLst>
                              <p:par>
                                <p:cTn id="4878" nodeType="clickEffect" fill="hold" presetClass="entr" presetID="16" presetSubtype="21">
                                  <p:stCondLst>
                                    <p:cond delay="0"/>
                                  </p:stCondLst>
                                  <p:childTnLst>
                                    <p:set>
                                      <p:cBhvr>
                                        <p:cTn id="4879" dur="1" fill="hold">
                                          <p:stCondLst>
                                            <p:cond delay="0"/>
                                          </p:stCondLst>
                                        </p:cTn>
                                        <p:tgtEl>
                                          <p:spTgt spid="1319"/>
                                        </p:tgtEl>
                                        <p:attrNameLst>
                                          <p:attrName>style.visibility</p:attrName>
                                        </p:attrNameLst>
                                      </p:cBhvr>
                                      <p:to>
                                        <p:strVal val="visible"/>
                                      </p:to>
                                    </p:set>
                                    <p:animEffect filter="barn(inVertical)" transition="in">
                                      <p:cBhvr additive="repl">
                                        <p:cTn id="4880" dur="500"/>
                                        <p:tgtEl>
                                          <p:spTgt spid="1319"/>
                                        </p:tgtEl>
                                      </p:cBhvr>
                                    </p:animEffect>
                                  </p:childTnLst>
                                </p:cTn>
                              </p:par>
                              <p:par>
                                <p:cTn id="4881" nodeType="withEffect" fill="hold" presetClass="entr" presetID="16" presetSubtype="21">
                                  <p:stCondLst>
                                    <p:cond delay="0"/>
                                  </p:stCondLst>
                                  <p:childTnLst>
                                    <p:set>
                                      <p:cBhvr>
                                        <p:cTn id="4882" dur="1" fill="hold">
                                          <p:stCondLst>
                                            <p:cond delay="0"/>
                                          </p:stCondLst>
                                        </p:cTn>
                                        <p:tgtEl>
                                          <p:spTgt spid="1318"/>
                                        </p:tgtEl>
                                        <p:attrNameLst>
                                          <p:attrName>style.visibility</p:attrName>
                                        </p:attrNameLst>
                                      </p:cBhvr>
                                      <p:to>
                                        <p:strVal val="visible"/>
                                      </p:to>
                                    </p:set>
                                    <p:animEffect filter="barn(inVertical)" transition="in">
                                      <p:cBhvr additive="repl">
                                        <p:cTn id="4883" dur="500"/>
                                        <p:tgtEl>
                                          <p:spTgt spid="1318"/>
                                        </p:tgtEl>
                                      </p:cBhvr>
                                    </p:animEffect>
                                  </p:childTnLst>
                                </p:cTn>
                              </p:par>
                              <p:par>
                                <p:cTn id="4884" nodeType="withEffect" fill="hold" presetClass="emph" presetID="1" presetSubtype="2">
                                  <p:stCondLst>
                                    <p:cond delay="0"/>
                                  </p:stCondLst>
                                  <p:childTnLst>
                                    <p:animClr clrSpc="rgb">
                                      <p:cBhvr>
                                        <p:cTn id="4885" dur="500" fill="hold"/>
                                        <p:tgtEl>
                                          <p:spTgt spid="1317"/>
                                        </p:tgtEl>
                                        <p:attrNameLst>
                                          <p:attrName>fillcolor</p:attrName>
                                        </p:attrNameLst>
                                      </p:cBhvr>
                                      <p:to>
                                        <a:srgbClr val="8a80e4"/>
                                      </p:to>
                                    </p:animClr>
                                    <p:set>
                                      <p:cBhvr>
                                        <p:cTn id="4886" dur="500" fill="hold"/>
                                        <p:tgtEl>
                                          <p:spTgt spid="1317"/>
                                        </p:tgtEl>
                                        <p:attrNameLst>
                                          <p:attrName>fill.type</p:attrName>
                                        </p:attrNameLst>
                                      </p:cBhvr>
                                      <p:to>
                                        <p:strVal val="solid"/>
                                      </p:to>
                                    </p:set>
                                    <p:set>
                                      <p:cBhvr>
                                        <p:cTn id="4887" dur="500" fill="hold"/>
                                        <p:tgtEl>
                                          <p:spTgt spid="1317"/>
                                        </p:tgtEl>
                                        <p:attrNameLst>
                                          <p:attrName>fill.on</p:attrName>
                                        </p:attrNameLst>
                                      </p:cBhvr>
                                      <p:to>
                                        <p:strVal val="true"/>
                                      </p:to>
                                    </p:set>
                                  </p:childTnLst>
                                </p:cTn>
                              </p:par>
                              <p:par>
                                <p:cTn id="4888" nodeType="withEffect" fill="hold" presetClass="emph" presetID="1" presetSubtype="2">
                                  <p:stCondLst>
                                    <p:cond delay="0"/>
                                  </p:stCondLst>
                                  <p:childTnLst>
                                    <p:animClr clrSpc="rgb">
                                      <p:cBhvr>
                                        <p:cTn id="4889" dur="500" fill="hold"/>
                                        <p:tgtEl>
                                          <p:spTgt spid="1321"/>
                                        </p:tgtEl>
                                        <p:attrNameLst>
                                          <p:attrName>fillcolor</p:attrName>
                                        </p:attrNameLst>
                                      </p:cBhvr>
                                      <p:to>
                                        <a:srgbClr val="95b3d7"/>
                                      </p:to>
                                    </p:animClr>
                                    <p:set>
                                      <p:cBhvr>
                                        <p:cTn id="4890" dur="500" fill="hold"/>
                                        <p:tgtEl>
                                          <p:spTgt spid="1321"/>
                                        </p:tgtEl>
                                        <p:attrNameLst>
                                          <p:attrName>fill.type</p:attrName>
                                        </p:attrNameLst>
                                      </p:cBhvr>
                                      <p:to>
                                        <p:strVal val="solid"/>
                                      </p:to>
                                    </p:set>
                                    <p:set>
                                      <p:cBhvr>
                                        <p:cTn id="4891" dur="500" fill="hold"/>
                                        <p:tgtEl>
                                          <p:spTgt spid="1321"/>
                                        </p:tgtEl>
                                        <p:attrNameLst>
                                          <p:attrName>fill.on</p:attrName>
                                        </p:attrNameLst>
                                      </p:cBhvr>
                                      <p:to>
                                        <p:strVal val="true"/>
                                      </p:to>
                                    </p:set>
                                  </p:childTnLst>
                                </p:cTn>
                              </p:par>
                              <p:par>
                                <p:cTn id="4892" nodeType="withEffect" fill="hold" presetClass="emph" presetID="1" presetSubtype="2">
                                  <p:stCondLst>
                                    <p:cond delay="0"/>
                                  </p:stCondLst>
                                  <p:childTnLst>
                                    <p:animClr clrSpc="rgb">
                                      <p:cBhvr>
                                        <p:cTn id="4893" dur="500" fill="hold"/>
                                        <p:tgtEl>
                                          <p:spTgt spid="1325"/>
                                        </p:tgtEl>
                                        <p:attrNameLst>
                                          <p:attrName>fillcolor</p:attrName>
                                        </p:attrNameLst>
                                      </p:cBhvr>
                                      <p:to>
                                        <a:srgbClr val="95b3d7"/>
                                      </p:to>
                                    </p:animClr>
                                    <p:set>
                                      <p:cBhvr>
                                        <p:cTn id="4894" dur="500" fill="hold"/>
                                        <p:tgtEl>
                                          <p:spTgt spid="1325"/>
                                        </p:tgtEl>
                                        <p:attrNameLst>
                                          <p:attrName>fill.type</p:attrName>
                                        </p:attrNameLst>
                                      </p:cBhvr>
                                      <p:to>
                                        <p:strVal val="solid"/>
                                      </p:to>
                                    </p:set>
                                    <p:set>
                                      <p:cBhvr>
                                        <p:cTn id="4895" dur="500" fill="hold"/>
                                        <p:tgtEl>
                                          <p:spTgt spid="1325"/>
                                        </p:tgtEl>
                                        <p:attrNameLst>
                                          <p:attrName>fill.on</p:attrName>
                                        </p:attrNameLst>
                                      </p:cBhvr>
                                      <p:to>
                                        <p:strVal val="true"/>
                                      </p:to>
                                    </p:set>
                                  </p:childTnLst>
                                </p:cTn>
                              </p:par>
                              <p:par>
                                <p:cTn id="4896" nodeType="withEffect" fill="hold" presetClass="emph" presetID="1" presetSubtype="2">
                                  <p:stCondLst>
                                    <p:cond delay="0"/>
                                  </p:stCondLst>
                                  <p:childTnLst>
                                    <p:animClr clrSpc="rgb">
                                      <p:cBhvr>
                                        <p:cTn id="4897" dur="500" fill="hold"/>
                                        <p:tgtEl>
                                          <p:spTgt spid="1329"/>
                                        </p:tgtEl>
                                        <p:attrNameLst>
                                          <p:attrName>fillcolor</p:attrName>
                                        </p:attrNameLst>
                                      </p:cBhvr>
                                      <p:to>
                                        <a:srgbClr val="95b3d7"/>
                                      </p:to>
                                    </p:animClr>
                                    <p:set>
                                      <p:cBhvr>
                                        <p:cTn id="4898" dur="500" fill="hold"/>
                                        <p:tgtEl>
                                          <p:spTgt spid="1329"/>
                                        </p:tgtEl>
                                        <p:attrNameLst>
                                          <p:attrName>fill.type</p:attrName>
                                        </p:attrNameLst>
                                      </p:cBhvr>
                                      <p:to>
                                        <p:strVal val="solid"/>
                                      </p:to>
                                    </p:set>
                                    <p:set>
                                      <p:cBhvr>
                                        <p:cTn id="4899" dur="500" fill="hold"/>
                                        <p:tgtEl>
                                          <p:spTgt spid="1329"/>
                                        </p:tgtEl>
                                        <p:attrNameLst>
                                          <p:attrName>fill.on</p:attrName>
                                        </p:attrNameLst>
                                      </p:cBhvr>
                                      <p:to>
                                        <p:strVal val="true"/>
                                      </p:to>
                                    </p:set>
                                  </p:childTnLst>
                                </p:cTn>
                              </p:par>
                              <p:par>
                                <p:cTn id="4900" nodeType="withEffect" fill="hold" presetClass="exit" presetID="10">
                                  <p:stCondLst>
                                    <p:cond delay="0"/>
                                  </p:stCondLst>
                                  <p:childTnLst>
                                    <p:animEffect filter="fade" transition="out">
                                      <p:cBhvr additive="repl">
                                        <p:cTn id="4901" dur="500"/>
                                        <p:tgtEl>
                                          <p:spTgt spid="1323"/>
                                        </p:tgtEl>
                                      </p:cBhvr>
                                    </p:animEffect>
                                    <p:set>
                                      <p:cBhvr>
                                        <p:cTn id="4902" dur="1" fill="hold">
                                          <p:stCondLst>
                                            <p:cond delay="499"/>
                                          </p:stCondLst>
                                        </p:cTn>
                                        <p:tgtEl>
                                          <p:spTgt spid="1323"/>
                                        </p:tgtEl>
                                        <p:attrNameLst>
                                          <p:attrName>style.visibility</p:attrName>
                                        </p:attrNameLst>
                                      </p:cBhvr>
                                      <p:to>
                                        <p:strVal val="hidden"/>
                                      </p:to>
                                    </p:set>
                                  </p:childTnLst>
                                </p:cTn>
                              </p:par>
                              <p:par>
                                <p:cTn id="4903" nodeType="withEffect" fill="hold" presetClass="exit" presetID="10">
                                  <p:stCondLst>
                                    <p:cond delay="0"/>
                                  </p:stCondLst>
                                  <p:childTnLst>
                                    <p:animEffect filter="fade" transition="out">
                                      <p:cBhvr additive="repl">
                                        <p:cTn id="4904" dur="500"/>
                                        <p:tgtEl>
                                          <p:spTgt spid="1322"/>
                                        </p:tgtEl>
                                      </p:cBhvr>
                                    </p:animEffect>
                                    <p:set>
                                      <p:cBhvr>
                                        <p:cTn id="4905" dur="1" fill="hold">
                                          <p:stCondLst>
                                            <p:cond delay="499"/>
                                          </p:stCondLst>
                                        </p:cTn>
                                        <p:tgtEl>
                                          <p:spTgt spid="1322"/>
                                        </p:tgtEl>
                                        <p:attrNameLst>
                                          <p:attrName>style.visibility</p:attrName>
                                        </p:attrNameLst>
                                      </p:cBhvr>
                                      <p:to>
                                        <p:strVal val="hidden"/>
                                      </p:to>
                                    </p:set>
                                  </p:childTnLst>
                                </p:cTn>
                              </p:par>
                              <p:par>
                                <p:cTn id="4906" nodeType="withEffect" fill="hold" presetClass="exit" presetID="10">
                                  <p:stCondLst>
                                    <p:cond delay="0"/>
                                  </p:stCondLst>
                                  <p:childTnLst>
                                    <p:animEffect filter="fade" transition="out">
                                      <p:cBhvr additive="repl">
                                        <p:cTn id="4907" dur="500"/>
                                        <p:tgtEl>
                                          <p:spTgt spid="1327"/>
                                        </p:tgtEl>
                                      </p:cBhvr>
                                    </p:animEffect>
                                    <p:set>
                                      <p:cBhvr>
                                        <p:cTn id="4908" dur="1" fill="hold">
                                          <p:stCondLst>
                                            <p:cond delay="499"/>
                                          </p:stCondLst>
                                        </p:cTn>
                                        <p:tgtEl>
                                          <p:spTgt spid="1327"/>
                                        </p:tgtEl>
                                        <p:attrNameLst>
                                          <p:attrName>style.visibility</p:attrName>
                                        </p:attrNameLst>
                                      </p:cBhvr>
                                      <p:to>
                                        <p:strVal val="hidden"/>
                                      </p:to>
                                    </p:set>
                                  </p:childTnLst>
                                </p:cTn>
                              </p:par>
                              <p:par>
                                <p:cTn id="4909" nodeType="withEffect" fill="hold" presetClass="exit" presetID="10">
                                  <p:stCondLst>
                                    <p:cond delay="0"/>
                                  </p:stCondLst>
                                  <p:childTnLst>
                                    <p:animEffect filter="fade" transition="out">
                                      <p:cBhvr additive="repl">
                                        <p:cTn id="4910" dur="500"/>
                                        <p:tgtEl>
                                          <p:spTgt spid="1326"/>
                                        </p:tgtEl>
                                      </p:cBhvr>
                                    </p:animEffect>
                                    <p:set>
                                      <p:cBhvr>
                                        <p:cTn id="4911" dur="1" fill="hold">
                                          <p:stCondLst>
                                            <p:cond delay="499"/>
                                          </p:stCondLst>
                                        </p:cTn>
                                        <p:tgtEl>
                                          <p:spTgt spid="1326"/>
                                        </p:tgtEl>
                                        <p:attrNameLst>
                                          <p:attrName>style.visibility</p:attrName>
                                        </p:attrNameLst>
                                      </p:cBhvr>
                                      <p:to>
                                        <p:strVal val="hidden"/>
                                      </p:to>
                                    </p:set>
                                  </p:childTnLst>
                                </p:cTn>
                              </p:par>
                              <p:par>
                                <p:cTn id="4912" nodeType="withEffect" fill="hold" presetClass="exit" presetID="10">
                                  <p:stCondLst>
                                    <p:cond delay="0"/>
                                  </p:stCondLst>
                                  <p:childTnLst>
                                    <p:animEffect filter="fade" transition="out">
                                      <p:cBhvr additive="repl">
                                        <p:cTn id="4913" dur="500"/>
                                        <p:tgtEl>
                                          <p:spTgt spid="1331"/>
                                        </p:tgtEl>
                                      </p:cBhvr>
                                    </p:animEffect>
                                    <p:set>
                                      <p:cBhvr>
                                        <p:cTn id="4914" dur="1" fill="hold">
                                          <p:stCondLst>
                                            <p:cond delay="499"/>
                                          </p:stCondLst>
                                        </p:cTn>
                                        <p:tgtEl>
                                          <p:spTgt spid="1331"/>
                                        </p:tgtEl>
                                        <p:attrNameLst>
                                          <p:attrName>style.visibility</p:attrName>
                                        </p:attrNameLst>
                                      </p:cBhvr>
                                      <p:to>
                                        <p:strVal val="hidden"/>
                                      </p:to>
                                    </p:set>
                                  </p:childTnLst>
                                </p:cTn>
                              </p:par>
                              <p:par>
                                <p:cTn id="4915" nodeType="withEffect" fill="hold" presetClass="exit" presetID="10">
                                  <p:stCondLst>
                                    <p:cond delay="0"/>
                                  </p:stCondLst>
                                  <p:childTnLst>
                                    <p:animEffect filter="fade" transition="out">
                                      <p:cBhvr additive="repl">
                                        <p:cTn id="4916" dur="500"/>
                                        <p:tgtEl>
                                          <p:spTgt spid="1330"/>
                                        </p:tgtEl>
                                      </p:cBhvr>
                                    </p:animEffect>
                                    <p:set>
                                      <p:cBhvr>
                                        <p:cTn id="4917" dur="1" fill="hold">
                                          <p:stCondLst>
                                            <p:cond delay="499"/>
                                          </p:stCondLst>
                                        </p:cTn>
                                        <p:tgtEl>
                                          <p:spTgt spid="13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918" restart="whenNotActive" nodeType="interactiveSeq" fill="hold">
                <p:stCondLst>
                  <p:cond delay="0" evt="onClick">
                    <p:tgtEl>
                      <p:spTgt spid="1319"/>
                    </p:tgtEl>
                  </p:cond>
                </p:stCondLst>
                <p:childTnLst>
                  <p:par>
                    <p:cTn id="4919" fill="hold">
                      <p:stCondLst>
                        <p:cond delay="0" evt="onClick">
                          <p:tgtEl>
                            <p:spTgt spid="1319"/>
                          </p:tgtEl>
                        </p:cond>
                      </p:stCondLst>
                      <p:childTnLst>
                        <p:par>
                          <p:cTn id="4920" fill="hold">
                            <p:stCondLst>
                              <p:cond delay="0"/>
                            </p:stCondLst>
                            <p:childTnLst>
                              <p:par>
                                <p:cTn id="4921" nodeType="clickEffect" fill="hold" presetClass="exit" presetID="9">
                                  <p:stCondLst>
                                    <p:cond delay="0"/>
                                  </p:stCondLst>
                                  <p:childTnLst>
                                    <p:animEffect filter="dissolve" transition="out">
                                      <p:cBhvr additive="repl">
                                        <p:cTn id="4922" dur="500"/>
                                        <p:tgtEl>
                                          <p:spTgt spid="1319"/>
                                        </p:tgtEl>
                                      </p:cBhvr>
                                    </p:animEffect>
                                    <p:set>
                                      <p:cBhvr>
                                        <p:cTn id="4923" dur="1" fill="hold">
                                          <p:stCondLst>
                                            <p:cond delay="499"/>
                                          </p:stCondLst>
                                        </p:cTn>
                                        <p:tgtEl>
                                          <p:spTgt spid="1319"/>
                                        </p:tgtEl>
                                        <p:attrNameLst>
                                          <p:attrName>style.visibility</p:attrName>
                                        </p:attrNameLst>
                                      </p:cBhvr>
                                      <p:to>
                                        <p:strVal val="hidden"/>
                                      </p:to>
                                    </p:set>
                                  </p:childTnLst>
                                </p:cTn>
                              </p:par>
                              <p:par>
                                <p:cTn id="4924" nodeType="withEffect" fill="hold" presetClass="exit" presetID="9">
                                  <p:stCondLst>
                                    <p:cond delay="0"/>
                                  </p:stCondLst>
                                  <p:childTnLst>
                                    <p:animEffect filter="dissolve" transition="out">
                                      <p:cBhvr additive="repl">
                                        <p:cTn id="4925" dur="500"/>
                                        <p:tgtEl>
                                          <p:spTgt spid="1318"/>
                                        </p:tgtEl>
                                      </p:cBhvr>
                                    </p:animEffect>
                                    <p:set>
                                      <p:cBhvr>
                                        <p:cTn id="4926" dur="1" fill="hold">
                                          <p:stCondLst>
                                            <p:cond delay="499"/>
                                          </p:stCondLst>
                                        </p:cTn>
                                        <p:tgtEl>
                                          <p:spTgt spid="1318"/>
                                        </p:tgtEl>
                                        <p:attrNameLst>
                                          <p:attrName>style.visibility</p:attrName>
                                        </p:attrNameLst>
                                      </p:cBhvr>
                                      <p:to>
                                        <p:strVal val="hidden"/>
                                      </p:to>
                                    </p:set>
                                  </p:childTnLst>
                                </p:cTn>
                              </p:par>
                              <p:par>
                                <p:cTn id="4927" nodeType="withEffect" fill="hold" presetClass="emph" presetID="1" presetSubtype="2">
                                  <p:stCondLst>
                                    <p:cond delay="0"/>
                                  </p:stCondLst>
                                  <p:childTnLst>
                                    <p:animClr clrSpc="rgb">
                                      <p:cBhvr>
                                        <p:cTn id="4928" dur="500" fill="hold"/>
                                        <p:tgtEl>
                                          <p:spTgt spid="1317"/>
                                        </p:tgtEl>
                                        <p:attrNameLst>
                                          <p:attrName>fillcolor</p:attrName>
                                        </p:attrNameLst>
                                      </p:cBhvr>
                                      <p:to>
                                        <a:srgbClr val="95b3d7"/>
                                      </p:to>
                                    </p:animClr>
                                    <p:set>
                                      <p:cBhvr>
                                        <p:cTn id="4929" dur="500" fill="hold"/>
                                        <p:tgtEl>
                                          <p:spTgt spid="1317"/>
                                        </p:tgtEl>
                                        <p:attrNameLst>
                                          <p:attrName>fill.type</p:attrName>
                                        </p:attrNameLst>
                                      </p:cBhvr>
                                      <p:to>
                                        <p:strVal val="solid"/>
                                      </p:to>
                                    </p:set>
                                    <p:set>
                                      <p:cBhvr>
                                        <p:cTn id="4930" dur="500" fill="hold"/>
                                        <p:tgtEl>
                                          <p:spTgt spid="131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931" restart="whenNotActive" nodeType="interactiveSeq" fill="hold">
                <p:stCondLst>
                  <p:cond delay="0" evt="onClick">
                    <p:tgtEl>
                      <p:spTgt spid="1320"/>
                    </p:tgtEl>
                  </p:cond>
                </p:stCondLst>
                <p:childTnLst>
                  <p:par>
                    <p:cTn id="4932" fill="hold">
                      <p:stCondLst>
                        <p:cond delay="0" evt="onClick">
                          <p:tgtEl>
                            <p:spTgt spid="1320"/>
                          </p:tgtEl>
                        </p:cond>
                      </p:stCondLst>
                      <p:childTnLst>
                        <p:par>
                          <p:cTn id="4933" fill="hold">
                            <p:stCondLst>
                              <p:cond delay="0"/>
                            </p:stCondLst>
                            <p:childTnLst>
                              <p:par>
                                <p:cTn id="4934" nodeType="clickEffect" fill="hold" presetClass="entr" presetID="16" presetSubtype="21">
                                  <p:stCondLst>
                                    <p:cond delay="0"/>
                                  </p:stCondLst>
                                  <p:childTnLst>
                                    <p:set>
                                      <p:cBhvr>
                                        <p:cTn id="4935" dur="1" fill="hold">
                                          <p:stCondLst>
                                            <p:cond delay="0"/>
                                          </p:stCondLst>
                                        </p:cTn>
                                        <p:tgtEl>
                                          <p:spTgt spid="1323"/>
                                        </p:tgtEl>
                                        <p:attrNameLst>
                                          <p:attrName>style.visibility</p:attrName>
                                        </p:attrNameLst>
                                      </p:cBhvr>
                                      <p:to>
                                        <p:strVal val="visible"/>
                                      </p:to>
                                    </p:set>
                                    <p:animEffect filter="barn(inVertical)" transition="in">
                                      <p:cBhvr additive="repl">
                                        <p:cTn id="4936" dur="500"/>
                                        <p:tgtEl>
                                          <p:spTgt spid="1323"/>
                                        </p:tgtEl>
                                      </p:cBhvr>
                                    </p:animEffect>
                                  </p:childTnLst>
                                </p:cTn>
                              </p:par>
                              <p:par>
                                <p:cTn id="4937" nodeType="withEffect" fill="hold" presetClass="entr" presetID="16" presetSubtype="21">
                                  <p:stCondLst>
                                    <p:cond delay="0"/>
                                  </p:stCondLst>
                                  <p:childTnLst>
                                    <p:set>
                                      <p:cBhvr>
                                        <p:cTn id="4938" dur="1" fill="hold">
                                          <p:stCondLst>
                                            <p:cond delay="0"/>
                                          </p:stCondLst>
                                        </p:cTn>
                                        <p:tgtEl>
                                          <p:spTgt spid="1322"/>
                                        </p:tgtEl>
                                        <p:attrNameLst>
                                          <p:attrName>style.visibility</p:attrName>
                                        </p:attrNameLst>
                                      </p:cBhvr>
                                      <p:to>
                                        <p:strVal val="visible"/>
                                      </p:to>
                                    </p:set>
                                    <p:animEffect filter="barn(inVertical)" transition="in">
                                      <p:cBhvr additive="repl">
                                        <p:cTn id="4939" dur="500"/>
                                        <p:tgtEl>
                                          <p:spTgt spid="1322"/>
                                        </p:tgtEl>
                                      </p:cBhvr>
                                    </p:animEffect>
                                  </p:childTnLst>
                                </p:cTn>
                              </p:par>
                              <p:par>
                                <p:cTn id="4940" nodeType="withEffect" fill="hold" presetClass="emph" presetID="1" presetSubtype="2">
                                  <p:stCondLst>
                                    <p:cond delay="0"/>
                                  </p:stCondLst>
                                  <p:childTnLst>
                                    <p:animClr clrSpc="rgb">
                                      <p:cBhvr>
                                        <p:cTn id="4941" dur="500" fill="hold"/>
                                        <p:tgtEl>
                                          <p:spTgt spid="1321"/>
                                        </p:tgtEl>
                                        <p:attrNameLst>
                                          <p:attrName>fillcolor</p:attrName>
                                        </p:attrNameLst>
                                      </p:cBhvr>
                                      <p:to>
                                        <a:srgbClr val="8a80e4"/>
                                      </p:to>
                                    </p:animClr>
                                    <p:set>
                                      <p:cBhvr>
                                        <p:cTn id="4942" dur="500" fill="hold"/>
                                        <p:tgtEl>
                                          <p:spTgt spid="1321"/>
                                        </p:tgtEl>
                                        <p:attrNameLst>
                                          <p:attrName>fill.type</p:attrName>
                                        </p:attrNameLst>
                                      </p:cBhvr>
                                      <p:to>
                                        <p:strVal val="solid"/>
                                      </p:to>
                                    </p:set>
                                    <p:set>
                                      <p:cBhvr>
                                        <p:cTn id="4943" dur="500" fill="hold"/>
                                        <p:tgtEl>
                                          <p:spTgt spid="1321"/>
                                        </p:tgtEl>
                                        <p:attrNameLst>
                                          <p:attrName>fill.on</p:attrName>
                                        </p:attrNameLst>
                                      </p:cBhvr>
                                      <p:to>
                                        <p:strVal val="true"/>
                                      </p:to>
                                    </p:set>
                                  </p:childTnLst>
                                </p:cTn>
                              </p:par>
                              <p:par>
                                <p:cTn id="4944" nodeType="withEffect" fill="hold" presetClass="emph" presetID="1" presetSubtype="2">
                                  <p:stCondLst>
                                    <p:cond delay="0"/>
                                  </p:stCondLst>
                                  <p:childTnLst>
                                    <p:animClr clrSpc="rgb">
                                      <p:cBhvr>
                                        <p:cTn id="4945" dur="500" fill="hold"/>
                                        <p:tgtEl>
                                          <p:spTgt spid="1317"/>
                                        </p:tgtEl>
                                        <p:attrNameLst>
                                          <p:attrName>fillcolor</p:attrName>
                                        </p:attrNameLst>
                                      </p:cBhvr>
                                      <p:to>
                                        <a:srgbClr val="95b3d7"/>
                                      </p:to>
                                    </p:animClr>
                                    <p:set>
                                      <p:cBhvr>
                                        <p:cTn id="4946" dur="500" fill="hold"/>
                                        <p:tgtEl>
                                          <p:spTgt spid="1317"/>
                                        </p:tgtEl>
                                        <p:attrNameLst>
                                          <p:attrName>fill.type</p:attrName>
                                        </p:attrNameLst>
                                      </p:cBhvr>
                                      <p:to>
                                        <p:strVal val="solid"/>
                                      </p:to>
                                    </p:set>
                                    <p:set>
                                      <p:cBhvr>
                                        <p:cTn id="4947" dur="500" fill="hold"/>
                                        <p:tgtEl>
                                          <p:spTgt spid="1317"/>
                                        </p:tgtEl>
                                        <p:attrNameLst>
                                          <p:attrName>fill.on</p:attrName>
                                        </p:attrNameLst>
                                      </p:cBhvr>
                                      <p:to>
                                        <p:strVal val="true"/>
                                      </p:to>
                                    </p:set>
                                  </p:childTnLst>
                                </p:cTn>
                              </p:par>
                              <p:par>
                                <p:cTn id="4948" nodeType="withEffect" fill="hold" presetClass="emph" presetID="1" presetSubtype="2">
                                  <p:stCondLst>
                                    <p:cond delay="0"/>
                                  </p:stCondLst>
                                  <p:childTnLst>
                                    <p:animClr clrSpc="rgb">
                                      <p:cBhvr>
                                        <p:cTn id="4949" dur="500" fill="hold"/>
                                        <p:tgtEl>
                                          <p:spTgt spid="1325"/>
                                        </p:tgtEl>
                                        <p:attrNameLst>
                                          <p:attrName>fillcolor</p:attrName>
                                        </p:attrNameLst>
                                      </p:cBhvr>
                                      <p:to>
                                        <a:srgbClr val="95b3d7"/>
                                      </p:to>
                                    </p:animClr>
                                    <p:set>
                                      <p:cBhvr>
                                        <p:cTn id="4950" dur="500" fill="hold"/>
                                        <p:tgtEl>
                                          <p:spTgt spid="1325"/>
                                        </p:tgtEl>
                                        <p:attrNameLst>
                                          <p:attrName>fill.type</p:attrName>
                                        </p:attrNameLst>
                                      </p:cBhvr>
                                      <p:to>
                                        <p:strVal val="solid"/>
                                      </p:to>
                                    </p:set>
                                    <p:set>
                                      <p:cBhvr>
                                        <p:cTn id="4951" dur="500" fill="hold"/>
                                        <p:tgtEl>
                                          <p:spTgt spid="1325"/>
                                        </p:tgtEl>
                                        <p:attrNameLst>
                                          <p:attrName>fill.on</p:attrName>
                                        </p:attrNameLst>
                                      </p:cBhvr>
                                      <p:to>
                                        <p:strVal val="true"/>
                                      </p:to>
                                    </p:set>
                                  </p:childTnLst>
                                </p:cTn>
                              </p:par>
                              <p:par>
                                <p:cTn id="4952" nodeType="withEffect" fill="hold" presetClass="emph" presetID="1" presetSubtype="2">
                                  <p:stCondLst>
                                    <p:cond delay="0"/>
                                  </p:stCondLst>
                                  <p:childTnLst>
                                    <p:animClr clrSpc="rgb">
                                      <p:cBhvr>
                                        <p:cTn id="4953" dur="500" fill="hold"/>
                                        <p:tgtEl>
                                          <p:spTgt spid="1329"/>
                                        </p:tgtEl>
                                        <p:attrNameLst>
                                          <p:attrName>fillcolor</p:attrName>
                                        </p:attrNameLst>
                                      </p:cBhvr>
                                      <p:to>
                                        <a:srgbClr val="95b3d7"/>
                                      </p:to>
                                    </p:animClr>
                                    <p:set>
                                      <p:cBhvr>
                                        <p:cTn id="4954" dur="500" fill="hold"/>
                                        <p:tgtEl>
                                          <p:spTgt spid="1329"/>
                                        </p:tgtEl>
                                        <p:attrNameLst>
                                          <p:attrName>fill.type</p:attrName>
                                        </p:attrNameLst>
                                      </p:cBhvr>
                                      <p:to>
                                        <p:strVal val="solid"/>
                                      </p:to>
                                    </p:set>
                                    <p:set>
                                      <p:cBhvr>
                                        <p:cTn id="4955" dur="500" fill="hold"/>
                                        <p:tgtEl>
                                          <p:spTgt spid="1329"/>
                                        </p:tgtEl>
                                        <p:attrNameLst>
                                          <p:attrName>fill.on</p:attrName>
                                        </p:attrNameLst>
                                      </p:cBhvr>
                                      <p:to>
                                        <p:strVal val="true"/>
                                      </p:to>
                                    </p:set>
                                  </p:childTnLst>
                                </p:cTn>
                              </p:par>
                              <p:par>
                                <p:cTn id="4956" nodeType="withEffect" fill="hold" presetClass="exit" presetID="10">
                                  <p:stCondLst>
                                    <p:cond delay="0"/>
                                  </p:stCondLst>
                                  <p:childTnLst>
                                    <p:animEffect filter="fade" transition="out">
                                      <p:cBhvr additive="repl">
                                        <p:cTn id="4957" dur="500"/>
                                        <p:tgtEl>
                                          <p:spTgt spid="1319"/>
                                        </p:tgtEl>
                                      </p:cBhvr>
                                    </p:animEffect>
                                    <p:set>
                                      <p:cBhvr>
                                        <p:cTn id="4958" dur="1" fill="hold">
                                          <p:stCondLst>
                                            <p:cond delay="499"/>
                                          </p:stCondLst>
                                        </p:cTn>
                                        <p:tgtEl>
                                          <p:spTgt spid="1319"/>
                                        </p:tgtEl>
                                        <p:attrNameLst>
                                          <p:attrName>style.visibility</p:attrName>
                                        </p:attrNameLst>
                                      </p:cBhvr>
                                      <p:to>
                                        <p:strVal val="hidden"/>
                                      </p:to>
                                    </p:set>
                                  </p:childTnLst>
                                </p:cTn>
                              </p:par>
                              <p:par>
                                <p:cTn id="4959" nodeType="withEffect" fill="hold" presetClass="exit" presetID="10">
                                  <p:stCondLst>
                                    <p:cond delay="0"/>
                                  </p:stCondLst>
                                  <p:childTnLst>
                                    <p:animEffect filter="fade" transition="out">
                                      <p:cBhvr additive="repl">
                                        <p:cTn id="4960" dur="500"/>
                                        <p:tgtEl>
                                          <p:spTgt spid="1318"/>
                                        </p:tgtEl>
                                      </p:cBhvr>
                                    </p:animEffect>
                                    <p:set>
                                      <p:cBhvr>
                                        <p:cTn id="4961" dur="1" fill="hold">
                                          <p:stCondLst>
                                            <p:cond delay="499"/>
                                          </p:stCondLst>
                                        </p:cTn>
                                        <p:tgtEl>
                                          <p:spTgt spid="1318"/>
                                        </p:tgtEl>
                                        <p:attrNameLst>
                                          <p:attrName>style.visibility</p:attrName>
                                        </p:attrNameLst>
                                      </p:cBhvr>
                                      <p:to>
                                        <p:strVal val="hidden"/>
                                      </p:to>
                                    </p:set>
                                  </p:childTnLst>
                                </p:cTn>
                              </p:par>
                              <p:par>
                                <p:cTn id="4962" nodeType="withEffect" fill="hold" presetClass="exit" presetID="10">
                                  <p:stCondLst>
                                    <p:cond delay="0"/>
                                  </p:stCondLst>
                                  <p:childTnLst>
                                    <p:animEffect filter="fade" transition="out">
                                      <p:cBhvr additive="repl">
                                        <p:cTn id="4963" dur="500"/>
                                        <p:tgtEl>
                                          <p:spTgt spid="1327"/>
                                        </p:tgtEl>
                                      </p:cBhvr>
                                    </p:animEffect>
                                    <p:set>
                                      <p:cBhvr>
                                        <p:cTn id="4964" dur="1" fill="hold">
                                          <p:stCondLst>
                                            <p:cond delay="499"/>
                                          </p:stCondLst>
                                        </p:cTn>
                                        <p:tgtEl>
                                          <p:spTgt spid="1327"/>
                                        </p:tgtEl>
                                        <p:attrNameLst>
                                          <p:attrName>style.visibility</p:attrName>
                                        </p:attrNameLst>
                                      </p:cBhvr>
                                      <p:to>
                                        <p:strVal val="hidden"/>
                                      </p:to>
                                    </p:set>
                                  </p:childTnLst>
                                </p:cTn>
                              </p:par>
                              <p:par>
                                <p:cTn id="4965" nodeType="withEffect" fill="hold" presetClass="exit" presetID="10">
                                  <p:stCondLst>
                                    <p:cond delay="0"/>
                                  </p:stCondLst>
                                  <p:childTnLst>
                                    <p:animEffect filter="fade" transition="out">
                                      <p:cBhvr additive="repl">
                                        <p:cTn id="4966" dur="500"/>
                                        <p:tgtEl>
                                          <p:spTgt spid="1326"/>
                                        </p:tgtEl>
                                      </p:cBhvr>
                                    </p:animEffect>
                                    <p:set>
                                      <p:cBhvr>
                                        <p:cTn id="4967" dur="1" fill="hold">
                                          <p:stCondLst>
                                            <p:cond delay="499"/>
                                          </p:stCondLst>
                                        </p:cTn>
                                        <p:tgtEl>
                                          <p:spTgt spid="1326"/>
                                        </p:tgtEl>
                                        <p:attrNameLst>
                                          <p:attrName>style.visibility</p:attrName>
                                        </p:attrNameLst>
                                      </p:cBhvr>
                                      <p:to>
                                        <p:strVal val="hidden"/>
                                      </p:to>
                                    </p:set>
                                  </p:childTnLst>
                                </p:cTn>
                              </p:par>
                              <p:par>
                                <p:cTn id="4968" nodeType="withEffect" fill="hold" presetClass="exit" presetID="10">
                                  <p:stCondLst>
                                    <p:cond delay="0"/>
                                  </p:stCondLst>
                                  <p:childTnLst>
                                    <p:animEffect filter="fade" transition="out">
                                      <p:cBhvr additive="repl">
                                        <p:cTn id="4969" dur="500"/>
                                        <p:tgtEl>
                                          <p:spTgt spid="1331"/>
                                        </p:tgtEl>
                                      </p:cBhvr>
                                    </p:animEffect>
                                    <p:set>
                                      <p:cBhvr>
                                        <p:cTn id="4970" dur="1" fill="hold">
                                          <p:stCondLst>
                                            <p:cond delay="499"/>
                                          </p:stCondLst>
                                        </p:cTn>
                                        <p:tgtEl>
                                          <p:spTgt spid="1331"/>
                                        </p:tgtEl>
                                        <p:attrNameLst>
                                          <p:attrName>style.visibility</p:attrName>
                                        </p:attrNameLst>
                                      </p:cBhvr>
                                      <p:to>
                                        <p:strVal val="hidden"/>
                                      </p:to>
                                    </p:set>
                                  </p:childTnLst>
                                </p:cTn>
                              </p:par>
                              <p:par>
                                <p:cTn id="4971" nodeType="withEffect" fill="hold" presetClass="exit" presetID="10">
                                  <p:stCondLst>
                                    <p:cond delay="0"/>
                                  </p:stCondLst>
                                  <p:childTnLst>
                                    <p:animEffect filter="fade" transition="out">
                                      <p:cBhvr additive="repl">
                                        <p:cTn id="4972" dur="500"/>
                                        <p:tgtEl>
                                          <p:spTgt spid="1330"/>
                                        </p:tgtEl>
                                      </p:cBhvr>
                                    </p:animEffect>
                                    <p:set>
                                      <p:cBhvr>
                                        <p:cTn id="4973" dur="1" fill="hold">
                                          <p:stCondLst>
                                            <p:cond delay="499"/>
                                          </p:stCondLst>
                                        </p:cTn>
                                        <p:tgtEl>
                                          <p:spTgt spid="13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4974" restart="whenNotActive" nodeType="interactiveSeq" fill="hold">
                <p:stCondLst>
                  <p:cond delay="0" evt="onClick">
                    <p:tgtEl>
                      <p:spTgt spid="1323"/>
                    </p:tgtEl>
                  </p:cond>
                </p:stCondLst>
                <p:childTnLst>
                  <p:par>
                    <p:cTn id="4975" fill="hold">
                      <p:stCondLst>
                        <p:cond delay="0" evt="onClick">
                          <p:tgtEl>
                            <p:spTgt spid="1323"/>
                          </p:tgtEl>
                        </p:cond>
                      </p:stCondLst>
                      <p:childTnLst>
                        <p:par>
                          <p:cTn id="4976" fill="hold">
                            <p:stCondLst>
                              <p:cond delay="0"/>
                            </p:stCondLst>
                            <p:childTnLst>
                              <p:par>
                                <p:cTn id="4977" nodeType="clickEffect" fill="hold" presetClass="exit" presetID="9">
                                  <p:stCondLst>
                                    <p:cond delay="0"/>
                                  </p:stCondLst>
                                  <p:childTnLst>
                                    <p:animEffect filter="dissolve" transition="out">
                                      <p:cBhvr additive="repl">
                                        <p:cTn id="4978" dur="500"/>
                                        <p:tgtEl>
                                          <p:spTgt spid="1323"/>
                                        </p:tgtEl>
                                      </p:cBhvr>
                                    </p:animEffect>
                                    <p:set>
                                      <p:cBhvr>
                                        <p:cTn id="4979" dur="1" fill="hold">
                                          <p:stCondLst>
                                            <p:cond delay="499"/>
                                          </p:stCondLst>
                                        </p:cTn>
                                        <p:tgtEl>
                                          <p:spTgt spid="1323"/>
                                        </p:tgtEl>
                                        <p:attrNameLst>
                                          <p:attrName>style.visibility</p:attrName>
                                        </p:attrNameLst>
                                      </p:cBhvr>
                                      <p:to>
                                        <p:strVal val="hidden"/>
                                      </p:to>
                                    </p:set>
                                  </p:childTnLst>
                                </p:cTn>
                              </p:par>
                              <p:par>
                                <p:cTn id="4980" nodeType="withEffect" fill="hold" presetClass="exit" presetID="9">
                                  <p:stCondLst>
                                    <p:cond delay="0"/>
                                  </p:stCondLst>
                                  <p:childTnLst>
                                    <p:animEffect filter="dissolve" transition="out">
                                      <p:cBhvr additive="repl">
                                        <p:cTn id="4981" dur="500"/>
                                        <p:tgtEl>
                                          <p:spTgt spid="1322"/>
                                        </p:tgtEl>
                                      </p:cBhvr>
                                    </p:animEffect>
                                    <p:set>
                                      <p:cBhvr>
                                        <p:cTn id="4982" dur="1" fill="hold">
                                          <p:stCondLst>
                                            <p:cond delay="499"/>
                                          </p:stCondLst>
                                        </p:cTn>
                                        <p:tgtEl>
                                          <p:spTgt spid="1322"/>
                                        </p:tgtEl>
                                        <p:attrNameLst>
                                          <p:attrName>style.visibility</p:attrName>
                                        </p:attrNameLst>
                                      </p:cBhvr>
                                      <p:to>
                                        <p:strVal val="hidden"/>
                                      </p:to>
                                    </p:set>
                                  </p:childTnLst>
                                </p:cTn>
                              </p:par>
                              <p:par>
                                <p:cTn id="4983" nodeType="withEffect" fill="hold" presetClass="emph" presetID="1" presetSubtype="2">
                                  <p:stCondLst>
                                    <p:cond delay="0"/>
                                  </p:stCondLst>
                                  <p:childTnLst>
                                    <p:animClr clrSpc="rgb">
                                      <p:cBhvr>
                                        <p:cTn id="4984" dur="500" fill="hold"/>
                                        <p:tgtEl>
                                          <p:spTgt spid="1321"/>
                                        </p:tgtEl>
                                        <p:attrNameLst>
                                          <p:attrName>fillcolor</p:attrName>
                                        </p:attrNameLst>
                                      </p:cBhvr>
                                      <p:to>
                                        <a:srgbClr val="95b3d7"/>
                                      </p:to>
                                    </p:animClr>
                                    <p:set>
                                      <p:cBhvr>
                                        <p:cTn id="4985" dur="500" fill="hold"/>
                                        <p:tgtEl>
                                          <p:spTgt spid="1321"/>
                                        </p:tgtEl>
                                        <p:attrNameLst>
                                          <p:attrName>fill.type</p:attrName>
                                        </p:attrNameLst>
                                      </p:cBhvr>
                                      <p:to>
                                        <p:strVal val="solid"/>
                                      </p:to>
                                    </p:set>
                                    <p:set>
                                      <p:cBhvr>
                                        <p:cTn id="4986" dur="500" fill="hold"/>
                                        <p:tgtEl>
                                          <p:spTgt spid="132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4987" restart="whenNotActive" nodeType="interactiveSeq" fill="hold">
                <p:stCondLst>
                  <p:cond delay="0" evt="onClick">
                    <p:tgtEl>
                      <p:spTgt spid="1324"/>
                    </p:tgtEl>
                  </p:cond>
                </p:stCondLst>
                <p:childTnLst>
                  <p:par>
                    <p:cTn id="4988" fill="hold">
                      <p:stCondLst>
                        <p:cond delay="0" evt="onClick">
                          <p:tgtEl>
                            <p:spTgt spid="1324"/>
                          </p:tgtEl>
                        </p:cond>
                      </p:stCondLst>
                      <p:childTnLst>
                        <p:par>
                          <p:cTn id="4989" fill="hold">
                            <p:stCondLst>
                              <p:cond delay="0"/>
                            </p:stCondLst>
                            <p:childTnLst>
                              <p:par>
                                <p:cTn id="4990" nodeType="clickEffect" fill="hold" presetClass="entr" presetID="16" presetSubtype="21">
                                  <p:stCondLst>
                                    <p:cond delay="0"/>
                                  </p:stCondLst>
                                  <p:childTnLst>
                                    <p:set>
                                      <p:cBhvr>
                                        <p:cTn id="4991" dur="1" fill="hold">
                                          <p:stCondLst>
                                            <p:cond delay="0"/>
                                          </p:stCondLst>
                                        </p:cTn>
                                        <p:tgtEl>
                                          <p:spTgt spid="1327"/>
                                        </p:tgtEl>
                                        <p:attrNameLst>
                                          <p:attrName>style.visibility</p:attrName>
                                        </p:attrNameLst>
                                      </p:cBhvr>
                                      <p:to>
                                        <p:strVal val="visible"/>
                                      </p:to>
                                    </p:set>
                                    <p:animEffect filter="barn(inVertical)" transition="in">
                                      <p:cBhvr additive="repl">
                                        <p:cTn id="4992" dur="500"/>
                                        <p:tgtEl>
                                          <p:spTgt spid="1327"/>
                                        </p:tgtEl>
                                      </p:cBhvr>
                                    </p:animEffect>
                                  </p:childTnLst>
                                </p:cTn>
                              </p:par>
                              <p:par>
                                <p:cTn id="4993" nodeType="withEffect" fill="hold" presetClass="entr" presetID="16" presetSubtype="21">
                                  <p:stCondLst>
                                    <p:cond delay="0"/>
                                  </p:stCondLst>
                                  <p:childTnLst>
                                    <p:set>
                                      <p:cBhvr>
                                        <p:cTn id="4994" dur="1" fill="hold">
                                          <p:stCondLst>
                                            <p:cond delay="0"/>
                                          </p:stCondLst>
                                        </p:cTn>
                                        <p:tgtEl>
                                          <p:spTgt spid="1326"/>
                                        </p:tgtEl>
                                        <p:attrNameLst>
                                          <p:attrName>style.visibility</p:attrName>
                                        </p:attrNameLst>
                                      </p:cBhvr>
                                      <p:to>
                                        <p:strVal val="visible"/>
                                      </p:to>
                                    </p:set>
                                    <p:animEffect filter="barn(inVertical)" transition="in">
                                      <p:cBhvr additive="repl">
                                        <p:cTn id="4995" dur="500"/>
                                        <p:tgtEl>
                                          <p:spTgt spid="1326"/>
                                        </p:tgtEl>
                                      </p:cBhvr>
                                    </p:animEffect>
                                  </p:childTnLst>
                                </p:cTn>
                              </p:par>
                              <p:par>
                                <p:cTn id="4996" nodeType="withEffect" fill="hold" presetClass="emph" presetID="1" presetSubtype="2">
                                  <p:stCondLst>
                                    <p:cond delay="0"/>
                                  </p:stCondLst>
                                  <p:childTnLst>
                                    <p:animClr clrSpc="rgb">
                                      <p:cBhvr>
                                        <p:cTn id="4997" dur="500" fill="hold"/>
                                        <p:tgtEl>
                                          <p:spTgt spid="1325"/>
                                        </p:tgtEl>
                                        <p:attrNameLst>
                                          <p:attrName>fillcolor</p:attrName>
                                        </p:attrNameLst>
                                      </p:cBhvr>
                                      <p:to>
                                        <a:srgbClr val="8a80e4"/>
                                      </p:to>
                                    </p:animClr>
                                    <p:set>
                                      <p:cBhvr>
                                        <p:cTn id="4998" dur="500" fill="hold"/>
                                        <p:tgtEl>
                                          <p:spTgt spid="1325"/>
                                        </p:tgtEl>
                                        <p:attrNameLst>
                                          <p:attrName>fill.type</p:attrName>
                                        </p:attrNameLst>
                                      </p:cBhvr>
                                      <p:to>
                                        <p:strVal val="solid"/>
                                      </p:to>
                                    </p:set>
                                    <p:set>
                                      <p:cBhvr>
                                        <p:cTn id="4999" dur="500" fill="hold"/>
                                        <p:tgtEl>
                                          <p:spTgt spid="1325"/>
                                        </p:tgtEl>
                                        <p:attrNameLst>
                                          <p:attrName>fill.on</p:attrName>
                                        </p:attrNameLst>
                                      </p:cBhvr>
                                      <p:to>
                                        <p:strVal val="true"/>
                                      </p:to>
                                    </p:set>
                                  </p:childTnLst>
                                </p:cTn>
                              </p:par>
                              <p:par>
                                <p:cTn id="5000" nodeType="withEffect" fill="hold" presetClass="emph" presetID="1" presetSubtype="2">
                                  <p:stCondLst>
                                    <p:cond delay="0"/>
                                  </p:stCondLst>
                                  <p:childTnLst>
                                    <p:animClr clrSpc="rgb">
                                      <p:cBhvr>
                                        <p:cTn id="5001" dur="500" fill="hold"/>
                                        <p:tgtEl>
                                          <p:spTgt spid="1317"/>
                                        </p:tgtEl>
                                        <p:attrNameLst>
                                          <p:attrName>fillcolor</p:attrName>
                                        </p:attrNameLst>
                                      </p:cBhvr>
                                      <p:to>
                                        <a:srgbClr val="95b3d7"/>
                                      </p:to>
                                    </p:animClr>
                                    <p:set>
                                      <p:cBhvr>
                                        <p:cTn id="5002" dur="500" fill="hold"/>
                                        <p:tgtEl>
                                          <p:spTgt spid="1317"/>
                                        </p:tgtEl>
                                        <p:attrNameLst>
                                          <p:attrName>fill.type</p:attrName>
                                        </p:attrNameLst>
                                      </p:cBhvr>
                                      <p:to>
                                        <p:strVal val="solid"/>
                                      </p:to>
                                    </p:set>
                                    <p:set>
                                      <p:cBhvr>
                                        <p:cTn id="5003" dur="500" fill="hold"/>
                                        <p:tgtEl>
                                          <p:spTgt spid="1317"/>
                                        </p:tgtEl>
                                        <p:attrNameLst>
                                          <p:attrName>fill.on</p:attrName>
                                        </p:attrNameLst>
                                      </p:cBhvr>
                                      <p:to>
                                        <p:strVal val="true"/>
                                      </p:to>
                                    </p:set>
                                  </p:childTnLst>
                                </p:cTn>
                              </p:par>
                              <p:par>
                                <p:cTn id="5004" nodeType="withEffect" fill="hold" presetClass="emph" presetID="1" presetSubtype="2">
                                  <p:stCondLst>
                                    <p:cond delay="0"/>
                                  </p:stCondLst>
                                  <p:childTnLst>
                                    <p:animClr clrSpc="rgb">
                                      <p:cBhvr>
                                        <p:cTn id="5005" dur="500" fill="hold"/>
                                        <p:tgtEl>
                                          <p:spTgt spid="1321"/>
                                        </p:tgtEl>
                                        <p:attrNameLst>
                                          <p:attrName>fillcolor</p:attrName>
                                        </p:attrNameLst>
                                      </p:cBhvr>
                                      <p:to>
                                        <a:srgbClr val="95b3d7"/>
                                      </p:to>
                                    </p:animClr>
                                    <p:set>
                                      <p:cBhvr>
                                        <p:cTn id="5006" dur="500" fill="hold"/>
                                        <p:tgtEl>
                                          <p:spTgt spid="1321"/>
                                        </p:tgtEl>
                                        <p:attrNameLst>
                                          <p:attrName>fill.type</p:attrName>
                                        </p:attrNameLst>
                                      </p:cBhvr>
                                      <p:to>
                                        <p:strVal val="solid"/>
                                      </p:to>
                                    </p:set>
                                    <p:set>
                                      <p:cBhvr>
                                        <p:cTn id="5007" dur="500" fill="hold"/>
                                        <p:tgtEl>
                                          <p:spTgt spid="1321"/>
                                        </p:tgtEl>
                                        <p:attrNameLst>
                                          <p:attrName>fill.on</p:attrName>
                                        </p:attrNameLst>
                                      </p:cBhvr>
                                      <p:to>
                                        <p:strVal val="true"/>
                                      </p:to>
                                    </p:set>
                                  </p:childTnLst>
                                </p:cTn>
                              </p:par>
                              <p:par>
                                <p:cTn id="5008" nodeType="withEffect" fill="hold" presetClass="emph" presetID="1" presetSubtype="2">
                                  <p:stCondLst>
                                    <p:cond delay="0"/>
                                  </p:stCondLst>
                                  <p:childTnLst>
                                    <p:animClr clrSpc="rgb">
                                      <p:cBhvr>
                                        <p:cTn id="5009" dur="500" fill="hold"/>
                                        <p:tgtEl>
                                          <p:spTgt spid="1329"/>
                                        </p:tgtEl>
                                        <p:attrNameLst>
                                          <p:attrName>fillcolor</p:attrName>
                                        </p:attrNameLst>
                                      </p:cBhvr>
                                      <p:to>
                                        <a:srgbClr val="95b3d7"/>
                                      </p:to>
                                    </p:animClr>
                                    <p:set>
                                      <p:cBhvr>
                                        <p:cTn id="5010" dur="500" fill="hold"/>
                                        <p:tgtEl>
                                          <p:spTgt spid="1329"/>
                                        </p:tgtEl>
                                        <p:attrNameLst>
                                          <p:attrName>fill.type</p:attrName>
                                        </p:attrNameLst>
                                      </p:cBhvr>
                                      <p:to>
                                        <p:strVal val="solid"/>
                                      </p:to>
                                    </p:set>
                                    <p:set>
                                      <p:cBhvr>
                                        <p:cTn id="5011" dur="500" fill="hold"/>
                                        <p:tgtEl>
                                          <p:spTgt spid="1329"/>
                                        </p:tgtEl>
                                        <p:attrNameLst>
                                          <p:attrName>fill.on</p:attrName>
                                        </p:attrNameLst>
                                      </p:cBhvr>
                                      <p:to>
                                        <p:strVal val="true"/>
                                      </p:to>
                                    </p:set>
                                  </p:childTnLst>
                                </p:cTn>
                              </p:par>
                              <p:par>
                                <p:cTn id="5012" nodeType="withEffect" fill="hold" presetClass="exit" presetID="10">
                                  <p:stCondLst>
                                    <p:cond delay="0"/>
                                  </p:stCondLst>
                                  <p:childTnLst>
                                    <p:animEffect filter="fade" transition="out">
                                      <p:cBhvr additive="repl">
                                        <p:cTn id="5013" dur="500"/>
                                        <p:tgtEl>
                                          <p:spTgt spid="1319"/>
                                        </p:tgtEl>
                                      </p:cBhvr>
                                    </p:animEffect>
                                    <p:set>
                                      <p:cBhvr>
                                        <p:cTn id="5014" dur="1" fill="hold">
                                          <p:stCondLst>
                                            <p:cond delay="499"/>
                                          </p:stCondLst>
                                        </p:cTn>
                                        <p:tgtEl>
                                          <p:spTgt spid="1319"/>
                                        </p:tgtEl>
                                        <p:attrNameLst>
                                          <p:attrName>style.visibility</p:attrName>
                                        </p:attrNameLst>
                                      </p:cBhvr>
                                      <p:to>
                                        <p:strVal val="hidden"/>
                                      </p:to>
                                    </p:set>
                                  </p:childTnLst>
                                </p:cTn>
                              </p:par>
                              <p:par>
                                <p:cTn id="5015" nodeType="withEffect" fill="hold" presetClass="exit" presetID="10">
                                  <p:stCondLst>
                                    <p:cond delay="0"/>
                                  </p:stCondLst>
                                  <p:childTnLst>
                                    <p:animEffect filter="fade" transition="out">
                                      <p:cBhvr additive="repl">
                                        <p:cTn id="5016" dur="500"/>
                                        <p:tgtEl>
                                          <p:spTgt spid="1318"/>
                                        </p:tgtEl>
                                      </p:cBhvr>
                                    </p:animEffect>
                                    <p:set>
                                      <p:cBhvr>
                                        <p:cTn id="5017" dur="1" fill="hold">
                                          <p:stCondLst>
                                            <p:cond delay="499"/>
                                          </p:stCondLst>
                                        </p:cTn>
                                        <p:tgtEl>
                                          <p:spTgt spid="1318"/>
                                        </p:tgtEl>
                                        <p:attrNameLst>
                                          <p:attrName>style.visibility</p:attrName>
                                        </p:attrNameLst>
                                      </p:cBhvr>
                                      <p:to>
                                        <p:strVal val="hidden"/>
                                      </p:to>
                                    </p:set>
                                  </p:childTnLst>
                                </p:cTn>
                              </p:par>
                              <p:par>
                                <p:cTn id="5018" nodeType="withEffect" fill="hold" presetClass="exit" presetID="10">
                                  <p:stCondLst>
                                    <p:cond delay="0"/>
                                  </p:stCondLst>
                                  <p:childTnLst>
                                    <p:animEffect filter="fade" transition="out">
                                      <p:cBhvr additive="repl">
                                        <p:cTn id="5019" dur="500"/>
                                        <p:tgtEl>
                                          <p:spTgt spid="1323"/>
                                        </p:tgtEl>
                                      </p:cBhvr>
                                    </p:animEffect>
                                    <p:set>
                                      <p:cBhvr>
                                        <p:cTn id="5020" dur="1" fill="hold">
                                          <p:stCondLst>
                                            <p:cond delay="499"/>
                                          </p:stCondLst>
                                        </p:cTn>
                                        <p:tgtEl>
                                          <p:spTgt spid="1323"/>
                                        </p:tgtEl>
                                        <p:attrNameLst>
                                          <p:attrName>style.visibility</p:attrName>
                                        </p:attrNameLst>
                                      </p:cBhvr>
                                      <p:to>
                                        <p:strVal val="hidden"/>
                                      </p:to>
                                    </p:set>
                                  </p:childTnLst>
                                </p:cTn>
                              </p:par>
                              <p:par>
                                <p:cTn id="5021" nodeType="withEffect" fill="hold" presetClass="exit" presetID="10">
                                  <p:stCondLst>
                                    <p:cond delay="0"/>
                                  </p:stCondLst>
                                  <p:childTnLst>
                                    <p:animEffect filter="fade" transition="out">
                                      <p:cBhvr additive="repl">
                                        <p:cTn id="5022" dur="500"/>
                                        <p:tgtEl>
                                          <p:spTgt spid="1322"/>
                                        </p:tgtEl>
                                      </p:cBhvr>
                                    </p:animEffect>
                                    <p:set>
                                      <p:cBhvr>
                                        <p:cTn id="5023" dur="1" fill="hold">
                                          <p:stCondLst>
                                            <p:cond delay="499"/>
                                          </p:stCondLst>
                                        </p:cTn>
                                        <p:tgtEl>
                                          <p:spTgt spid="1322"/>
                                        </p:tgtEl>
                                        <p:attrNameLst>
                                          <p:attrName>style.visibility</p:attrName>
                                        </p:attrNameLst>
                                      </p:cBhvr>
                                      <p:to>
                                        <p:strVal val="hidden"/>
                                      </p:to>
                                    </p:set>
                                  </p:childTnLst>
                                </p:cTn>
                              </p:par>
                              <p:par>
                                <p:cTn id="5024" nodeType="withEffect" fill="hold" presetClass="exit" presetID="10">
                                  <p:stCondLst>
                                    <p:cond delay="0"/>
                                  </p:stCondLst>
                                  <p:childTnLst>
                                    <p:animEffect filter="fade" transition="out">
                                      <p:cBhvr additive="repl">
                                        <p:cTn id="5025" dur="500"/>
                                        <p:tgtEl>
                                          <p:spTgt spid="1331"/>
                                        </p:tgtEl>
                                      </p:cBhvr>
                                    </p:animEffect>
                                    <p:set>
                                      <p:cBhvr>
                                        <p:cTn id="5026" dur="1" fill="hold">
                                          <p:stCondLst>
                                            <p:cond delay="499"/>
                                          </p:stCondLst>
                                        </p:cTn>
                                        <p:tgtEl>
                                          <p:spTgt spid="1331"/>
                                        </p:tgtEl>
                                        <p:attrNameLst>
                                          <p:attrName>style.visibility</p:attrName>
                                        </p:attrNameLst>
                                      </p:cBhvr>
                                      <p:to>
                                        <p:strVal val="hidden"/>
                                      </p:to>
                                    </p:set>
                                  </p:childTnLst>
                                </p:cTn>
                              </p:par>
                              <p:par>
                                <p:cTn id="5027" nodeType="withEffect" fill="hold" presetClass="exit" presetID="10">
                                  <p:stCondLst>
                                    <p:cond delay="0"/>
                                  </p:stCondLst>
                                  <p:childTnLst>
                                    <p:animEffect filter="fade" transition="out">
                                      <p:cBhvr additive="repl">
                                        <p:cTn id="5028" dur="500"/>
                                        <p:tgtEl>
                                          <p:spTgt spid="1330"/>
                                        </p:tgtEl>
                                      </p:cBhvr>
                                    </p:animEffect>
                                    <p:set>
                                      <p:cBhvr>
                                        <p:cTn id="5029" dur="1" fill="hold">
                                          <p:stCondLst>
                                            <p:cond delay="499"/>
                                          </p:stCondLst>
                                        </p:cTn>
                                        <p:tgtEl>
                                          <p:spTgt spid="133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030" restart="whenNotActive" nodeType="interactiveSeq" fill="hold">
                <p:stCondLst>
                  <p:cond delay="0" evt="onClick">
                    <p:tgtEl>
                      <p:spTgt spid="1327"/>
                    </p:tgtEl>
                  </p:cond>
                </p:stCondLst>
                <p:childTnLst>
                  <p:par>
                    <p:cTn id="5031" fill="hold">
                      <p:stCondLst>
                        <p:cond delay="0" evt="onClick">
                          <p:tgtEl>
                            <p:spTgt spid="1327"/>
                          </p:tgtEl>
                        </p:cond>
                      </p:stCondLst>
                      <p:childTnLst>
                        <p:par>
                          <p:cTn id="5032" fill="hold">
                            <p:stCondLst>
                              <p:cond delay="0"/>
                            </p:stCondLst>
                            <p:childTnLst>
                              <p:par>
                                <p:cTn id="5033" nodeType="clickEffect" fill="hold" presetClass="exit" presetID="9">
                                  <p:stCondLst>
                                    <p:cond delay="0"/>
                                  </p:stCondLst>
                                  <p:childTnLst>
                                    <p:animEffect filter="dissolve" transition="out">
                                      <p:cBhvr additive="repl">
                                        <p:cTn id="5034" dur="500"/>
                                        <p:tgtEl>
                                          <p:spTgt spid="1327"/>
                                        </p:tgtEl>
                                      </p:cBhvr>
                                    </p:animEffect>
                                    <p:set>
                                      <p:cBhvr>
                                        <p:cTn id="5035" dur="1" fill="hold">
                                          <p:stCondLst>
                                            <p:cond delay="499"/>
                                          </p:stCondLst>
                                        </p:cTn>
                                        <p:tgtEl>
                                          <p:spTgt spid="1327"/>
                                        </p:tgtEl>
                                        <p:attrNameLst>
                                          <p:attrName>style.visibility</p:attrName>
                                        </p:attrNameLst>
                                      </p:cBhvr>
                                      <p:to>
                                        <p:strVal val="hidden"/>
                                      </p:to>
                                    </p:set>
                                  </p:childTnLst>
                                </p:cTn>
                              </p:par>
                              <p:par>
                                <p:cTn id="5036" nodeType="withEffect" fill="hold" presetClass="exit" presetID="9">
                                  <p:stCondLst>
                                    <p:cond delay="0"/>
                                  </p:stCondLst>
                                  <p:childTnLst>
                                    <p:animEffect filter="dissolve" transition="out">
                                      <p:cBhvr additive="repl">
                                        <p:cTn id="5037" dur="500"/>
                                        <p:tgtEl>
                                          <p:spTgt spid="1326"/>
                                        </p:tgtEl>
                                      </p:cBhvr>
                                    </p:animEffect>
                                    <p:set>
                                      <p:cBhvr>
                                        <p:cTn id="5038" dur="1" fill="hold">
                                          <p:stCondLst>
                                            <p:cond delay="499"/>
                                          </p:stCondLst>
                                        </p:cTn>
                                        <p:tgtEl>
                                          <p:spTgt spid="1326"/>
                                        </p:tgtEl>
                                        <p:attrNameLst>
                                          <p:attrName>style.visibility</p:attrName>
                                        </p:attrNameLst>
                                      </p:cBhvr>
                                      <p:to>
                                        <p:strVal val="hidden"/>
                                      </p:to>
                                    </p:set>
                                  </p:childTnLst>
                                </p:cTn>
                              </p:par>
                              <p:par>
                                <p:cTn id="5039" nodeType="withEffect" fill="hold" presetClass="emph" presetID="1" presetSubtype="2">
                                  <p:stCondLst>
                                    <p:cond delay="0"/>
                                  </p:stCondLst>
                                  <p:childTnLst>
                                    <p:animClr clrSpc="rgb">
                                      <p:cBhvr>
                                        <p:cTn id="5040" dur="500" fill="hold"/>
                                        <p:tgtEl>
                                          <p:spTgt spid="1325"/>
                                        </p:tgtEl>
                                        <p:attrNameLst>
                                          <p:attrName>fillcolor</p:attrName>
                                        </p:attrNameLst>
                                      </p:cBhvr>
                                      <p:to>
                                        <a:srgbClr val="95b3d7"/>
                                      </p:to>
                                    </p:animClr>
                                    <p:set>
                                      <p:cBhvr>
                                        <p:cTn id="5041" dur="500" fill="hold"/>
                                        <p:tgtEl>
                                          <p:spTgt spid="1325"/>
                                        </p:tgtEl>
                                        <p:attrNameLst>
                                          <p:attrName>fill.type</p:attrName>
                                        </p:attrNameLst>
                                      </p:cBhvr>
                                      <p:to>
                                        <p:strVal val="solid"/>
                                      </p:to>
                                    </p:set>
                                    <p:set>
                                      <p:cBhvr>
                                        <p:cTn id="5042" dur="500" fill="hold"/>
                                        <p:tgtEl>
                                          <p:spTgt spid="132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043" restart="whenNotActive" nodeType="interactiveSeq" fill="hold">
                <p:stCondLst>
                  <p:cond delay="0" evt="onClick">
                    <p:tgtEl>
                      <p:spTgt spid="1328"/>
                    </p:tgtEl>
                  </p:cond>
                </p:stCondLst>
                <p:childTnLst>
                  <p:par>
                    <p:cTn id="5044" fill="hold">
                      <p:stCondLst>
                        <p:cond delay="0" evt="onClick">
                          <p:tgtEl>
                            <p:spTgt spid="1328"/>
                          </p:tgtEl>
                        </p:cond>
                      </p:stCondLst>
                      <p:childTnLst>
                        <p:par>
                          <p:cTn id="5045" fill="hold">
                            <p:stCondLst>
                              <p:cond delay="0"/>
                            </p:stCondLst>
                            <p:childTnLst>
                              <p:par>
                                <p:cTn id="5046" nodeType="clickEffect" fill="hold" presetClass="entr" presetID="16" presetSubtype="21">
                                  <p:stCondLst>
                                    <p:cond delay="0"/>
                                  </p:stCondLst>
                                  <p:childTnLst>
                                    <p:set>
                                      <p:cBhvr>
                                        <p:cTn id="5047" dur="1" fill="hold">
                                          <p:stCondLst>
                                            <p:cond delay="0"/>
                                          </p:stCondLst>
                                        </p:cTn>
                                        <p:tgtEl>
                                          <p:spTgt spid="1331"/>
                                        </p:tgtEl>
                                        <p:attrNameLst>
                                          <p:attrName>style.visibility</p:attrName>
                                        </p:attrNameLst>
                                      </p:cBhvr>
                                      <p:to>
                                        <p:strVal val="visible"/>
                                      </p:to>
                                    </p:set>
                                    <p:animEffect filter="barn(inVertical)" transition="in">
                                      <p:cBhvr additive="repl">
                                        <p:cTn id="5048" dur="500"/>
                                        <p:tgtEl>
                                          <p:spTgt spid="1331"/>
                                        </p:tgtEl>
                                      </p:cBhvr>
                                    </p:animEffect>
                                  </p:childTnLst>
                                </p:cTn>
                              </p:par>
                              <p:par>
                                <p:cTn id="5049" nodeType="withEffect" fill="hold" presetClass="entr" presetID="16" presetSubtype="21">
                                  <p:stCondLst>
                                    <p:cond delay="0"/>
                                  </p:stCondLst>
                                  <p:childTnLst>
                                    <p:set>
                                      <p:cBhvr>
                                        <p:cTn id="5050" dur="1" fill="hold">
                                          <p:stCondLst>
                                            <p:cond delay="0"/>
                                          </p:stCondLst>
                                        </p:cTn>
                                        <p:tgtEl>
                                          <p:spTgt spid="1330"/>
                                        </p:tgtEl>
                                        <p:attrNameLst>
                                          <p:attrName>style.visibility</p:attrName>
                                        </p:attrNameLst>
                                      </p:cBhvr>
                                      <p:to>
                                        <p:strVal val="visible"/>
                                      </p:to>
                                    </p:set>
                                    <p:animEffect filter="barn(inVertical)" transition="in">
                                      <p:cBhvr additive="repl">
                                        <p:cTn id="5051" dur="500"/>
                                        <p:tgtEl>
                                          <p:spTgt spid="1330"/>
                                        </p:tgtEl>
                                      </p:cBhvr>
                                    </p:animEffect>
                                  </p:childTnLst>
                                </p:cTn>
                              </p:par>
                              <p:par>
                                <p:cTn id="5052" nodeType="withEffect" fill="hold" presetClass="emph" presetID="1" presetSubtype="2">
                                  <p:stCondLst>
                                    <p:cond delay="0"/>
                                  </p:stCondLst>
                                  <p:childTnLst>
                                    <p:animClr clrSpc="rgb">
                                      <p:cBhvr>
                                        <p:cTn id="5053" dur="500" fill="hold"/>
                                        <p:tgtEl>
                                          <p:spTgt spid="1329"/>
                                        </p:tgtEl>
                                        <p:attrNameLst>
                                          <p:attrName>fillcolor</p:attrName>
                                        </p:attrNameLst>
                                      </p:cBhvr>
                                      <p:to>
                                        <a:srgbClr val="8a80e4"/>
                                      </p:to>
                                    </p:animClr>
                                    <p:set>
                                      <p:cBhvr>
                                        <p:cTn id="5054" dur="500" fill="hold"/>
                                        <p:tgtEl>
                                          <p:spTgt spid="1329"/>
                                        </p:tgtEl>
                                        <p:attrNameLst>
                                          <p:attrName>fill.type</p:attrName>
                                        </p:attrNameLst>
                                      </p:cBhvr>
                                      <p:to>
                                        <p:strVal val="solid"/>
                                      </p:to>
                                    </p:set>
                                    <p:set>
                                      <p:cBhvr>
                                        <p:cTn id="5055" dur="500" fill="hold"/>
                                        <p:tgtEl>
                                          <p:spTgt spid="1329"/>
                                        </p:tgtEl>
                                        <p:attrNameLst>
                                          <p:attrName>fill.on</p:attrName>
                                        </p:attrNameLst>
                                      </p:cBhvr>
                                      <p:to>
                                        <p:strVal val="true"/>
                                      </p:to>
                                    </p:set>
                                  </p:childTnLst>
                                </p:cTn>
                              </p:par>
                              <p:par>
                                <p:cTn id="5056" nodeType="withEffect" fill="hold" presetClass="emph" presetID="1" presetSubtype="2">
                                  <p:stCondLst>
                                    <p:cond delay="0"/>
                                  </p:stCondLst>
                                  <p:childTnLst>
                                    <p:animClr clrSpc="rgb">
                                      <p:cBhvr>
                                        <p:cTn id="5057" dur="500" fill="hold"/>
                                        <p:tgtEl>
                                          <p:spTgt spid="1317"/>
                                        </p:tgtEl>
                                        <p:attrNameLst>
                                          <p:attrName>fillcolor</p:attrName>
                                        </p:attrNameLst>
                                      </p:cBhvr>
                                      <p:to>
                                        <a:srgbClr val="95b3d7"/>
                                      </p:to>
                                    </p:animClr>
                                    <p:set>
                                      <p:cBhvr>
                                        <p:cTn id="5058" dur="500" fill="hold"/>
                                        <p:tgtEl>
                                          <p:spTgt spid="1317"/>
                                        </p:tgtEl>
                                        <p:attrNameLst>
                                          <p:attrName>fill.type</p:attrName>
                                        </p:attrNameLst>
                                      </p:cBhvr>
                                      <p:to>
                                        <p:strVal val="solid"/>
                                      </p:to>
                                    </p:set>
                                    <p:set>
                                      <p:cBhvr>
                                        <p:cTn id="5059" dur="500" fill="hold"/>
                                        <p:tgtEl>
                                          <p:spTgt spid="1317"/>
                                        </p:tgtEl>
                                        <p:attrNameLst>
                                          <p:attrName>fill.on</p:attrName>
                                        </p:attrNameLst>
                                      </p:cBhvr>
                                      <p:to>
                                        <p:strVal val="true"/>
                                      </p:to>
                                    </p:set>
                                  </p:childTnLst>
                                </p:cTn>
                              </p:par>
                              <p:par>
                                <p:cTn id="5060" nodeType="withEffect" fill="hold" presetClass="emph" presetID="1" presetSubtype="2">
                                  <p:stCondLst>
                                    <p:cond delay="0"/>
                                  </p:stCondLst>
                                  <p:childTnLst>
                                    <p:animClr clrSpc="rgb">
                                      <p:cBhvr>
                                        <p:cTn id="5061" dur="500" fill="hold"/>
                                        <p:tgtEl>
                                          <p:spTgt spid="1321"/>
                                        </p:tgtEl>
                                        <p:attrNameLst>
                                          <p:attrName>fillcolor</p:attrName>
                                        </p:attrNameLst>
                                      </p:cBhvr>
                                      <p:to>
                                        <a:srgbClr val="95b3d7"/>
                                      </p:to>
                                    </p:animClr>
                                    <p:set>
                                      <p:cBhvr>
                                        <p:cTn id="5062" dur="500" fill="hold"/>
                                        <p:tgtEl>
                                          <p:spTgt spid="1321"/>
                                        </p:tgtEl>
                                        <p:attrNameLst>
                                          <p:attrName>fill.type</p:attrName>
                                        </p:attrNameLst>
                                      </p:cBhvr>
                                      <p:to>
                                        <p:strVal val="solid"/>
                                      </p:to>
                                    </p:set>
                                    <p:set>
                                      <p:cBhvr>
                                        <p:cTn id="5063" dur="500" fill="hold"/>
                                        <p:tgtEl>
                                          <p:spTgt spid="1321"/>
                                        </p:tgtEl>
                                        <p:attrNameLst>
                                          <p:attrName>fill.on</p:attrName>
                                        </p:attrNameLst>
                                      </p:cBhvr>
                                      <p:to>
                                        <p:strVal val="true"/>
                                      </p:to>
                                    </p:set>
                                  </p:childTnLst>
                                </p:cTn>
                              </p:par>
                              <p:par>
                                <p:cTn id="5064" nodeType="withEffect" fill="hold" presetClass="emph" presetID="1" presetSubtype="2">
                                  <p:stCondLst>
                                    <p:cond delay="0"/>
                                  </p:stCondLst>
                                  <p:childTnLst>
                                    <p:animClr clrSpc="rgb">
                                      <p:cBhvr>
                                        <p:cTn id="5065" dur="500" fill="hold"/>
                                        <p:tgtEl>
                                          <p:spTgt spid="1325"/>
                                        </p:tgtEl>
                                        <p:attrNameLst>
                                          <p:attrName>fillcolor</p:attrName>
                                        </p:attrNameLst>
                                      </p:cBhvr>
                                      <p:to>
                                        <a:srgbClr val="95b3d7"/>
                                      </p:to>
                                    </p:animClr>
                                    <p:set>
                                      <p:cBhvr>
                                        <p:cTn id="5066" dur="500" fill="hold"/>
                                        <p:tgtEl>
                                          <p:spTgt spid="1325"/>
                                        </p:tgtEl>
                                        <p:attrNameLst>
                                          <p:attrName>fill.type</p:attrName>
                                        </p:attrNameLst>
                                      </p:cBhvr>
                                      <p:to>
                                        <p:strVal val="solid"/>
                                      </p:to>
                                    </p:set>
                                    <p:set>
                                      <p:cBhvr>
                                        <p:cTn id="5067" dur="500" fill="hold"/>
                                        <p:tgtEl>
                                          <p:spTgt spid="1325"/>
                                        </p:tgtEl>
                                        <p:attrNameLst>
                                          <p:attrName>fill.on</p:attrName>
                                        </p:attrNameLst>
                                      </p:cBhvr>
                                      <p:to>
                                        <p:strVal val="true"/>
                                      </p:to>
                                    </p:set>
                                  </p:childTnLst>
                                </p:cTn>
                              </p:par>
                              <p:par>
                                <p:cTn id="5068" nodeType="withEffect" fill="hold" presetClass="exit" presetID="10">
                                  <p:stCondLst>
                                    <p:cond delay="0"/>
                                  </p:stCondLst>
                                  <p:childTnLst>
                                    <p:animEffect filter="fade" transition="out">
                                      <p:cBhvr additive="repl">
                                        <p:cTn id="5069" dur="500"/>
                                        <p:tgtEl>
                                          <p:spTgt spid="1319"/>
                                        </p:tgtEl>
                                      </p:cBhvr>
                                    </p:animEffect>
                                    <p:set>
                                      <p:cBhvr>
                                        <p:cTn id="5070" dur="1" fill="hold">
                                          <p:stCondLst>
                                            <p:cond delay="499"/>
                                          </p:stCondLst>
                                        </p:cTn>
                                        <p:tgtEl>
                                          <p:spTgt spid="1319"/>
                                        </p:tgtEl>
                                        <p:attrNameLst>
                                          <p:attrName>style.visibility</p:attrName>
                                        </p:attrNameLst>
                                      </p:cBhvr>
                                      <p:to>
                                        <p:strVal val="hidden"/>
                                      </p:to>
                                    </p:set>
                                  </p:childTnLst>
                                </p:cTn>
                              </p:par>
                              <p:par>
                                <p:cTn id="5071" nodeType="withEffect" fill="hold" presetClass="exit" presetID="10">
                                  <p:stCondLst>
                                    <p:cond delay="0"/>
                                  </p:stCondLst>
                                  <p:childTnLst>
                                    <p:animEffect filter="fade" transition="out">
                                      <p:cBhvr additive="repl">
                                        <p:cTn id="5072" dur="500"/>
                                        <p:tgtEl>
                                          <p:spTgt spid="1318"/>
                                        </p:tgtEl>
                                      </p:cBhvr>
                                    </p:animEffect>
                                    <p:set>
                                      <p:cBhvr>
                                        <p:cTn id="5073" dur="1" fill="hold">
                                          <p:stCondLst>
                                            <p:cond delay="499"/>
                                          </p:stCondLst>
                                        </p:cTn>
                                        <p:tgtEl>
                                          <p:spTgt spid="1318"/>
                                        </p:tgtEl>
                                        <p:attrNameLst>
                                          <p:attrName>style.visibility</p:attrName>
                                        </p:attrNameLst>
                                      </p:cBhvr>
                                      <p:to>
                                        <p:strVal val="hidden"/>
                                      </p:to>
                                    </p:set>
                                  </p:childTnLst>
                                </p:cTn>
                              </p:par>
                              <p:par>
                                <p:cTn id="5074" nodeType="withEffect" fill="hold" presetClass="exit" presetID="10">
                                  <p:stCondLst>
                                    <p:cond delay="0"/>
                                  </p:stCondLst>
                                  <p:childTnLst>
                                    <p:animEffect filter="fade" transition="out">
                                      <p:cBhvr additive="repl">
                                        <p:cTn id="5075" dur="500"/>
                                        <p:tgtEl>
                                          <p:spTgt spid="1323"/>
                                        </p:tgtEl>
                                      </p:cBhvr>
                                    </p:animEffect>
                                    <p:set>
                                      <p:cBhvr>
                                        <p:cTn id="5076" dur="1" fill="hold">
                                          <p:stCondLst>
                                            <p:cond delay="499"/>
                                          </p:stCondLst>
                                        </p:cTn>
                                        <p:tgtEl>
                                          <p:spTgt spid="1323"/>
                                        </p:tgtEl>
                                        <p:attrNameLst>
                                          <p:attrName>style.visibility</p:attrName>
                                        </p:attrNameLst>
                                      </p:cBhvr>
                                      <p:to>
                                        <p:strVal val="hidden"/>
                                      </p:to>
                                    </p:set>
                                  </p:childTnLst>
                                </p:cTn>
                              </p:par>
                              <p:par>
                                <p:cTn id="5077" nodeType="withEffect" fill="hold" presetClass="exit" presetID="10">
                                  <p:stCondLst>
                                    <p:cond delay="0"/>
                                  </p:stCondLst>
                                  <p:childTnLst>
                                    <p:animEffect filter="fade" transition="out">
                                      <p:cBhvr additive="repl">
                                        <p:cTn id="5078" dur="500"/>
                                        <p:tgtEl>
                                          <p:spTgt spid="1322"/>
                                        </p:tgtEl>
                                      </p:cBhvr>
                                    </p:animEffect>
                                    <p:set>
                                      <p:cBhvr>
                                        <p:cTn id="5079" dur="1" fill="hold">
                                          <p:stCondLst>
                                            <p:cond delay="499"/>
                                          </p:stCondLst>
                                        </p:cTn>
                                        <p:tgtEl>
                                          <p:spTgt spid="1322"/>
                                        </p:tgtEl>
                                        <p:attrNameLst>
                                          <p:attrName>style.visibility</p:attrName>
                                        </p:attrNameLst>
                                      </p:cBhvr>
                                      <p:to>
                                        <p:strVal val="hidden"/>
                                      </p:to>
                                    </p:set>
                                  </p:childTnLst>
                                </p:cTn>
                              </p:par>
                              <p:par>
                                <p:cTn id="5080" nodeType="withEffect" fill="hold" presetClass="exit" presetID="10">
                                  <p:stCondLst>
                                    <p:cond delay="0"/>
                                  </p:stCondLst>
                                  <p:childTnLst>
                                    <p:animEffect filter="fade" transition="out">
                                      <p:cBhvr additive="repl">
                                        <p:cTn id="5081" dur="500"/>
                                        <p:tgtEl>
                                          <p:spTgt spid="1327"/>
                                        </p:tgtEl>
                                      </p:cBhvr>
                                    </p:animEffect>
                                    <p:set>
                                      <p:cBhvr>
                                        <p:cTn id="5082" dur="1" fill="hold">
                                          <p:stCondLst>
                                            <p:cond delay="499"/>
                                          </p:stCondLst>
                                        </p:cTn>
                                        <p:tgtEl>
                                          <p:spTgt spid="1327"/>
                                        </p:tgtEl>
                                        <p:attrNameLst>
                                          <p:attrName>style.visibility</p:attrName>
                                        </p:attrNameLst>
                                      </p:cBhvr>
                                      <p:to>
                                        <p:strVal val="hidden"/>
                                      </p:to>
                                    </p:set>
                                  </p:childTnLst>
                                </p:cTn>
                              </p:par>
                              <p:par>
                                <p:cTn id="5083" nodeType="withEffect" fill="hold" presetClass="exit" presetID="10">
                                  <p:stCondLst>
                                    <p:cond delay="0"/>
                                  </p:stCondLst>
                                  <p:childTnLst>
                                    <p:animEffect filter="fade" transition="out">
                                      <p:cBhvr additive="repl">
                                        <p:cTn id="5084" dur="500"/>
                                        <p:tgtEl>
                                          <p:spTgt spid="1326"/>
                                        </p:tgtEl>
                                      </p:cBhvr>
                                    </p:animEffect>
                                    <p:set>
                                      <p:cBhvr>
                                        <p:cTn id="5085" dur="1" fill="hold">
                                          <p:stCondLst>
                                            <p:cond delay="499"/>
                                          </p:stCondLst>
                                        </p:cTn>
                                        <p:tgtEl>
                                          <p:spTgt spid="13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086" restart="whenNotActive" nodeType="interactiveSeq" fill="hold">
                <p:stCondLst>
                  <p:cond delay="0" evt="onClick">
                    <p:tgtEl>
                      <p:spTgt spid="1331"/>
                    </p:tgtEl>
                  </p:cond>
                </p:stCondLst>
                <p:childTnLst>
                  <p:par>
                    <p:cTn id="5087" fill="hold">
                      <p:stCondLst>
                        <p:cond delay="0" evt="onClick">
                          <p:tgtEl>
                            <p:spTgt spid="1331"/>
                          </p:tgtEl>
                        </p:cond>
                      </p:stCondLst>
                      <p:childTnLst>
                        <p:par>
                          <p:cTn id="5088" fill="hold">
                            <p:stCondLst>
                              <p:cond delay="0"/>
                            </p:stCondLst>
                            <p:childTnLst>
                              <p:par>
                                <p:cTn id="5089" nodeType="clickEffect" fill="hold" presetClass="exit" presetID="9">
                                  <p:stCondLst>
                                    <p:cond delay="0"/>
                                  </p:stCondLst>
                                  <p:childTnLst>
                                    <p:animEffect filter="dissolve" transition="out">
                                      <p:cBhvr additive="repl">
                                        <p:cTn id="5090" dur="500"/>
                                        <p:tgtEl>
                                          <p:spTgt spid="1331"/>
                                        </p:tgtEl>
                                      </p:cBhvr>
                                    </p:animEffect>
                                    <p:set>
                                      <p:cBhvr>
                                        <p:cTn id="5091" dur="1" fill="hold">
                                          <p:stCondLst>
                                            <p:cond delay="499"/>
                                          </p:stCondLst>
                                        </p:cTn>
                                        <p:tgtEl>
                                          <p:spTgt spid="1331"/>
                                        </p:tgtEl>
                                        <p:attrNameLst>
                                          <p:attrName>style.visibility</p:attrName>
                                        </p:attrNameLst>
                                      </p:cBhvr>
                                      <p:to>
                                        <p:strVal val="hidden"/>
                                      </p:to>
                                    </p:set>
                                  </p:childTnLst>
                                </p:cTn>
                              </p:par>
                              <p:par>
                                <p:cTn id="5092" nodeType="withEffect" fill="hold" presetClass="exit" presetID="9">
                                  <p:stCondLst>
                                    <p:cond delay="0"/>
                                  </p:stCondLst>
                                  <p:childTnLst>
                                    <p:animEffect filter="dissolve" transition="out">
                                      <p:cBhvr additive="repl">
                                        <p:cTn id="5093" dur="500"/>
                                        <p:tgtEl>
                                          <p:spTgt spid="1330"/>
                                        </p:tgtEl>
                                      </p:cBhvr>
                                    </p:animEffect>
                                    <p:set>
                                      <p:cBhvr>
                                        <p:cTn id="5094" dur="1" fill="hold">
                                          <p:stCondLst>
                                            <p:cond delay="499"/>
                                          </p:stCondLst>
                                        </p:cTn>
                                        <p:tgtEl>
                                          <p:spTgt spid="1330"/>
                                        </p:tgtEl>
                                        <p:attrNameLst>
                                          <p:attrName>style.visibility</p:attrName>
                                        </p:attrNameLst>
                                      </p:cBhvr>
                                      <p:to>
                                        <p:strVal val="hidden"/>
                                      </p:to>
                                    </p:set>
                                  </p:childTnLst>
                                </p:cTn>
                              </p:par>
                              <p:par>
                                <p:cTn id="5095" nodeType="withEffect" fill="hold" presetClass="emph" presetID="1" presetSubtype="2">
                                  <p:stCondLst>
                                    <p:cond delay="0"/>
                                  </p:stCondLst>
                                  <p:childTnLst>
                                    <p:animClr clrSpc="rgb">
                                      <p:cBhvr>
                                        <p:cTn id="5096" dur="500" fill="hold"/>
                                        <p:tgtEl>
                                          <p:spTgt spid="1329"/>
                                        </p:tgtEl>
                                        <p:attrNameLst>
                                          <p:attrName>fillcolor</p:attrName>
                                        </p:attrNameLst>
                                      </p:cBhvr>
                                      <p:to>
                                        <a:srgbClr val="95b3d7"/>
                                      </p:to>
                                    </p:animClr>
                                    <p:set>
                                      <p:cBhvr>
                                        <p:cTn id="5097" dur="500" fill="hold"/>
                                        <p:tgtEl>
                                          <p:spTgt spid="1329"/>
                                        </p:tgtEl>
                                        <p:attrNameLst>
                                          <p:attrName>fill.type</p:attrName>
                                        </p:attrNameLst>
                                      </p:cBhvr>
                                      <p:to>
                                        <p:strVal val="solid"/>
                                      </p:to>
                                    </p:set>
                                    <p:set>
                                      <p:cBhvr>
                                        <p:cTn id="5098" dur="500" fill="hold"/>
                                        <p:tgtEl>
                                          <p:spTgt spid="132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2"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 DA ÚLTIMA</a:t>
            </a:r>
            <a:endParaRPr b="0" lang="pt-BR" sz="4400" spc="-1" strike="noStrike">
              <a:solidFill>
                <a:schemeClr val="dk1"/>
              </a:solidFill>
              <a:latin typeface="Arial"/>
            </a:endParaRPr>
          </a:p>
        </p:txBody>
      </p:sp>
      <p:sp>
        <p:nvSpPr>
          <p:cNvPr id="1333" name="Botão de ação: Personalizar 7">
            <a:hlinkClick r:id="rId1" action="ppaction://hlinksldjump"/>
          </p:cNvPr>
          <p:cNvSpPr/>
          <p:nvPr/>
        </p:nvSpPr>
        <p:spPr>
          <a:xfrm>
            <a:off x="7184880" y="304956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VOLTAR AO MENU</a:t>
            </a:r>
            <a:endParaRPr b="0" lang="pt-BR" sz="1800" spc="-1" strike="noStrike">
              <a:solidFill>
                <a:srgbClr val="000000"/>
              </a:solidFill>
              <a:latin typeface="Arial"/>
            </a:endParaRPr>
          </a:p>
        </p:txBody>
      </p:sp>
      <p:sp>
        <p:nvSpPr>
          <p:cNvPr id="1334" name="Botão de ação: Personalizar 8">
            <a:hlinkClick r:id="" action="ppaction://hlinkshowjump?jump=nextslide"/>
          </p:cNvPr>
          <p:cNvSpPr/>
          <p:nvPr/>
        </p:nvSpPr>
        <p:spPr>
          <a:xfrm>
            <a:off x="7184880" y="376380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PRÓXIMO CAPÍTULO</a:t>
            </a:r>
            <a:endParaRPr b="0" lang="pt-BR" sz="1800" spc="-1" strike="noStrike">
              <a:solidFill>
                <a:srgbClr val="000000"/>
              </a:solidFill>
              <a:latin typeface="Arial"/>
            </a:endParaRPr>
          </a:p>
        </p:txBody>
      </p:sp>
      <p:sp>
        <p:nvSpPr>
          <p:cNvPr id="1335" name="Retângulo 6"/>
          <p:cNvSpPr/>
          <p:nvPr/>
        </p:nvSpPr>
        <p:spPr>
          <a:xfrm>
            <a:off x="755640" y="1477800"/>
            <a:ext cx="5643360" cy="3382920"/>
          </a:xfrm>
          <a:prstGeom prst="rect">
            <a:avLst/>
          </a:prstGeom>
          <a:noFill/>
          <a:ln w="0">
            <a:noFill/>
          </a:ln>
        </p:spPr>
        <p:style>
          <a:lnRef idx="0"/>
          <a:fillRef idx="0"/>
          <a:effectRef idx="0"/>
          <a:fontRef idx="minor"/>
        </p:style>
        <p:txBody>
          <a:bodyPr anchor="t">
            <a:spAutoFit/>
            <a:scene3d>
              <a:camera prst="orthographicFront"/>
              <a:lightRig dir="t" rig="brightRoom"/>
            </a:scene3d>
            <a:sp3d contourW="6350" prstMaterial="plastic">
              <a:bevelT prst="angle" w="20320" h="20320"/>
              <a:contourClr>
                <a:schemeClr val="accent1"/>
              </a:contourClr>
            </a:sp3d>
          </a:bodyPr>
          <a:p>
            <a:pPr algn="ctr">
              <a:lnSpc>
                <a:spcPct val="100000"/>
              </a:lnSpc>
            </a:pPr>
            <a:r>
              <a:rPr b="1" lang="pt-BR" sz="5400" spc="-1" strike="noStrike" cap="all">
                <a:solidFill>
                  <a:schemeClr val="accent1"/>
                </a:solidFill>
                <a:latin typeface="Arial"/>
              </a:rPr>
              <a:t>Parabéns, você concluiu o capítulo 03</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36" name="object 2"/>
          <p:cNvGrpSpPr/>
          <p:nvPr/>
        </p:nvGrpSpPr>
        <p:grpSpPr>
          <a:xfrm>
            <a:off x="-37800" y="-22320"/>
            <a:ext cx="10119960" cy="5691960"/>
            <a:chOff x="-37800" y="-22320"/>
            <a:chExt cx="10119960" cy="5691960"/>
          </a:xfrm>
        </p:grpSpPr>
        <p:pic>
          <p:nvPicPr>
            <p:cNvPr id="1337" name="object 3" descr=""/>
            <p:cNvPicPr/>
            <p:nvPr/>
          </p:nvPicPr>
          <p:blipFill>
            <a:blip r:embed="rId1"/>
            <a:stretch/>
          </p:blipFill>
          <p:spPr>
            <a:xfrm>
              <a:off x="-37800" y="-22320"/>
              <a:ext cx="7518960" cy="5691960"/>
            </a:xfrm>
            <a:prstGeom prst="rect">
              <a:avLst/>
            </a:prstGeom>
            <a:ln w="9525">
              <a:noFill/>
            </a:ln>
          </p:spPr>
        </p:pic>
        <p:pic>
          <p:nvPicPr>
            <p:cNvPr id="1338" name="object 4" descr=""/>
            <p:cNvPicPr/>
            <p:nvPr/>
          </p:nvPicPr>
          <p:blipFill>
            <a:blip r:embed="rId2"/>
            <a:stretch/>
          </p:blipFill>
          <p:spPr>
            <a:xfrm>
              <a:off x="3121560" y="-19800"/>
              <a:ext cx="6960600" cy="5689440"/>
            </a:xfrm>
            <a:prstGeom prst="rect">
              <a:avLst/>
            </a:prstGeom>
            <a:ln w="9525">
              <a:noFill/>
            </a:ln>
          </p:spPr>
        </p:pic>
        <p:pic>
          <p:nvPicPr>
            <p:cNvPr id="1339" name="object 5" descr=""/>
            <p:cNvPicPr/>
            <p:nvPr/>
          </p:nvPicPr>
          <p:blipFill>
            <a:blip r:embed="rId3"/>
            <a:stretch/>
          </p:blipFill>
          <p:spPr>
            <a:xfrm>
              <a:off x="5830560" y="3722040"/>
              <a:ext cx="4251600" cy="1515240"/>
            </a:xfrm>
            <a:prstGeom prst="rect">
              <a:avLst/>
            </a:prstGeom>
            <a:ln w="9525">
              <a:noFill/>
            </a:ln>
          </p:spPr>
        </p:pic>
      </p:grpSp>
      <p:pic>
        <p:nvPicPr>
          <p:cNvPr id="1340" name="object 7" descr=""/>
          <p:cNvPicPr/>
          <p:nvPr/>
        </p:nvPicPr>
        <p:blipFill>
          <a:blip r:embed="rId4"/>
          <a:stretch/>
        </p:blipFill>
        <p:spPr>
          <a:xfrm>
            <a:off x="8931240" y="3621240"/>
            <a:ext cx="691920" cy="1176120"/>
          </a:xfrm>
          <a:prstGeom prst="rect">
            <a:avLst/>
          </a:prstGeom>
          <a:ln w="9525">
            <a:noFill/>
          </a:ln>
        </p:spPr>
      </p:pic>
      <p:sp>
        <p:nvSpPr>
          <p:cNvPr id="1341" name="Botão de ação: Avançar ou Próximo 2">
            <a:hlinkClick r:id="" action="ppaction://hlinkshowjump?jump=nextslide"/>
          </p:cNvPr>
          <p:cNvSpPr/>
          <p:nvPr/>
        </p:nvSpPr>
        <p:spPr>
          <a:xfrm>
            <a:off x="8917560" y="1406520"/>
            <a:ext cx="719640" cy="539640"/>
          </a:xfrm>
          <a:prstGeom prst="actionButtonForwardNext">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endParaRPr b="0" lang="pt-BR" sz="1400" spc="-1" strike="noStrike">
              <a:solidFill>
                <a:schemeClr val="dk2">
                  <a:lumMod val="75000"/>
                </a:schemeClr>
              </a:solidFill>
              <a:latin typeface="Calibri"/>
            </a:endParaRPr>
          </a:p>
        </p:txBody>
      </p:sp>
      <p:sp>
        <p:nvSpPr>
          <p:cNvPr id="1342" name="Botão de ação: Fim 4"/>
          <p:cNvSpPr/>
          <p:nvPr/>
        </p:nvSpPr>
        <p:spPr>
          <a:xfrm>
            <a:off x="8917560" y="2335320"/>
            <a:ext cx="719640" cy="539640"/>
          </a:xfrm>
          <a:prstGeom prst="actionButtonEnd">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endParaRPr b="0" lang="pt-BR" sz="1400" spc="-1" strike="noStrike">
              <a:solidFill>
                <a:schemeClr val="dk2">
                  <a:lumMod val="75000"/>
                </a:schemeClr>
              </a:solidFill>
              <a:latin typeface="Calibri"/>
            </a:endParaRPr>
          </a:p>
        </p:txBody>
      </p:sp>
      <p:sp>
        <p:nvSpPr>
          <p:cNvPr id="1343" name="Botão de ação: Personalizar 19">
            <a:hlinkClick r:id="rId5" action="ppaction://hlinksldjump"/>
          </p:cNvPr>
          <p:cNvSpPr/>
          <p:nvPr/>
        </p:nvSpPr>
        <p:spPr>
          <a:xfrm>
            <a:off x="8917560" y="22356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400" spc="-1" strike="noStrike">
                <a:solidFill>
                  <a:schemeClr val="dk2">
                    <a:lumMod val="75000"/>
                  </a:schemeClr>
                </a:solidFill>
                <a:latin typeface="Calibri"/>
              </a:rPr>
              <a:t>TELA </a:t>
            </a:r>
            <a:endParaRPr b="0" lang="pt-BR" sz="1400" spc="-1" strike="noStrike">
              <a:solidFill>
                <a:srgbClr val="000000"/>
              </a:solidFill>
              <a:latin typeface="Arial"/>
            </a:endParaRPr>
          </a:p>
          <a:p>
            <a:pPr algn="ctr">
              <a:lnSpc>
                <a:spcPct val="90000"/>
              </a:lnSpc>
            </a:pPr>
            <a:r>
              <a:rPr b="0" lang="pt-BR" sz="1400" spc="-1" strike="noStrike">
                <a:solidFill>
                  <a:schemeClr val="dk2">
                    <a:lumMod val="75000"/>
                  </a:schemeClr>
                </a:solidFill>
                <a:latin typeface="Calibri"/>
              </a:rPr>
              <a:t>INICIAL</a:t>
            </a:r>
            <a:endParaRPr b="0" lang="pt-BR" sz="1400" spc="-1" strike="noStrike">
              <a:solidFill>
                <a:srgbClr val="000000"/>
              </a:solidFill>
              <a:latin typeface="Arial"/>
            </a:endParaRPr>
          </a:p>
        </p:txBody>
      </p:sp>
      <p:sp>
        <p:nvSpPr>
          <p:cNvPr id="1344" name="Botão de ação: Personalizar 20">
            <a:hlinkClick r:id="rId6" action="ppaction://hlinksldjump"/>
          </p:cNvPr>
          <p:cNvSpPr/>
          <p:nvPr/>
        </p:nvSpPr>
        <p:spPr>
          <a:xfrm>
            <a:off x="8917560" y="4906800"/>
            <a:ext cx="719640" cy="53964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rmAutofit/>
          </a:bodyPr>
          <a:p>
            <a:pPr algn="ctr">
              <a:lnSpc>
                <a:spcPct val="90000"/>
              </a:lnSpc>
            </a:pPr>
            <a:r>
              <a:rPr b="0" lang="pt-BR" sz="1400" spc="-1" strike="noStrike">
                <a:solidFill>
                  <a:schemeClr val="dk2">
                    <a:lumMod val="75000"/>
                  </a:schemeClr>
                </a:solidFill>
                <a:latin typeface="Calibri"/>
              </a:rPr>
              <a:t>MENU</a:t>
            </a:r>
            <a:endParaRPr b="0" lang="pt-BR" sz="1400" spc="-1" strike="noStrike">
              <a:solidFill>
                <a:srgbClr val="000000"/>
              </a:solidFill>
              <a:latin typeface="Arial"/>
            </a:endParaRPr>
          </a:p>
        </p:txBody>
      </p:sp>
      <p:sp>
        <p:nvSpPr>
          <p:cNvPr id="1345" name="PlaceHolder 1"/>
          <p:cNvSpPr>
            <a:spLocks noGrp="1"/>
          </p:cNvSpPr>
          <p:nvPr>
            <p:ph type="title"/>
          </p:nvPr>
        </p:nvSpPr>
        <p:spPr>
          <a:xfrm>
            <a:off x="6541920" y="4121280"/>
            <a:ext cx="2214360" cy="369000"/>
          </a:xfrm>
          <a:prstGeom prst="rect">
            <a:avLst/>
          </a:prstGeom>
          <a:noFill/>
          <a:ln w="9360">
            <a:noFill/>
          </a:ln>
        </p:spPr>
        <p:txBody>
          <a:bodyPr numCol="1" spcCol="0" lIns="0" rIns="0" tIns="0" bIns="0" anchor="t">
            <a:noAutofit/>
          </a:bodyPr>
          <a:p>
            <a:pPr indent="0" algn="ctr">
              <a:lnSpc>
                <a:spcPct val="100000"/>
              </a:lnSpc>
              <a:buNone/>
            </a:pPr>
            <a:r>
              <a:rPr b="0" lang="pt-BR" sz="2400" spc="-1" strike="noStrike">
                <a:solidFill>
                  <a:schemeClr val="lt1"/>
                </a:solidFill>
                <a:latin typeface="Arial"/>
              </a:rPr>
              <a:t>CAPÍTULO 04 </a:t>
            </a:r>
            <a:endParaRPr b="0" lang="pt-BR"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6" name="PlaceHolder 1"/>
          <p:cNvSpPr>
            <a:spLocks noGrp="1"/>
          </p:cNvSpPr>
          <p:nvPr>
            <p:ph type="title"/>
          </p:nvPr>
        </p:nvSpPr>
        <p:spPr>
          <a:xfrm>
            <a:off x="469800" y="334800"/>
            <a:ext cx="9342720" cy="923040"/>
          </a:xfrm>
          <a:prstGeom prst="rect">
            <a:avLst/>
          </a:prstGeom>
          <a:noFill/>
          <a:ln w="9360">
            <a:noFill/>
          </a:ln>
        </p:spPr>
        <p:txBody>
          <a:bodyPr numCol="1" spcCol="0" lIns="0" rIns="0" tIns="0" bIns="0" anchor="t">
            <a:noAutofit/>
          </a:bodyPr>
          <a:p>
            <a:pPr indent="0" algn="ctr">
              <a:lnSpc>
                <a:spcPct val="100000"/>
              </a:lnSpc>
              <a:buNone/>
            </a:pPr>
            <a:r>
              <a:rPr b="1" lang="pt-BR" sz="3200" spc="-1" strike="noStrike">
                <a:solidFill>
                  <a:srgbClr val="fffffd"/>
                </a:solidFill>
                <a:latin typeface="Calibri"/>
              </a:rPr>
              <a:t> </a:t>
            </a:r>
            <a:r>
              <a:rPr b="1" lang="pt-BR" sz="2800" spc="-7" strike="noStrike">
                <a:solidFill>
                  <a:schemeClr val="lt1"/>
                </a:solidFill>
                <a:latin typeface="Calibri"/>
              </a:rPr>
              <a:t>4.0 – SISTEMA TIPO F</a:t>
            </a:r>
            <a:br>
              <a:rPr sz="2800"/>
            </a:br>
            <a:endParaRPr b="0" lang="pt-BR" sz="2800" spc="-1" strike="noStrike">
              <a:solidFill>
                <a:schemeClr val="dk1"/>
              </a:solidFill>
              <a:latin typeface="Arial"/>
            </a:endParaRPr>
          </a:p>
        </p:txBody>
      </p:sp>
      <p:sp>
        <p:nvSpPr>
          <p:cNvPr id="1347" name="PlaceHolder 2"/>
          <p:cNvSpPr>
            <a:spLocks noGrp="1"/>
          </p:cNvSpPr>
          <p:nvPr>
            <p:ph type="subTitle"/>
          </p:nvPr>
        </p:nvSpPr>
        <p:spPr>
          <a:xfrm>
            <a:off x="1255680" y="1406520"/>
            <a:ext cx="7058160" cy="369000"/>
          </a:xfrm>
          <a:prstGeom prst="rect">
            <a:avLst/>
          </a:prstGeom>
          <a:noFill/>
          <a:ln w="9360">
            <a:noFill/>
          </a:ln>
        </p:spPr>
        <p:txBody>
          <a:bodyPr numCol="1" spcCol="0" lIns="0" rIns="0" tIns="0" bIns="0" anchor="t">
            <a:noAutofit/>
          </a:bodyPr>
          <a:p>
            <a:pPr marL="216000" indent="-216000">
              <a:lnSpc>
                <a:spcPct val="100000"/>
              </a:lnSpc>
              <a:spcBef>
                <a:spcPts val="479"/>
              </a:spcBef>
              <a:buClr>
                <a:srgbClr val="000000"/>
              </a:buClr>
              <a:buFont typeface="Symbol" charset="2"/>
              <a:buChar char=""/>
            </a:pPr>
            <a:r>
              <a:rPr b="1" lang="pt-BR" sz="2400" spc="-1" strike="noStrike">
                <a:solidFill>
                  <a:schemeClr val="dk1"/>
                </a:solidFill>
                <a:latin typeface="Calibri"/>
              </a:rPr>
              <a:t>TÓPICOS: </a:t>
            </a:r>
            <a:endParaRPr b="0" lang="pt-BR" sz="2400" spc="-1" strike="noStrike">
              <a:solidFill>
                <a:srgbClr val="000000"/>
              </a:solidFill>
              <a:latin typeface="Arial"/>
            </a:endParaRPr>
          </a:p>
        </p:txBody>
      </p:sp>
      <p:sp>
        <p:nvSpPr>
          <p:cNvPr id="1348" name="Retângulo de cantos arredondados 10"/>
          <p:cNvSpPr/>
          <p:nvPr/>
        </p:nvSpPr>
        <p:spPr>
          <a:xfrm>
            <a:off x="1255680" y="1406520"/>
            <a:ext cx="1785600" cy="35676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2400" spc="-1" strike="noStrike">
                <a:solidFill>
                  <a:schemeClr val="lt1"/>
                </a:solidFill>
                <a:latin typeface="Calibri"/>
              </a:rPr>
              <a:t>TÓPICOS:</a:t>
            </a:r>
            <a:endParaRPr b="0" lang="pt-BR" sz="2400" spc="-1" strike="noStrike">
              <a:solidFill>
                <a:srgbClr val="ffffff"/>
              </a:solidFill>
              <a:latin typeface="Arial"/>
            </a:endParaRPr>
          </a:p>
        </p:txBody>
      </p:sp>
      <p:sp>
        <p:nvSpPr>
          <p:cNvPr id="1349" name="Retângulo 11"/>
          <p:cNvSpPr/>
          <p:nvPr/>
        </p:nvSpPr>
        <p:spPr>
          <a:xfrm>
            <a:off x="755640" y="1835280"/>
            <a:ext cx="7306920" cy="1918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4.1 - </a:t>
            </a:r>
            <a:r>
              <a:rPr b="0" lang="pt-PT" sz="1200" spc="-1" strike="noStrike">
                <a:solidFill>
                  <a:schemeClr val="dk1"/>
                </a:solidFill>
                <a:latin typeface="Arial"/>
              </a:rPr>
              <a:t>Introdução</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  </a:t>
            </a:r>
            <a:endParaRPr b="0" lang="pt-BR" sz="1200" spc="-1" strike="noStrike">
              <a:solidFill>
                <a:srgbClr val="000000"/>
              </a:solidFill>
              <a:latin typeface="Arial"/>
            </a:endParaRPr>
          </a:p>
          <a:p>
            <a:pPr>
              <a:lnSpc>
                <a:spcPct val="100000"/>
              </a:lnSpc>
            </a:pPr>
            <a:r>
              <a:rPr b="0" lang="en-US" sz="1200" spc="-1" strike="noStrike">
                <a:solidFill>
                  <a:schemeClr val="dk1"/>
                </a:solidFill>
                <a:latin typeface="Arial"/>
              </a:rPr>
              <a:t>4.2 - </a:t>
            </a:r>
            <a:r>
              <a:rPr b="0" lang="pt-PT" sz="1200" spc="-1" strike="noStrike">
                <a:solidFill>
                  <a:schemeClr val="dk1"/>
                </a:solidFill>
                <a:latin typeface="Arial"/>
              </a:rPr>
              <a:t>Descrição</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0"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3.1 – INTRODUÇÃO AO SISTEMA TIPO F</a:t>
            </a:r>
            <a:endParaRPr b="0" lang="pt-BR" sz="1600" spc="-1" strike="noStrike">
              <a:solidFill>
                <a:schemeClr val="dk1"/>
              </a:solidFill>
              <a:latin typeface="Arial"/>
            </a:endParaRPr>
          </a:p>
        </p:txBody>
      </p:sp>
      <p:sp>
        <p:nvSpPr>
          <p:cNvPr id="1351"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4.0 – SISTEMA TIPO F</a:t>
            </a:r>
            <a:endParaRPr b="0" lang="pt-BR" sz="2800" spc="-1" strike="noStrike">
              <a:solidFill>
                <a:srgbClr val="000000"/>
              </a:solidFill>
              <a:latin typeface="Arial"/>
            </a:endParaRPr>
          </a:p>
        </p:txBody>
      </p:sp>
      <p:sp>
        <p:nvSpPr>
          <p:cNvPr id="1352" name="CaixaDeTexto 18"/>
          <p:cNvSpPr/>
          <p:nvPr/>
        </p:nvSpPr>
        <p:spPr>
          <a:xfrm>
            <a:off x="255600" y="1763640"/>
            <a:ext cx="9357840" cy="24670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PT" sz="1200" spc="-1" strike="noStrike">
                <a:solidFill>
                  <a:schemeClr val="dk1"/>
                </a:solidFill>
                <a:latin typeface="Arial"/>
              </a:rPr>
              <a:t>Neste capítulo são apresentadas apenas algumas informações gerais sobre o sistema BENDIX tipo F de equipamento de indicação de vento instalado em alguns de nossos navios.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sistema BENDIX tipo F é muito semelhante ao sistema BENDIX tipo B, sendo a diferença fundamental, o fato também de empregar sincros que operam com freqüência de 400 Hz, além dos sincros convencionais que operam com freqüência de 60 Hz. </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uso de sistema de 400 Hz nos modernos sistemas de indicação do vento, é conseqüência do uso de computadores a bordo dos navios, para solução de problemas táticos e de problemas de tiro do armamento convencional e mísseis. Esses computadores operam com 400 Hz, e os dados do vento são diretamente injetados nos computadores.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sistema tipo F é projetado para fornecer continuamente sinais sincro de saída em 60 Hz e 400 Hz, proporcionais à direção do vento (em graus) e à velocidade do vento (em nós). O sistema é constituído (Fig 4.1) por um detector de direção e velocidade do vento, um transmissor de direção e velocidade do vento e um indicador de direção e velocidade do vento daqui em diante referidos abreviadamente como detector, transmissor e indicador. Os sinais sincros de saída em 400 Hz, não amortecidos, são usados para operação de computadores de 400 Hz. Os sinais sincros de torque de saída em 60 Hz e 400 Hz, amortecidos, são usados para operar indicadores de 60 Hz e 400 Hz.</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3"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3.1 – INTRODUÇÃO AO SISTEMA TIPO F</a:t>
            </a:r>
            <a:endParaRPr b="0" lang="pt-BR" sz="1600" spc="-1" strike="noStrike">
              <a:solidFill>
                <a:schemeClr val="dk1"/>
              </a:solidFill>
              <a:latin typeface="Arial"/>
            </a:endParaRPr>
          </a:p>
        </p:txBody>
      </p:sp>
      <p:sp>
        <p:nvSpPr>
          <p:cNvPr id="1354"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Calibri"/>
              </a:rPr>
              <a:t>4.0 – SISTEMA TIPO F</a:t>
            </a:r>
            <a:endParaRPr b="0" lang="pt-BR" sz="2800" spc="-1" strike="noStrike">
              <a:solidFill>
                <a:srgbClr val="000000"/>
              </a:solidFill>
              <a:latin typeface="Arial"/>
            </a:endParaRPr>
          </a:p>
        </p:txBody>
      </p:sp>
      <p:pic>
        <p:nvPicPr>
          <p:cNvPr id="1355" name="object 3" descr=""/>
          <p:cNvPicPr/>
          <p:nvPr/>
        </p:nvPicPr>
        <p:blipFill>
          <a:blip r:embed="rId1"/>
          <a:stretch/>
        </p:blipFill>
        <p:spPr>
          <a:xfrm>
            <a:off x="2541600" y="1692360"/>
            <a:ext cx="5143320" cy="2499840"/>
          </a:xfrm>
          <a:prstGeom prst="rect">
            <a:avLst/>
          </a:prstGeom>
          <a:ln w="0">
            <a:solidFill>
              <a:srgbClr val="1f497d">
                <a:lumMod val="60000"/>
                <a:lumOff val="40000"/>
              </a:srgbClr>
            </a:solidFill>
          </a:ln>
          <a:effectLst>
            <a:outerShdw algn="l" blurRad="50760" dist="38160" rotWithShape="0">
              <a:srgbClr val="000000">
                <a:alpha val="40000"/>
              </a:srgbClr>
            </a:outerShdw>
          </a:effectLst>
        </p:spPr>
      </p:pic>
      <p:sp>
        <p:nvSpPr>
          <p:cNvPr id="1356" name="CaixaDeTexto 5"/>
          <p:cNvSpPr/>
          <p:nvPr/>
        </p:nvSpPr>
        <p:spPr>
          <a:xfrm>
            <a:off x="2541600" y="4264200"/>
            <a:ext cx="514332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Fig 4.1 – Detector de Velocidade e Direção do vento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7"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4.2 – DESCRIÇÃO</a:t>
            </a:r>
            <a:endParaRPr b="0" lang="pt-BR" sz="1600" spc="-1" strike="noStrike">
              <a:solidFill>
                <a:schemeClr val="dk1"/>
              </a:solidFill>
              <a:latin typeface="Arial"/>
            </a:endParaRPr>
          </a:p>
        </p:txBody>
      </p:sp>
      <p:sp>
        <p:nvSpPr>
          <p:cNvPr id="1358"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sp>
        <p:nvSpPr>
          <p:cNvPr id="1359" name="CaixaDeTexto 4"/>
          <p:cNvSpPr/>
          <p:nvPr/>
        </p:nvSpPr>
        <p:spPr>
          <a:xfrm>
            <a:off x="469800" y="1692360"/>
            <a:ext cx="9286560" cy="3198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200" spc="-1" strike="noStrike">
                <a:solidFill>
                  <a:schemeClr val="dk1"/>
                </a:solidFill>
                <a:latin typeface="Arial"/>
              </a:rPr>
              <a:t>4.2.1 – Detector  (Fig. 4.1 e 4.2)</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detector é um instrumento de finalidade dupla, empregando dois sincros tipo 18CX4 para transmissão dos sinais instantâneos não amortecidos, representando a direção e velocidade do vento para o transmissor e para computadores que operam com 400 Hz. Um sincro de direção é montada em um suporte vertical e é acoplado à uma aIheta de plástico.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Um sincro de velocidade no interior de um alojamento é montado na cabeça da alheta e é engrazado a um hélice, que sente a velocidade do vento.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posição angular da alheta e a velocidade de rotação do hélice são assim transmitidas aos seus sincros respectivos no transmissor.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As ligações elétricas ao sincro de velocidade são feitas por meio de um conjunto de anéis coletores e escovas de um conjunto porta-escovas. Um conjunto de montagem é aparafusado a um conjunto suporte vertical e é dotado de uma furação de 1 1/10" de diâmetro, com três polegadas de profundidade, para permitir montagem tipo encaixe. Um parafuso de montagem age como pino guia para manter o detector alinhado.</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Um "plug" localizado na parte inferior do suporte vertical e um receptáculo localizado na parte superior do conjunto de montagem, formam um conector elétrico, que possibilita a remoção do mecanismo do detector sem que tenha que se perturbar a fiação elétrica.</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 manutenção preventiva do detector será realizada a cada noventa dias (trimestralmente).</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0"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4.2 – DESCRIÇÃO</a:t>
            </a:r>
            <a:endParaRPr b="0" lang="pt-BR" sz="1600" spc="-1" strike="noStrike">
              <a:solidFill>
                <a:schemeClr val="dk1"/>
              </a:solidFill>
              <a:latin typeface="Arial"/>
            </a:endParaRPr>
          </a:p>
        </p:txBody>
      </p:sp>
      <p:sp>
        <p:nvSpPr>
          <p:cNvPr id="1361"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sp>
        <p:nvSpPr>
          <p:cNvPr id="1362" name="CaixaDeTexto 4"/>
          <p:cNvSpPr/>
          <p:nvPr/>
        </p:nvSpPr>
        <p:spPr>
          <a:xfrm>
            <a:off x="469800" y="1692360"/>
            <a:ext cx="4857480" cy="1369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pt-BR" sz="1200" spc="-1" strike="noStrike">
              <a:solidFill>
                <a:srgbClr val="000000"/>
              </a:solidFill>
              <a:latin typeface="Arial"/>
            </a:endParaRPr>
          </a:p>
          <a:p>
            <a:pPr>
              <a:lnSpc>
                <a:spcPct val="100000"/>
              </a:lnSpc>
            </a:pPr>
            <a:r>
              <a:rPr b="1" lang="pt-BR" sz="1200" spc="-1" strike="noStrike">
                <a:solidFill>
                  <a:schemeClr val="dk1"/>
                </a:solidFill>
                <a:latin typeface="Arial"/>
              </a:rPr>
              <a:t>4.2.2 – Transmissor  </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O transmissor ( figura ao lado) consiste de dois conjuntos, o conjunto de direção e o conjunto de velocidade, alojados em uma mesma caixa ou alojamento, e conectadas na fiação do sistema por meio de "plugs“.</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p:txBody>
      </p:sp>
      <p:pic>
        <p:nvPicPr>
          <p:cNvPr id="1363" name="Picture 2" descr=""/>
          <p:cNvPicPr/>
          <p:nvPr/>
        </p:nvPicPr>
        <p:blipFill>
          <a:blip r:embed="rId1"/>
          <a:stretch/>
        </p:blipFill>
        <p:spPr>
          <a:xfrm>
            <a:off x="5970600" y="1835280"/>
            <a:ext cx="3333240" cy="249984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4"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4.2 – DESCRIÇÃO</a:t>
            </a:r>
            <a:endParaRPr b="0" lang="pt-BR" sz="1600" spc="-1" strike="noStrike">
              <a:solidFill>
                <a:schemeClr val="dk1"/>
              </a:solidFill>
              <a:latin typeface="Arial"/>
            </a:endParaRPr>
          </a:p>
        </p:txBody>
      </p:sp>
      <p:sp>
        <p:nvSpPr>
          <p:cNvPr id="1365"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sp>
        <p:nvSpPr>
          <p:cNvPr id="1366" name="CaixaDeTexto 4"/>
          <p:cNvSpPr/>
          <p:nvPr/>
        </p:nvSpPr>
        <p:spPr>
          <a:xfrm>
            <a:off x="469800" y="1692360"/>
            <a:ext cx="9286560" cy="2101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200" spc="-1" strike="noStrike">
                <a:solidFill>
                  <a:schemeClr val="dk1"/>
                </a:solidFill>
                <a:latin typeface="Arial"/>
              </a:rPr>
              <a:t>4.2.2 – Transmissor  (Fig. 4.3 – vista interna)</a:t>
            </a:r>
            <a:endParaRPr b="0" lang="pt-BR" sz="1200" spc="-1" strike="noStrike">
              <a:solidFill>
                <a:srgbClr val="000000"/>
              </a:solidFill>
              <a:latin typeface="Arial"/>
            </a:endParaRPr>
          </a:p>
          <a:p>
            <a:pPr>
              <a:lnSpc>
                <a:spcPct val="100000"/>
              </a:lnSpc>
            </a:pP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O conjunto de velocidade consiste de um circuito servo-amplificador e um integrador do tipo disco de fricção e rolete. O servo-amplificador usa um transformador de controle sincro 18CT4 como receptor para os sinais vindo do detector e representando a velocidade de rotação do hélice do detector.</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Os sinais de saída do transformador de controle sincro são amplificados por um circuito servo-amplificador magnético, que controla a operação de um servo-motor. O servo motor é acoplado a um integrador do tipo disco de fricção e rolete, que posiciona angularmente o rotor de um sincro de 400 Hz tipo 31TX4 e um sincro de 60 Hz tipo 37TX6, em uma reite linear proporcional a velocidade do vento.</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O conjunto de direção é essencialmente um circuito servo-amplificador usando um transformador de controle sincro tipo 18CT4 como receptor para os sinais de deslocamento angular representando a posição da alheta.</a:t>
            </a:r>
            <a:endParaRPr b="0" lang="pt-BR" sz="1200" spc="-1" strike="noStrike">
              <a:solidFill>
                <a:srgbClr val="000000"/>
              </a:solidFill>
              <a:latin typeface="Arial"/>
            </a:endParaRPr>
          </a:p>
          <a:p>
            <a:pPr>
              <a:lnSpc>
                <a:spcPct val="100000"/>
              </a:lnSpc>
            </a:pPr>
            <a:r>
              <a:rPr b="0" lang="pt-PT" sz="1200" spc="-1" strike="noStrike">
                <a:solidFill>
                  <a:schemeClr val="dk1"/>
                </a:solidFill>
                <a:latin typeface="Arial"/>
              </a:rPr>
              <a:t>Quanto a manutenção preventiva do transmissor deverá ser realizada a cada seis meses(semestralmente).</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7"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4.2 – DESCRIÇÃO</a:t>
            </a:r>
            <a:endParaRPr b="0" lang="pt-BR" sz="1600" spc="-1" strike="noStrike">
              <a:solidFill>
                <a:schemeClr val="dk1"/>
              </a:solidFill>
              <a:latin typeface="Arial"/>
            </a:endParaRPr>
          </a:p>
        </p:txBody>
      </p:sp>
      <p:sp>
        <p:nvSpPr>
          <p:cNvPr id="1368"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sp>
        <p:nvSpPr>
          <p:cNvPr id="1369" name="Retângulo 6"/>
          <p:cNvSpPr/>
          <p:nvPr/>
        </p:nvSpPr>
        <p:spPr>
          <a:xfrm>
            <a:off x="398520" y="1620720"/>
            <a:ext cx="9500760" cy="1918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Os sinais de saída do transformador de controle sincro são amplificados por um circuito amplificador magnético que opera um servo-motor.</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servo-motor mecanicamente posiciona, através de um trem de engrenagens, os rotores de um sincro de 400 Hz tipo 31TX4 e de um sincro de 60 Hz tipo 37TX6 , em uma reite pré-determinada. Como os deslocamentos angulares dos sincro não são necessariamente na mesma reite que os deslocamentos angulares da alheta, os indicadores de direção do vento operados pêlos sincros, fornecem indicações amortecidas.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Ambos os conjuntos são fixados no alojamento ou caixa do equipamento por meio de parafusos e são ligados eletricamente por meio de conectores macho nos conjuntos e conectores fêmea no alojamento.</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0"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4.2 – DESCRIÇÃO</a:t>
            </a:r>
            <a:endParaRPr b="0" lang="pt-BR" sz="1600" spc="-1" strike="noStrike">
              <a:solidFill>
                <a:schemeClr val="dk1"/>
              </a:solidFill>
              <a:latin typeface="Arial"/>
            </a:endParaRPr>
          </a:p>
        </p:txBody>
      </p:sp>
      <p:sp>
        <p:nvSpPr>
          <p:cNvPr id="1371"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sp>
        <p:nvSpPr>
          <p:cNvPr id="1372" name="Retângulo 6"/>
          <p:cNvSpPr/>
          <p:nvPr/>
        </p:nvSpPr>
        <p:spPr>
          <a:xfrm>
            <a:off x="398520" y="1620720"/>
            <a:ext cx="6143400" cy="22842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1" lang="pt-PT" sz="1200" spc="-1" strike="noStrike">
                <a:solidFill>
                  <a:schemeClr val="dk1"/>
                </a:solidFill>
                <a:latin typeface="Arial"/>
              </a:rPr>
              <a:t>4.3.3 – Indicador (Fig.4.6)</a:t>
            </a:r>
            <a:endParaRPr b="0" lang="pt-BR" sz="1200" spc="-1" strike="noStrike">
              <a:solidFill>
                <a:srgbClr val="000000"/>
              </a:solidFill>
              <a:latin typeface="Arial"/>
            </a:endParaRPr>
          </a:p>
          <a:p>
            <a:pPr algn="just">
              <a:lnSpc>
                <a:spcPct val="100000"/>
              </a:lnSpc>
            </a:pP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indicador é um indicador duplo contendo sincro para indicar a direção e a velocidade do vento, conforme ditadas pelo transmissor. O indicador contém duas unidades independentes, uma para direção e a outra para velocidade. As unidades são idênticas, exceto quanto à escala dos diais, e são alojados em uma caixa estanque à água. Os diais possuem iluminação com luz vermelha e um botão no lado da caixa permite regular a intensidade de iluminação. O dial de direção é graduado em intervalos de 10 graus, de 0 a 360°. O dial de velocidade é graduado em intervalos de 5 nós, de 0 a 100 nós.</a:t>
            </a:r>
            <a:endParaRPr b="0" lang="pt-BR" sz="1200" spc="-1" strike="noStrike">
              <a:solidFill>
                <a:srgbClr val="000000"/>
              </a:solidFill>
              <a:latin typeface="Arial"/>
            </a:endParaRPr>
          </a:p>
          <a:p>
            <a:pPr algn="just">
              <a:lnSpc>
                <a:spcPct val="100000"/>
              </a:lnSpc>
            </a:pPr>
            <a:r>
              <a:rPr b="0" lang="pt-PT" sz="1200" spc="-1" strike="noStrike">
                <a:solidFill>
                  <a:schemeClr val="dk1"/>
                </a:solidFill>
                <a:latin typeface="Arial"/>
              </a:rPr>
              <a:t>O ajuste do indicador é de fábrica e depois não é necessário, caso necessite proceda conforme o manual .</a:t>
            </a:r>
            <a:endParaRPr b="0" lang="pt-BR" sz="1200" spc="-1" strike="noStrike">
              <a:solidFill>
                <a:srgbClr val="000000"/>
              </a:solidFill>
              <a:latin typeface="Arial"/>
            </a:endParaRPr>
          </a:p>
        </p:txBody>
      </p:sp>
      <p:sp>
        <p:nvSpPr>
          <p:cNvPr id="1373" name="AutoShape 2"/>
          <p:cNvSpPr/>
          <p:nvPr/>
        </p:nvSpPr>
        <p:spPr>
          <a:xfrm>
            <a:off x="155520" y="-4365720"/>
            <a:ext cx="6819480" cy="9096120"/>
          </a:xfrm>
          <a:prstGeom prst="rect">
            <a:avLst/>
          </a:prstGeom>
          <a:noFill/>
          <a:ln w="0">
            <a:noFill/>
          </a:ln>
        </p:spPr>
        <p:style>
          <a:lnRef idx="0"/>
          <a:fillRef idx="0"/>
          <a:effectRef idx="0"/>
          <a:fontRef idx="minor"/>
        </p:style>
        <p:txBody>
          <a:bodyPr numCol="1" spcCol="0" anchor="t">
            <a:noAutofit/>
          </a:bodyPr>
          <a:p>
            <a:pPr>
              <a:lnSpc>
                <a:spcPct val="100000"/>
              </a:lnSpc>
            </a:pPr>
            <a:endParaRPr b="0" lang="pt-BR" sz="1800" spc="-1" strike="noStrike">
              <a:solidFill>
                <a:schemeClr val="dk1"/>
              </a:solidFill>
              <a:latin typeface="Arial"/>
            </a:endParaRPr>
          </a:p>
        </p:txBody>
      </p:sp>
      <p:pic>
        <p:nvPicPr>
          <p:cNvPr id="1374" name="Picture 3" descr="C:\Users\86717197\Desktop\IMG-20230815-WA0063.jpg"/>
          <p:cNvPicPr/>
          <p:nvPr/>
        </p:nvPicPr>
        <p:blipFill>
          <a:blip r:embed="rId1"/>
          <a:stretch/>
        </p:blipFill>
        <p:spPr>
          <a:xfrm>
            <a:off x="6970680" y="1835280"/>
            <a:ext cx="2214360" cy="2952360"/>
          </a:xfrm>
          <a:prstGeom prst="rect">
            <a:avLst/>
          </a:prstGeom>
          <a:ln w="0">
            <a:solidFill>
              <a:srgbClr val="1f497d">
                <a:lumMod val="60000"/>
                <a:lumOff val="40000"/>
              </a:srgbClr>
            </a:solidFill>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5"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Fig. 4.2 – Vista Detector</a:t>
            </a:r>
            <a:endParaRPr b="0" lang="pt-BR" sz="1600" spc="-1" strike="noStrike">
              <a:solidFill>
                <a:schemeClr val="dk1"/>
              </a:solidFill>
              <a:latin typeface="Arial"/>
            </a:endParaRPr>
          </a:p>
        </p:txBody>
      </p:sp>
      <p:sp>
        <p:nvSpPr>
          <p:cNvPr id="1376"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pic>
        <p:nvPicPr>
          <p:cNvPr id="1377" name="Picture 2" descr=""/>
          <p:cNvPicPr/>
          <p:nvPr/>
        </p:nvPicPr>
        <p:blipFill>
          <a:blip r:embed="rId1"/>
          <a:stretch/>
        </p:blipFill>
        <p:spPr>
          <a:xfrm>
            <a:off x="3470400" y="1692360"/>
            <a:ext cx="3284640" cy="307152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8"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Fig. 4.3 – Vista interna do Transmissor</a:t>
            </a:r>
            <a:endParaRPr b="0" lang="pt-BR" sz="1600" spc="-1" strike="noStrike">
              <a:solidFill>
                <a:schemeClr val="dk1"/>
              </a:solidFill>
              <a:latin typeface="Arial"/>
            </a:endParaRPr>
          </a:p>
        </p:txBody>
      </p:sp>
      <p:sp>
        <p:nvSpPr>
          <p:cNvPr id="1379"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pic>
        <p:nvPicPr>
          <p:cNvPr id="1380" name="Picture 2" descr=""/>
          <p:cNvPicPr/>
          <p:nvPr/>
        </p:nvPicPr>
        <p:blipFill>
          <a:blip r:embed="rId1"/>
          <a:stretch/>
        </p:blipFill>
        <p:spPr>
          <a:xfrm>
            <a:off x="3255840" y="1692360"/>
            <a:ext cx="3714480" cy="278568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
        <p:nvSpPr>
          <p:cNvPr id="1381" name="CaixaDeTexto 7"/>
          <p:cNvSpPr/>
          <p:nvPr/>
        </p:nvSpPr>
        <p:spPr>
          <a:xfrm>
            <a:off x="469800" y="3444480"/>
            <a:ext cx="189900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Conjunto de direção</a:t>
            </a:r>
            <a:endParaRPr b="0" lang="pt-BR" sz="1200" spc="-1" strike="noStrike">
              <a:solidFill>
                <a:srgbClr val="000000"/>
              </a:solidFill>
              <a:latin typeface="Arial"/>
            </a:endParaRPr>
          </a:p>
        </p:txBody>
      </p:sp>
      <p:cxnSp>
        <p:nvCxnSpPr>
          <p:cNvPr id="1382" name="Conector de seta reta 11"/>
          <p:cNvCxnSpPr/>
          <p:nvPr/>
        </p:nvCxnSpPr>
        <p:spPr>
          <a:xfrm flipV="1">
            <a:off x="2184120" y="2977920"/>
            <a:ext cx="1429200" cy="500400"/>
          </a:xfrm>
          <a:prstGeom prst="straightConnector1">
            <a:avLst/>
          </a:prstGeom>
          <a:ln>
            <a:solidFill>
              <a:srgbClr val="ff0000"/>
            </a:solidFill>
            <a:round/>
            <a:tailEnd len="med" type="arrow" w="med"/>
          </a:ln>
        </p:spPr>
      </p:cxnSp>
      <p:sp>
        <p:nvSpPr>
          <p:cNvPr id="1383" name="CaixaDeTexto 12"/>
          <p:cNvSpPr/>
          <p:nvPr/>
        </p:nvSpPr>
        <p:spPr>
          <a:xfrm>
            <a:off x="7184880" y="3406680"/>
            <a:ext cx="2642760" cy="27252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1200" spc="-1" strike="noStrike">
                <a:solidFill>
                  <a:schemeClr val="dk1"/>
                </a:solidFill>
                <a:latin typeface="Arial"/>
              </a:rPr>
              <a:t>Conjunto de velocidade</a:t>
            </a:r>
            <a:endParaRPr b="0" lang="pt-BR" sz="1200" spc="-1" strike="noStrike">
              <a:solidFill>
                <a:srgbClr val="000000"/>
              </a:solidFill>
              <a:latin typeface="Arial"/>
            </a:endParaRPr>
          </a:p>
        </p:txBody>
      </p:sp>
      <p:cxnSp>
        <p:nvCxnSpPr>
          <p:cNvPr id="1384" name="Conector de seta reta 14"/>
          <p:cNvCxnSpPr/>
          <p:nvPr/>
        </p:nvCxnSpPr>
        <p:spPr>
          <a:xfrm flipH="1" flipV="1">
            <a:off x="6613200" y="3335040"/>
            <a:ext cx="1000800" cy="214920"/>
          </a:xfrm>
          <a:prstGeom prst="straightConnector1">
            <a:avLst/>
          </a:prstGeom>
          <a:ln>
            <a:solidFill>
              <a:srgbClr val="ff0000"/>
            </a:solidFill>
            <a:round/>
            <a:tailEnd len="med" type="arrow" w="med"/>
          </a:ln>
        </p:spPr>
      </p:cxn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5" name="PlaceHolder 1"/>
          <p:cNvSpPr>
            <a:spLocks noGrp="1"/>
          </p:cNvSpPr>
          <p:nvPr>
            <p:ph type="title"/>
          </p:nvPr>
        </p:nvSpPr>
        <p:spPr>
          <a:xfrm>
            <a:off x="898560" y="1335240"/>
            <a:ext cx="8500680" cy="946800"/>
          </a:xfrm>
          <a:prstGeom prst="rect">
            <a:avLst/>
          </a:prstGeom>
          <a:noFill/>
          <a:ln w="9360">
            <a:noFill/>
          </a:ln>
          <a:effectLst>
            <a:outerShdw dist="20160" dir="5400000" blurRad="39960" rotWithShape="0">
              <a:srgbClr val="000000">
                <a:alpha val="38000"/>
              </a:srgbClr>
            </a:outerShdw>
          </a:effectLst>
        </p:spPr>
        <p:txBody>
          <a:bodyPr numCol="1" spcCol="0" lIns="0" rIns="0" tIns="0" bIns="0" anchor="t">
            <a:noAutofit/>
          </a:bodyPr>
          <a:p>
            <a:pPr indent="0" algn="ctr">
              <a:lnSpc>
                <a:spcPct val="100000"/>
              </a:lnSpc>
              <a:buNone/>
            </a:pPr>
            <a:r>
              <a:rPr b="1" lang="pt-BR" sz="1600" spc="-1" strike="noStrike">
                <a:solidFill>
                  <a:schemeClr val="dk1"/>
                </a:solidFill>
                <a:latin typeface="Arial"/>
              </a:rPr>
              <a:t>Fig. 4.4 – Indicador de Direção e Velocidade do vento </a:t>
            </a:r>
            <a:endParaRPr b="0" lang="pt-BR" sz="1600" spc="-1" strike="noStrike">
              <a:solidFill>
                <a:schemeClr val="dk1"/>
              </a:solidFill>
              <a:latin typeface="Arial"/>
            </a:endParaRPr>
          </a:p>
        </p:txBody>
      </p:sp>
      <p:sp>
        <p:nvSpPr>
          <p:cNvPr id="1386" name="Retângulo 15"/>
          <p:cNvSpPr/>
          <p:nvPr/>
        </p:nvSpPr>
        <p:spPr>
          <a:xfrm>
            <a:off x="826920" y="334800"/>
            <a:ext cx="8643600" cy="51660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7" strike="noStrike">
                <a:solidFill>
                  <a:schemeClr val="lt1"/>
                </a:solidFill>
                <a:latin typeface="Arial"/>
              </a:rPr>
              <a:t>4.0 – SISTEMA TIPO F</a:t>
            </a:r>
            <a:endParaRPr b="0" lang="pt-BR" sz="2800" spc="-1" strike="noStrike">
              <a:solidFill>
                <a:srgbClr val="000000"/>
              </a:solidFill>
              <a:latin typeface="Arial"/>
            </a:endParaRPr>
          </a:p>
        </p:txBody>
      </p:sp>
      <p:pic>
        <p:nvPicPr>
          <p:cNvPr id="1387" name="Picture 2" descr=""/>
          <p:cNvPicPr/>
          <p:nvPr/>
        </p:nvPicPr>
        <p:blipFill>
          <a:blip r:embed="rId1"/>
          <a:stretch/>
        </p:blipFill>
        <p:spPr>
          <a:xfrm>
            <a:off x="4398840" y="1692360"/>
            <a:ext cx="1971360" cy="2928600"/>
          </a:xfrm>
          <a:prstGeom prst="rect">
            <a:avLst/>
          </a:prstGeom>
          <a:ln w="9525">
            <a:solidFill>
              <a:srgbClr val="1f497d">
                <a:lumMod val="60000"/>
                <a:lumOff val="40000"/>
              </a:srgbClr>
            </a:solidFill>
            <a:miter/>
          </a:ln>
          <a:effectLst>
            <a:outerShdw algn="l" blurRad="50760" dist="38160" rotWithShape="0">
              <a:srgbClr val="000000">
                <a:alpha val="40000"/>
              </a:srgbClr>
            </a:outerShdw>
          </a:effectLst>
        </p:spPr>
      </p:pic>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8"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01</a:t>
            </a:r>
            <a:br>
              <a:rPr sz="4400"/>
            </a:br>
            <a:endParaRPr b="0" lang="pt-BR" sz="2800" spc="-1" strike="noStrike">
              <a:solidFill>
                <a:schemeClr val="dk1"/>
              </a:solidFill>
              <a:latin typeface="Arial"/>
            </a:endParaRPr>
          </a:p>
        </p:txBody>
      </p:sp>
      <p:sp>
        <p:nvSpPr>
          <p:cNvPr id="1389"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anemômetro tipo “F”, a unidade síncro que fornece informações de direção do vento para as repetidoras é um:</a:t>
            </a:r>
            <a:endParaRPr b="0" lang="pt-BR" sz="1600" spc="-1" strike="noStrike">
              <a:solidFill>
                <a:srgbClr val="000000"/>
              </a:solidFill>
              <a:latin typeface="Arial"/>
            </a:endParaRPr>
          </a:p>
        </p:txBody>
      </p:sp>
      <p:sp>
        <p:nvSpPr>
          <p:cNvPr id="1390"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391"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TX</a:t>
            </a:r>
            <a:endParaRPr b="0" lang="pt-BR" sz="1800" spc="-1" strike="noStrike">
              <a:solidFill>
                <a:srgbClr val="000000"/>
              </a:solidFill>
              <a:latin typeface="Arial"/>
            </a:endParaRPr>
          </a:p>
        </p:txBody>
      </p:sp>
      <p:sp>
        <p:nvSpPr>
          <p:cNvPr id="1392"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93"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394"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395"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 </a:t>
            </a:r>
            <a:endParaRPr b="0" lang="pt-BR" sz="1800" spc="-1" strike="noStrike">
              <a:solidFill>
                <a:srgbClr val="000000"/>
              </a:solidFill>
              <a:latin typeface="Arial"/>
            </a:endParaRPr>
          </a:p>
        </p:txBody>
      </p:sp>
      <p:sp>
        <p:nvSpPr>
          <p:cNvPr id="1396"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397"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398"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399"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CX </a:t>
            </a:r>
            <a:endParaRPr b="0" lang="pt-BR" sz="1800" spc="-1" strike="noStrike">
              <a:solidFill>
                <a:srgbClr val="000000"/>
              </a:solidFill>
              <a:latin typeface="Arial"/>
            </a:endParaRPr>
          </a:p>
        </p:txBody>
      </p:sp>
      <p:sp>
        <p:nvSpPr>
          <p:cNvPr id="1400"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01"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02"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403"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CR</a:t>
            </a:r>
            <a:endParaRPr b="0" lang="pt-BR" sz="1800" spc="-1" strike="noStrike">
              <a:solidFill>
                <a:srgbClr val="000000"/>
              </a:solidFill>
              <a:latin typeface="Arial"/>
            </a:endParaRPr>
          </a:p>
        </p:txBody>
      </p:sp>
      <p:sp>
        <p:nvSpPr>
          <p:cNvPr id="1404"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05"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5099" dur="indefinite" restart="never" nodeType="tmRoot">
          <p:childTnLst>
            <p:seq>
              <p:cTn id="5100" dur="indefinite" nodeType="mainSeq">
                <p:childTnLst>
                  <p:par>
                    <p:cTn id="5101" fill="hold">
                      <p:stCondLst>
                        <p:cond delay="0"/>
                      </p:stCondLst>
                      <p:childTnLst>
                        <p:par>
                          <p:cTn id="5102" fill="hold">
                            <p:stCondLst>
                              <p:cond delay="0"/>
                            </p:stCondLst>
                            <p:childTnLst>
                              <p:par>
                                <p:cTn id="5103" nodeType="withEffect" fill="hold" presetClass="entr" presetID="10">
                                  <p:stCondLst>
                                    <p:cond delay="0"/>
                                  </p:stCondLst>
                                  <p:childTnLst>
                                    <p:set>
                                      <p:cBhvr>
                                        <p:cTn id="5104" dur="1" fill="hold">
                                          <p:stCondLst>
                                            <p:cond delay="0"/>
                                          </p:stCondLst>
                                        </p:cTn>
                                        <p:tgtEl>
                                          <p:spTgt spid="1391"/>
                                        </p:tgtEl>
                                        <p:attrNameLst>
                                          <p:attrName>style.visibility</p:attrName>
                                        </p:attrNameLst>
                                      </p:cBhvr>
                                      <p:to>
                                        <p:strVal val="visible"/>
                                      </p:to>
                                    </p:set>
                                    <p:animEffect filter="fade" transition="in">
                                      <p:cBhvr additive="repl">
                                        <p:cTn id="5105" dur="500"/>
                                        <p:tgtEl>
                                          <p:spTgt spid="1391"/>
                                        </p:tgtEl>
                                      </p:cBhvr>
                                    </p:animEffect>
                                  </p:childTnLst>
                                </p:cTn>
                              </p:par>
                              <p:par>
                                <p:cTn id="5106" nodeType="withEffect" fill="hold" presetClass="entr" presetID="10">
                                  <p:stCondLst>
                                    <p:cond delay="0"/>
                                  </p:stCondLst>
                                  <p:childTnLst>
                                    <p:set>
                                      <p:cBhvr>
                                        <p:cTn id="5107" dur="1" fill="hold">
                                          <p:stCondLst>
                                            <p:cond delay="0"/>
                                          </p:stCondLst>
                                        </p:cTn>
                                        <p:tgtEl>
                                          <p:spTgt spid="1390"/>
                                        </p:tgtEl>
                                        <p:attrNameLst>
                                          <p:attrName>style.visibility</p:attrName>
                                        </p:attrNameLst>
                                      </p:cBhvr>
                                      <p:to>
                                        <p:strVal val="visible"/>
                                      </p:to>
                                    </p:set>
                                    <p:animEffect filter="fade" transition="in">
                                      <p:cBhvr additive="repl">
                                        <p:cTn id="5108" dur="500"/>
                                        <p:tgtEl>
                                          <p:spTgt spid="1390"/>
                                        </p:tgtEl>
                                      </p:cBhvr>
                                    </p:animEffect>
                                  </p:childTnLst>
                                </p:cTn>
                              </p:par>
                              <p:par>
                                <p:cTn id="5109" nodeType="withEffect" fill="hold" presetClass="entr" presetID="10">
                                  <p:stCondLst>
                                    <p:cond delay="0"/>
                                  </p:stCondLst>
                                  <p:childTnLst>
                                    <p:set>
                                      <p:cBhvr>
                                        <p:cTn id="5110" dur="1" fill="hold">
                                          <p:stCondLst>
                                            <p:cond delay="0"/>
                                          </p:stCondLst>
                                        </p:cTn>
                                        <p:tgtEl>
                                          <p:spTgt spid="1394"/>
                                        </p:tgtEl>
                                        <p:attrNameLst>
                                          <p:attrName>style.visibility</p:attrName>
                                        </p:attrNameLst>
                                      </p:cBhvr>
                                      <p:to>
                                        <p:strVal val="visible"/>
                                      </p:to>
                                    </p:set>
                                    <p:animEffect filter="fade" transition="in">
                                      <p:cBhvr additive="repl">
                                        <p:cTn id="5111" dur="500"/>
                                        <p:tgtEl>
                                          <p:spTgt spid="1394"/>
                                        </p:tgtEl>
                                      </p:cBhvr>
                                    </p:animEffect>
                                  </p:childTnLst>
                                </p:cTn>
                              </p:par>
                              <p:par>
                                <p:cTn id="5112" nodeType="withEffect" fill="hold" presetClass="entr" presetID="10">
                                  <p:stCondLst>
                                    <p:cond delay="0"/>
                                  </p:stCondLst>
                                  <p:childTnLst>
                                    <p:set>
                                      <p:cBhvr>
                                        <p:cTn id="5113" dur="1" fill="hold">
                                          <p:stCondLst>
                                            <p:cond delay="0"/>
                                          </p:stCondLst>
                                        </p:cTn>
                                        <p:tgtEl>
                                          <p:spTgt spid="1395"/>
                                        </p:tgtEl>
                                        <p:attrNameLst>
                                          <p:attrName>style.visibility</p:attrName>
                                        </p:attrNameLst>
                                      </p:cBhvr>
                                      <p:to>
                                        <p:strVal val="visible"/>
                                      </p:to>
                                    </p:set>
                                    <p:animEffect filter="fade" transition="in">
                                      <p:cBhvr additive="repl">
                                        <p:cTn id="5114" dur="500"/>
                                        <p:tgtEl>
                                          <p:spTgt spid="1395"/>
                                        </p:tgtEl>
                                      </p:cBhvr>
                                    </p:animEffect>
                                  </p:childTnLst>
                                </p:cTn>
                              </p:par>
                              <p:par>
                                <p:cTn id="5115" nodeType="withEffect" fill="hold" presetClass="entr" presetID="10">
                                  <p:stCondLst>
                                    <p:cond delay="0"/>
                                  </p:stCondLst>
                                  <p:childTnLst>
                                    <p:set>
                                      <p:cBhvr>
                                        <p:cTn id="5116" dur="1" fill="hold">
                                          <p:stCondLst>
                                            <p:cond delay="0"/>
                                          </p:stCondLst>
                                        </p:cTn>
                                        <p:tgtEl>
                                          <p:spTgt spid="1398"/>
                                        </p:tgtEl>
                                        <p:attrNameLst>
                                          <p:attrName>style.visibility</p:attrName>
                                        </p:attrNameLst>
                                      </p:cBhvr>
                                      <p:to>
                                        <p:strVal val="visible"/>
                                      </p:to>
                                    </p:set>
                                    <p:animEffect filter="fade" transition="in">
                                      <p:cBhvr additive="repl">
                                        <p:cTn id="5117" dur="500"/>
                                        <p:tgtEl>
                                          <p:spTgt spid="1398"/>
                                        </p:tgtEl>
                                      </p:cBhvr>
                                    </p:animEffect>
                                  </p:childTnLst>
                                </p:cTn>
                              </p:par>
                              <p:par>
                                <p:cTn id="5118" nodeType="withEffect" fill="hold" presetClass="entr" presetID="10">
                                  <p:stCondLst>
                                    <p:cond delay="0"/>
                                  </p:stCondLst>
                                  <p:childTnLst>
                                    <p:set>
                                      <p:cBhvr>
                                        <p:cTn id="5119" dur="1" fill="hold">
                                          <p:stCondLst>
                                            <p:cond delay="0"/>
                                          </p:stCondLst>
                                        </p:cTn>
                                        <p:tgtEl>
                                          <p:spTgt spid="1399"/>
                                        </p:tgtEl>
                                        <p:attrNameLst>
                                          <p:attrName>style.visibility</p:attrName>
                                        </p:attrNameLst>
                                      </p:cBhvr>
                                      <p:to>
                                        <p:strVal val="visible"/>
                                      </p:to>
                                    </p:set>
                                    <p:animEffect filter="fade" transition="in">
                                      <p:cBhvr additive="repl">
                                        <p:cTn id="5120" dur="500"/>
                                        <p:tgtEl>
                                          <p:spTgt spid="1399"/>
                                        </p:tgtEl>
                                      </p:cBhvr>
                                    </p:animEffect>
                                  </p:childTnLst>
                                </p:cTn>
                              </p:par>
                              <p:par>
                                <p:cTn id="5121" nodeType="withEffect" fill="hold" presetClass="entr" presetID="10">
                                  <p:stCondLst>
                                    <p:cond delay="0"/>
                                  </p:stCondLst>
                                  <p:childTnLst>
                                    <p:set>
                                      <p:cBhvr>
                                        <p:cTn id="5122" dur="1" fill="hold">
                                          <p:stCondLst>
                                            <p:cond delay="0"/>
                                          </p:stCondLst>
                                        </p:cTn>
                                        <p:tgtEl>
                                          <p:spTgt spid="1402"/>
                                        </p:tgtEl>
                                        <p:attrNameLst>
                                          <p:attrName>style.visibility</p:attrName>
                                        </p:attrNameLst>
                                      </p:cBhvr>
                                      <p:to>
                                        <p:strVal val="visible"/>
                                      </p:to>
                                    </p:set>
                                    <p:animEffect filter="fade" transition="in">
                                      <p:cBhvr additive="repl">
                                        <p:cTn id="5123" dur="500"/>
                                        <p:tgtEl>
                                          <p:spTgt spid="1402"/>
                                        </p:tgtEl>
                                      </p:cBhvr>
                                    </p:animEffect>
                                  </p:childTnLst>
                                </p:cTn>
                              </p:par>
                              <p:par>
                                <p:cTn id="5124" nodeType="withEffect" fill="hold" presetClass="entr" presetID="10">
                                  <p:stCondLst>
                                    <p:cond delay="0"/>
                                  </p:stCondLst>
                                  <p:childTnLst>
                                    <p:set>
                                      <p:cBhvr>
                                        <p:cTn id="5125" dur="1" fill="hold">
                                          <p:stCondLst>
                                            <p:cond delay="0"/>
                                          </p:stCondLst>
                                        </p:cTn>
                                        <p:tgtEl>
                                          <p:spTgt spid="1403"/>
                                        </p:tgtEl>
                                        <p:attrNameLst>
                                          <p:attrName>style.visibility</p:attrName>
                                        </p:attrNameLst>
                                      </p:cBhvr>
                                      <p:to>
                                        <p:strVal val="visible"/>
                                      </p:to>
                                    </p:set>
                                    <p:animEffect filter="fade" transition="in">
                                      <p:cBhvr additive="repl">
                                        <p:cTn id="5126" dur="500"/>
                                        <p:tgtEl>
                                          <p:spTgt spid="1403"/>
                                        </p:tgtEl>
                                      </p:cBhvr>
                                    </p:animEffect>
                                  </p:childTnLst>
                                </p:cTn>
                              </p:par>
                              <p:par>
                                <p:cTn id="5127" nodeType="withEffect" fill="hold" presetClass="exit" presetID="1">
                                  <p:stCondLst>
                                    <p:cond delay="0"/>
                                  </p:stCondLst>
                                  <p:childTnLst>
                                    <p:set>
                                      <p:cBhvr>
                                        <p:cTn id="5128" dur="1" fill="hold">
                                          <p:stCondLst>
                                            <p:cond delay="0"/>
                                          </p:stCondLst>
                                        </p:cTn>
                                        <p:tgtEl>
                                          <p:spTgt spid="1393"/>
                                        </p:tgtEl>
                                        <p:attrNameLst>
                                          <p:attrName>style.visibility</p:attrName>
                                        </p:attrNameLst>
                                      </p:cBhvr>
                                      <p:to>
                                        <p:strVal val="hidden"/>
                                      </p:to>
                                    </p:set>
                                  </p:childTnLst>
                                </p:cTn>
                              </p:par>
                              <p:par>
                                <p:cTn id="5129" nodeType="withEffect" fill="hold" presetClass="exit" presetID="1">
                                  <p:stCondLst>
                                    <p:cond delay="0"/>
                                  </p:stCondLst>
                                  <p:childTnLst>
                                    <p:set>
                                      <p:cBhvr>
                                        <p:cTn id="5130" dur="1" fill="hold">
                                          <p:stCondLst>
                                            <p:cond delay="0"/>
                                          </p:stCondLst>
                                        </p:cTn>
                                        <p:tgtEl>
                                          <p:spTgt spid="1392"/>
                                        </p:tgtEl>
                                        <p:attrNameLst>
                                          <p:attrName>style.visibility</p:attrName>
                                        </p:attrNameLst>
                                      </p:cBhvr>
                                      <p:to>
                                        <p:strVal val="hidden"/>
                                      </p:to>
                                    </p:set>
                                  </p:childTnLst>
                                </p:cTn>
                              </p:par>
                              <p:par>
                                <p:cTn id="5131" nodeType="withEffect" fill="hold" presetClass="exit" presetID="1">
                                  <p:stCondLst>
                                    <p:cond delay="0"/>
                                  </p:stCondLst>
                                  <p:childTnLst>
                                    <p:set>
                                      <p:cBhvr>
                                        <p:cTn id="5132" dur="1" fill="hold">
                                          <p:stCondLst>
                                            <p:cond delay="0"/>
                                          </p:stCondLst>
                                        </p:cTn>
                                        <p:tgtEl>
                                          <p:spTgt spid="1397"/>
                                        </p:tgtEl>
                                        <p:attrNameLst>
                                          <p:attrName>style.visibility</p:attrName>
                                        </p:attrNameLst>
                                      </p:cBhvr>
                                      <p:to>
                                        <p:strVal val="hidden"/>
                                      </p:to>
                                    </p:set>
                                  </p:childTnLst>
                                </p:cTn>
                              </p:par>
                              <p:par>
                                <p:cTn id="5133" nodeType="withEffect" fill="hold" presetClass="exit" presetID="1">
                                  <p:stCondLst>
                                    <p:cond delay="0"/>
                                  </p:stCondLst>
                                  <p:childTnLst>
                                    <p:set>
                                      <p:cBhvr>
                                        <p:cTn id="5134" dur="1" fill="hold">
                                          <p:stCondLst>
                                            <p:cond delay="0"/>
                                          </p:stCondLst>
                                        </p:cTn>
                                        <p:tgtEl>
                                          <p:spTgt spid="1396"/>
                                        </p:tgtEl>
                                        <p:attrNameLst>
                                          <p:attrName>style.visibility</p:attrName>
                                        </p:attrNameLst>
                                      </p:cBhvr>
                                      <p:to>
                                        <p:strVal val="hidden"/>
                                      </p:to>
                                    </p:set>
                                  </p:childTnLst>
                                </p:cTn>
                              </p:par>
                              <p:par>
                                <p:cTn id="5135" nodeType="withEffect" fill="hold" presetClass="exit" presetID="1">
                                  <p:stCondLst>
                                    <p:cond delay="0"/>
                                  </p:stCondLst>
                                  <p:childTnLst>
                                    <p:set>
                                      <p:cBhvr>
                                        <p:cTn id="5136" dur="1" fill="hold">
                                          <p:stCondLst>
                                            <p:cond delay="0"/>
                                          </p:stCondLst>
                                        </p:cTn>
                                        <p:tgtEl>
                                          <p:spTgt spid="1401"/>
                                        </p:tgtEl>
                                        <p:attrNameLst>
                                          <p:attrName>style.visibility</p:attrName>
                                        </p:attrNameLst>
                                      </p:cBhvr>
                                      <p:to>
                                        <p:strVal val="hidden"/>
                                      </p:to>
                                    </p:set>
                                  </p:childTnLst>
                                </p:cTn>
                              </p:par>
                              <p:par>
                                <p:cTn id="5137" nodeType="withEffect" fill="hold" presetClass="exit" presetID="1">
                                  <p:stCondLst>
                                    <p:cond delay="0"/>
                                  </p:stCondLst>
                                  <p:childTnLst>
                                    <p:set>
                                      <p:cBhvr>
                                        <p:cTn id="5138" dur="1" fill="hold">
                                          <p:stCondLst>
                                            <p:cond delay="0"/>
                                          </p:stCondLst>
                                        </p:cTn>
                                        <p:tgtEl>
                                          <p:spTgt spid="1400"/>
                                        </p:tgtEl>
                                        <p:attrNameLst>
                                          <p:attrName>style.visibility</p:attrName>
                                        </p:attrNameLst>
                                      </p:cBhvr>
                                      <p:to>
                                        <p:strVal val="hidden"/>
                                      </p:to>
                                    </p:set>
                                  </p:childTnLst>
                                </p:cTn>
                              </p:par>
                              <p:par>
                                <p:cTn id="5139" nodeType="withEffect" fill="hold" presetClass="exit" presetID="1">
                                  <p:stCondLst>
                                    <p:cond delay="0"/>
                                  </p:stCondLst>
                                  <p:childTnLst>
                                    <p:set>
                                      <p:cBhvr>
                                        <p:cTn id="5140" dur="1" fill="hold">
                                          <p:stCondLst>
                                            <p:cond delay="0"/>
                                          </p:stCondLst>
                                        </p:cTn>
                                        <p:tgtEl>
                                          <p:spTgt spid="1405"/>
                                        </p:tgtEl>
                                        <p:attrNameLst>
                                          <p:attrName>style.visibility</p:attrName>
                                        </p:attrNameLst>
                                      </p:cBhvr>
                                      <p:to>
                                        <p:strVal val="hidden"/>
                                      </p:to>
                                    </p:set>
                                  </p:childTnLst>
                                </p:cTn>
                              </p:par>
                              <p:par>
                                <p:cTn id="5141" nodeType="withEffect" fill="hold" presetClass="exit" presetID="1">
                                  <p:stCondLst>
                                    <p:cond delay="0"/>
                                  </p:stCondLst>
                                  <p:childTnLst>
                                    <p:set>
                                      <p:cBhvr>
                                        <p:cTn id="5142" dur="1" fill="hold">
                                          <p:stCondLst>
                                            <p:cond delay="0"/>
                                          </p:stCondLst>
                                        </p:cTn>
                                        <p:tgtEl>
                                          <p:spTgt spid="14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143" restart="whenNotActive" nodeType="interactiveSeq" fill="hold">
                <p:stCondLst>
                  <p:cond delay="0" evt="onClick">
                    <p:tgtEl>
                      <p:spTgt spid="1390"/>
                    </p:tgtEl>
                  </p:cond>
                </p:stCondLst>
                <p:childTnLst>
                  <p:par>
                    <p:cTn id="5144" fill="hold">
                      <p:stCondLst>
                        <p:cond delay="0" evt="onClick">
                          <p:tgtEl>
                            <p:spTgt spid="1390"/>
                          </p:tgtEl>
                        </p:cond>
                      </p:stCondLst>
                      <p:childTnLst>
                        <p:par>
                          <p:cTn id="5145" fill="hold">
                            <p:stCondLst>
                              <p:cond delay="0"/>
                            </p:stCondLst>
                            <p:childTnLst>
                              <p:par>
                                <p:cTn id="5146" nodeType="clickEffect" fill="hold" presetClass="entr" presetID="16" presetSubtype="21">
                                  <p:stCondLst>
                                    <p:cond delay="0"/>
                                  </p:stCondLst>
                                  <p:childTnLst>
                                    <p:set>
                                      <p:cBhvr>
                                        <p:cTn id="5147" dur="1" fill="hold">
                                          <p:stCondLst>
                                            <p:cond delay="0"/>
                                          </p:stCondLst>
                                        </p:cTn>
                                        <p:tgtEl>
                                          <p:spTgt spid="1393"/>
                                        </p:tgtEl>
                                        <p:attrNameLst>
                                          <p:attrName>style.visibility</p:attrName>
                                        </p:attrNameLst>
                                      </p:cBhvr>
                                      <p:to>
                                        <p:strVal val="visible"/>
                                      </p:to>
                                    </p:set>
                                    <p:animEffect filter="barn(inVertical)" transition="in">
                                      <p:cBhvr additive="repl">
                                        <p:cTn id="5148" dur="500"/>
                                        <p:tgtEl>
                                          <p:spTgt spid="1393"/>
                                        </p:tgtEl>
                                      </p:cBhvr>
                                    </p:animEffect>
                                  </p:childTnLst>
                                </p:cTn>
                              </p:par>
                              <p:par>
                                <p:cTn id="5149" nodeType="withEffect" fill="hold" presetClass="entr" presetID="16" presetSubtype="21">
                                  <p:stCondLst>
                                    <p:cond delay="0"/>
                                  </p:stCondLst>
                                  <p:childTnLst>
                                    <p:set>
                                      <p:cBhvr>
                                        <p:cTn id="5150" dur="1" fill="hold">
                                          <p:stCondLst>
                                            <p:cond delay="0"/>
                                          </p:stCondLst>
                                        </p:cTn>
                                        <p:tgtEl>
                                          <p:spTgt spid="1392"/>
                                        </p:tgtEl>
                                        <p:attrNameLst>
                                          <p:attrName>style.visibility</p:attrName>
                                        </p:attrNameLst>
                                      </p:cBhvr>
                                      <p:to>
                                        <p:strVal val="visible"/>
                                      </p:to>
                                    </p:set>
                                    <p:animEffect filter="barn(inVertical)" transition="in">
                                      <p:cBhvr additive="repl">
                                        <p:cTn id="5151" dur="500"/>
                                        <p:tgtEl>
                                          <p:spTgt spid="1392"/>
                                        </p:tgtEl>
                                      </p:cBhvr>
                                    </p:animEffect>
                                  </p:childTnLst>
                                </p:cTn>
                              </p:par>
                              <p:par>
                                <p:cTn id="5152" nodeType="withEffect" fill="hold" presetClass="emph" presetID="1" presetSubtype="2">
                                  <p:stCondLst>
                                    <p:cond delay="0"/>
                                  </p:stCondLst>
                                  <p:childTnLst>
                                    <p:animClr clrSpc="rgb">
                                      <p:cBhvr>
                                        <p:cTn id="5153" dur="500" fill="hold"/>
                                        <p:tgtEl>
                                          <p:spTgt spid="1391"/>
                                        </p:tgtEl>
                                        <p:attrNameLst>
                                          <p:attrName>fillcolor</p:attrName>
                                        </p:attrNameLst>
                                      </p:cBhvr>
                                      <p:to>
                                        <a:srgbClr val="8a80e4"/>
                                      </p:to>
                                    </p:animClr>
                                    <p:set>
                                      <p:cBhvr>
                                        <p:cTn id="5154" dur="500" fill="hold"/>
                                        <p:tgtEl>
                                          <p:spTgt spid="1391"/>
                                        </p:tgtEl>
                                        <p:attrNameLst>
                                          <p:attrName>fill.type</p:attrName>
                                        </p:attrNameLst>
                                      </p:cBhvr>
                                      <p:to>
                                        <p:strVal val="solid"/>
                                      </p:to>
                                    </p:set>
                                    <p:set>
                                      <p:cBhvr>
                                        <p:cTn id="5155" dur="500" fill="hold"/>
                                        <p:tgtEl>
                                          <p:spTgt spid="1391"/>
                                        </p:tgtEl>
                                        <p:attrNameLst>
                                          <p:attrName>fill.on</p:attrName>
                                        </p:attrNameLst>
                                      </p:cBhvr>
                                      <p:to>
                                        <p:strVal val="true"/>
                                      </p:to>
                                    </p:set>
                                  </p:childTnLst>
                                </p:cTn>
                              </p:par>
                              <p:par>
                                <p:cTn id="5156" nodeType="withEffect" fill="hold" presetClass="emph" presetID="1" presetSubtype="2">
                                  <p:stCondLst>
                                    <p:cond delay="0"/>
                                  </p:stCondLst>
                                  <p:childTnLst>
                                    <p:animClr clrSpc="rgb">
                                      <p:cBhvr>
                                        <p:cTn id="5157" dur="500" fill="hold"/>
                                        <p:tgtEl>
                                          <p:spTgt spid="1395"/>
                                        </p:tgtEl>
                                        <p:attrNameLst>
                                          <p:attrName>fillcolor</p:attrName>
                                        </p:attrNameLst>
                                      </p:cBhvr>
                                      <p:to>
                                        <a:srgbClr val="95b3d7"/>
                                      </p:to>
                                    </p:animClr>
                                    <p:set>
                                      <p:cBhvr>
                                        <p:cTn id="5158" dur="500" fill="hold"/>
                                        <p:tgtEl>
                                          <p:spTgt spid="1395"/>
                                        </p:tgtEl>
                                        <p:attrNameLst>
                                          <p:attrName>fill.type</p:attrName>
                                        </p:attrNameLst>
                                      </p:cBhvr>
                                      <p:to>
                                        <p:strVal val="solid"/>
                                      </p:to>
                                    </p:set>
                                    <p:set>
                                      <p:cBhvr>
                                        <p:cTn id="5159" dur="500" fill="hold"/>
                                        <p:tgtEl>
                                          <p:spTgt spid="1395"/>
                                        </p:tgtEl>
                                        <p:attrNameLst>
                                          <p:attrName>fill.on</p:attrName>
                                        </p:attrNameLst>
                                      </p:cBhvr>
                                      <p:to>
                                        <p:strVal val="true"/>
                                      </p:to>
                                    </p:set>
                                  </p:childTnLst>
                                </p:cTn>
                              </p:par>
                              <p:par>
                                <p:cTn id="5160" nodeType="withEffect" fill="hold" presetClass="emph" presetID="1" presetSubtype="2">
                                  <p:stCondLst>
                                    <p:cond delay="0"/>
                                  </p:stCondLst>
                                  <p:childTnLst>
                                    <p:animClr clrSpc="rgb">
                                      <p:cBhvr>
                                        <p:cTn id="5161" dur="500" fill="hold"/>
                                        <p:tgtEl>
                                          <p:spTgt spid="1399"/>
                                        </p:tgtEl>
                                        <p:attrNameLst>
                                          <p:attrName>fillcolor</p:attrName>
                                        </p:attrNameLst>
                                      </p:cBhvr>
                                      <p:to>
                                        <a:srgbClr val="95b3d7"/>
                                      </p:to>
                                    </p:animClr>
                                    <p:set>
                                      <p:cBhvr>
                                        <p:cTn id="5162" dur="500" fill="hold"/>
                                        <p:tgtEl>
                                          <p:spTgt spid="1399"/>
                                        </p:tgtEl>
                                        <p:attrNameLst>
                                          <p:attrName>fill.type</p:attrName>
                                        </p:attrNameLst>
                                      </p:cBhvr>
                                      <p:to>
                                        <p:strVal val="solid"/>
                                      </p:to>
                                    </p:set>
                                    <p:set>
                                      <p:cBhvr>
                                        <p:cTn id="5163" dur="500" fill="hold"/>
                                        <p:tgtEl>
                                          <p:spTgt spid="1399"/>
                                        </p:tgtEl>
                                        <p:attrNameLst>
                                          <p:attrName>fill.on</p:attrName>
                                        </p:attrNameLst>
                                      </p:cBhvr>
                                      <p:to>
                                        <p:strVal val="true"/>
                                      </p:to>
                                    </p:set>
                                  </p:childTnLst>
                                </p:cTn>
                              </p:par>
                              <p:par>
                                <p:cTn id="5164" nodeType="withEffect" fill="hold" presetClass="emph" presetID="1" presetSubtype="2">
                                  <p:stCondLst>
                                    <p:cond delay="0"/>
                                  </p:stCondLst>
                                  <p:childTnLst>
                                    <p:animClr clrSpc="rgb">
                                      <p:cBhvr>
                                        <p:cTn id="5165" dur="500" fill="hold"/>
                                        <p:tgtEl>
                                          <p:spTgt spid="1403"/>
                                        </p:tgtEl>
                                        <p:attrNameLst>
                                          <p:attrName>fillcolor</p:attrName>
                                        </p:attrNameLst>
                                      </p:cBhvr>
                                      <p:to>
                                        <a:srgbClr val="95b3d7"/>
                                      </p:to>
                                    </p:animClr>
                                    <p:set>
                                      <p:cBhvr>
                                        <p:cTn id="5166" dur="500" fill="hold"/>
                                        <p:tgtEl>
                                          <p:spTgt spid="1403"/>
                                        </p:tgtEl>
                                        <p:attrNameLst>
                                          <p:attrName>fill.type</p:attrName>
                                        </p:attrNameLst>
                                      </p:cBhvr>
                                      <p:to>
                                        <p:strVal val="solid"/>
                                      </p:to>
                                    </p:set>
                                    <p:set>
                                      <p:cBhvr>
                                        <p:cTn id="5167" dur="500" fill="hold"/>
                                        <p:tgtEl>
                                          <p:spTgt spid="1403"/>
                                        </p:tgtEl>
                                        <p:attrNameLst>
                                          <p:attrName>fill.on</p:attrName>
                                        </p:attrNameLst>
                                      </p:cBhvr>
                                      <p:to>
                                        <p:strVal val="true"/>
                                      </p:to>
                                    </p:set>
                                  </p:childTnLst>
                                </p:cTn>
                              </p:par>
                              <p:par>
                                <p:cTn id="5168" nodeType="withEffect" fill="hold" presetClass="exit" presetID="10">
                                  <p:stCondLst>
                                    <p:cond delay="0"/>
                                  </p:stCondLst>
                                  <p:childTnLst>
                                    <p:animEffect filter="fade" transition="out">
                                      <p:cBhvr additive="repl">
                                        <p:cTn id="5169" dur="500"/>
                                        <p:tgtEl>
                                          <p:spTgt spid="1397"/>
                                        </p:tgtEl>
                                      </p:cBhvr>
                                    </p:animEffect>
                                    <p:set>
                                      <p:cBhvr>
                                        <p:cTn id="5170" dur="1" fill="hold">
                                          <p:stCondLst>
                                            <p:cond delay="499"/>
                                          </p:stCondLst>
                                        </p:cTn>
                                        <p:tgtEl>
                                          <p:spTgt spid="1397"/>
                                        </p:tgtEl>
                                        <p:attrNameLst>
                                          <p:attrName>style.visibility</p:attrName>
                                        </p:attrNameLst>
                                      </p:cBhvr>
                                      <p:to>
                                        <p:strVal val="hidden"/>
                                      </p:to>
                                    </p:set>
                                  </p:childTnLst>
                                </p:cTn>
                              </p:par>
                              <p:par>
                                <p:cTn id="5171" nodeType="withEffect" fill="hold" presetClass="exit" presetID="10">
                                  <p:stCondLst>
                                    <p:cond delay="0"/>
                                  </p:stCondLst>
                                  <p:childTnLst>
                                    <p:animEffect filter="fade" transition="out">
                                      <p:cBhvr additive="repl">
                                        <p:cTn id="5172" dur="500"/>
                                        <p:tgtEl>
                                          <p:spTgt spid="1396"/>
                                        </p:tgtEl>
                                      </p:cBhvr>
                                    </p:animEffect>
                                    <p:set>
                                      <p:cBhvr>
                                        <p:cTn id="5173" dur="1" fill="hold">
                                          <p:stCondLst>
                                            <p:cond delay="499"/>
                                          </p:stCondLst>
                                        </p:cTn>
                                        <p:tgtEl>
                                          <p:spTgt spid="1396"/>
                                        </p:tgtEl>
                                        <p:attrNameLst>
                                          <p:attrName>style.visibility</p:attrName>
                                        </p:attrNameLst>
                                      </p:cBhvr>
                                      <p:to>
                                        <p:strVal val="hidden"/>
                                      </p:to>
                                    </p:set>
                                  </p:childTnLst>
                                </p:cTn>
                              </p:par>
                              <p:par>
                                <p:cTn id="5174" nodeType="withEffect" fill="hold" presetClass="exit" presetID="10">
                                  <p:stCondLst>
                                    <p:cond delay="0"/>
                                  </p:stCondLst>
                                  <p:childTnLst>
                                    <p:animEffect filter="fade" transition="out">
                                      <p:cBhvr additive="repl">
                                        <p:cTn id="5175" dur="500"/>
                                        <p:tgtEl>
                                          <p:spTgt spid="1401"/>
                                        </p:tgtEl>
                                      </p:cBhvr>
                                    </p:animEffect>
                                    <p:set>
                                      <p:cBhvr>
                                        <p:cTn id="5176" dur="1" fill="hold">
                                          <p:stCondLst>
                                            <p:cond delay="499"/>
                                          </p:stCondLst>
                                        </p:cTn>
                                        <p:tgtEl>
                                          <p:spTgt spid="1401"/>
                                        </p:tgtEl>
                                        <p:attrNameLst>
                                          <p:attrName>style.visibility</p:attrName>
                                        </p:attrNameLst>
                                      </p:cBhvr>
                                      <p:to>
                                        <p:strVal val="hidden"/>
                                      </p:to>
                                    </p:set>
                                  </p:childTnLst>
                                </p:cTn>
                              </p:par>
                              <p:par>
                                <p:cTn id="5177" nodeType="withEffect" fill="hold" presetClass="exit" presetID="10">
                                  <p:stCondLst>
                                    <p:cond delay="0"/>
                                  </p:stCondLst>
                                  <p:childTnLst>
                                    <p:animEffect filter="fade" transition="out">
                                      <p:cBhvr additive="repl">
                                        <p:cTn id="5178" dur="500"/>
                                        <p:tgtEl>
                                          <p:spTgt spid="1400"/>
                                        </p:tgtEl>
                                      </p:cBhvr>
                                    </p:animEffect>
                                    <p:set>
                                      <p:cBhvr>
                                        <p:cTn id="5179" dur="1" fill="hold">
                                          <p:stCondLst>
                                            <p:cond delay="499"/>
                                          </p:stCondLst>
                                        </p:cTn>
                                        <p:tgtEl>
                                          <p:spTgt spid="1400"/>
                                        </p:tgtEl>
                                        <p:attrNameLst>
                                          <p:attrName>style.visibility</p:attrName>
                                        </p:attrNameLst>
                                      </p:cBhvr>
                                      <p:to>
                                        <p:strVal val="hidden"/>
                                      </p:to>
                                    </p:set>
                                  </p:childTnLst>
                                </p:cTn>
                              </p:par>
                              <p:par>
                                <p:cTn id="5180" nodeType="withEffect" fill="hold" presetClass="exit" presetID="10">
                                  <p:stCondLst>
                                    <p:cond delay="0"/>
                                  </p:stCondLst>
                                  <p:childTnLst>
                                    <p:animEffect filter="fade" transition="out">
                                      <p:cBhvr additive="repl">
                                        <p:cTn id="5181" dur="500"/>
                                        <p:tgtEl>
                                          <p:spTgt spid="1405"/>
                                        </p:tgtEl>
                                      </p:cBhvr>
                                    </p:animEffect>
                                    <p:set>
                                      <p:cBhvr>
                                        <p:cTn id="5182" dur="1" fill="hold">
                                          <p:stCondLst>
                                            <p:cond delay="499"/>
                                          </p:stCondLst>
                                        </p:cTn>
                                        <p:tgtEl>
                                          <p:spTgt spid="1405"/>
                                        </p:tgtEl>
                                        <p:attrNameLst>
                                          <p:attrName>style.visibility</p:attrName>
                                        </p:attrNameLst>
                                      </p:cBhvr>
                                      <p:to>
                                        <p:strVal val="hidden"/>
                                      </p:to>
                                    </p:set>
                                  </p:childTnLst>
                                </p:cTn>
                              </p:par>
                              <p:par>
                                <p:cTn id="5183" nodeType="withEffect" fill="hold" presetClass="exit" presetID="10">
                                  <p:stCondLst>
                                    <p:cond delay="0"/>
                                  </p:stCondLst>
                                  <p:childTnLst>
                                    <p:animEffect filter="fade" transition="out">
                                      <p:cBhvr additive="repl">
                                        <p:cTn id="5184" dur="500"/>
                                        <p:tgtEl>
                                          <p:spTgt spid="1404"/>
                                        </p:tgtEl>
                                      </p:cBhvr>
                                    </p:animEffect>
                                    <p:set>
                                      <p:cBhvr>
                                        <p:cTn id="5185" dur="1" fill="hold">
                                          <p:stCondLst>
                                            <p:cond delay="499"/>
                                          </p:stCondLst>
                                        </p:cTn>
                                        <p:tgtEl>
                                          <p:spTgt spid="14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186" restart="whenNotActive" nodeType="interactiveSeq" fill="hold">
                <p:stCondLst>
                  <p:cond delay="0" evt="onClick">
                    <p:tgtEl>
                      <p:spTgt spid="1393"/>
                    </p:tgtEl>
                  </p:cond>
                </p:stCondLst>
                <p:childTnLst>
                  <p:par>
                    <p:cTn id="5187" fill="hold">
                      <p:stCondLst>
                        <p:cond delay="0" evt="onClick">
                          <p:tgtEl>
                            <p:spTgt spid="1393"/>
                          </p:tgtEl>
                        </p:cond>
                      </p:stCondLst>
                      <p:childTnLst>
                        <p:par>
                          <p:cTn id="5188" fill="hold">
                            <p:stCondLst>
                              <p:cond delay="0"/>
                            </p:stCondLst>
                            <p:childTnLst>
                              <p:par>
                                <p:cTn id="5189" nodeType="clickEffect" fill="hold" presetClass="exit" presetID="9">
                                  <p:stCondLst>
                                    <p:cond delay="0"/>
                                  </p:stCondLst>
                                  <p:childTnLst>
                                    <p:animEffect filter="dissolve" transition="out">
                                      <p:cBhvr additive="repl">
                                        <p:cTn id="5190" dur="500"/>
                                        <p:tgtEl>
                                          <p:spTgt spid="1393"/>
                                        </p:tgtEl>
                                      </p:cBhvr>
                                    </p:animEffect>
                                    <p:set>
                                      <p:cBhvr>
                                        <p:cTn id="5191" dur="1" fill="hold">
                                          <p:stCondLst>
                                            <p:cond delay="499"/>
                                          </p:stCondLst>
                                        </p:cTn>
                                        <p:tgtEl>
                                          <p:spTgt spid="1393"/>
                                        </p:tgtEl>
                                        <p:attrNameLst>
                                          <p:attrName>style.visibility</p:attrName>
                                        </p:attrNameLst>
                                      </p:cBhvr>
                                      <p:to>
                                        <p:strVal val="hidden"/>
                                      </p:to>
                                    </p:set>
                                  </p:childTnLst>
                                </p:cTn>
                              </p:par>
                              <p:par>
                                <p:cTn id="5192" nodeType="withEffect" fill="hold" presetClass="exit" presetID="9">
                                  <p:stCondLst>
                                    <p:cond delay="0"/>
                                  </p:stCondLst>
                                  <p:childTnLst>
                                    <p:animEffect filter="dissolve" transition="out">
                                      <p:cBhvr additive="repl">
                                        <p:cTn id="5193" dur="500"/>
                                        <p:tgtEl>
                                          <p:spTgt spid="1392"/>
                                        </p:tgtEl>
                                      </p:cBhvr>
                                    </p:animEffect>
                                    <p:set>
                                      <p:cBhvr>
                                        <p:cTn id="5194" dur="1" fill="hold">
                                          <p:stCondLst>
                                            <p:cond delay="499"/>
                                          </p:stCondLst>
                                        </p:cTn>
                                        <p:tgtEl>
                                          <p:spTgt spid="1392"/>
                                        </p:tgtEl>
                                        <p:attrNameLst>
                                          <p:attrName>style.visibility</p:attrName>
                                        </p:attrNameLst>
                                      </p:cBhvr>
                                      <p:to>
                                        <p:strVal val="hidden"/>
                                      </p:to>
                                    </p:set>
                                  </p:childTnLst>
                                </p:cTn>
                              </p:par>
                              <p:par>
                                <p:cTn id="5195" nodeType="withEffect" fill="hold" presetClass="emph" presetID="1" presetSubtype="2">
                                  <p:stCondLst>
                                    <p:cond delay="0"/>
                                  </p:stCondLst>
                                  <p:childTnLst>
                                    <p:animClr clrSpc="rgb">
                                      <p:cBhvr>
                                        <p:cTn id="5196" dur="500" fill="hold"/>
                                        <p:tgtEl>
                                          <p:spTgt spid="1391"/>
                                        </p:tgtEl>
                                        <p:attrNameLst>
                                          <p:attrName>fillcolor</p:attrName>
                                        </p:attrNameLst>
                                      </p:cBhvr>
                                      <p:to>
                                        <a:srgbClr val="95b3d7"/>
                                      </p:to>
                                    </p:animClr>
                                    <p:set>
                                      <p:cBhvr>
                                        <p:cTn id="5197" dur="500" fill="hold"/>
                                        <p:tgtEl>
                                          <p:spTgt spid="1391"/>
                                        </p:tgtEl>
                                        <p:attrNameLst>
                                          <p:attrName>fill.type</p:attrName>
                                        </p:attrNameLst>
                                      </p:cBhvr>
                                      <p:to>
                                        <p:strVal val="solid"/>
                                      </p:to>
                                    </p:set>
                                    <p:set>
                                      <p:cBhvr>
                                        <p:cTn id="5198" dur="500" fill="hold"/>
                                        <p:tgtEl>
                                          <p:spTgt spid="139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199" restart="whenNotActive" nodeType="interactiveSeq" fill="hold">
                <p:stCondLst>
                  <p:cond delay="0" evt="onClick">
                    <p:tgtEl>
                      <p:spTgt spid="1394"/>
                    </p:tgtEl>
                  </p:cond>
                </p:stCondLst>
                <p:childTnLst>
                  <p:par>
                    <p:cTn id="5200" fill="hold">
                      <p:stCondLst>
                        <p:cond delay="0" evt="onClick">
                          <p:tgtEl>
                            <p:spTgt spid="1394"/>
                          </p:tgtEl>
                        </p:cond>
                      </p:stCondLst>
                      <p:childTnLst>
                        <p:par>
                          <p:cTn id="5201" fill="hold">
                            <p:stCondLst>
                              <p:cond delay="0"/>
                            </p:stCondLst>
                            <p:childTnLst>
                              <p:par>
                                <p:cTn id="5202" nodeType="clickEffect" fill="hold" presetClass="entr" presetID="16" presetSubtype="21">
                                  <p:stCondLst>
                                    <p:cond delay="0"/>
                                  </p:stCondLst>
                                  <p:childTnLst>
                                    <p:set>
                                      <p:cBhvr>
                                        <p:cTn id="5203" dur="1" fill="hold">
                                          <p:stCondLst>
                                            <p:cond delay="0"/>
                                          </p:stCondLst>
                                        </p:cTn>
                                        <p:tgtEl>
                                          <p:spTgt spid="1397"/>
                                        </p:tgtEl>
                                        <p:attrNameLst>
                                          <p:attrName>style.visibility</p:attrName>
                                        </p:attrNameLst>
                                      </p:cBhvr>
                                      <p:to>
                                        <p:strVal val="visible"/>
                                      </p:to>
                                    </p:set>
                                    <p:animEffect filter="barn(inVertical)" transition="in">
                                      <p:cBhvr additive="repl">
                                        <p:cTn id="5204" dur="500"/>
                                        <p:tgtEl>
                                          <p:spTgt spid="1397"/>
                                        </p:tgtEl>
                                      </p:cBhvr>
                                    </p:animEffect>
                                  </p:childTnLst>
                                </p:cTn>
                              </p:par>
                              <p:par>
                                <p:cTn id="5205" nodeType="withEffect" fill="hold" presetClass="entr" presetID="16" presetSubtype="21">
                                  <p:stCondLst>
                                    <p:cond delay="0"/>
                                  </p:stCondLst>
                                  <p:childTnLst>
                                    <p:set>
                                      <p:cBhvr>
                                        <p:cTn id="5206" dur="1" fill="hold">
                                          <p:stCondLst>
                                            <p:cond delay="0"/>
                                          </p:stCondLst>
                                        </p:cTn>
                                        <p:tgtEl>
                                          <p:spTgt spid="1396"/>
                                        </p:tgtEl>
                                        <p:attrNameLst>
                                          <p:attrName>style.visibility</p:attrName>
                                        </p:attrNameLst>
                                      </p:cBhvr>
                                      <p:to>
                                        <p:strVal val="visible"/>
                                      </p:to>
                                    </p:set>
                                    <p:animEffect filter="barn(inVertical)" transition="in">
                                      <p:cBhvr additive="repl">
                                        <p:cTn id="5207" dur="500"/>
                                        <p:tgtEl>
                                          <p:spTgt spid="1396"/>
                                        </p:tgtEl>
                                      </p:cBhvr>
                                    </p:animEffect>
                                  </p:childTnLst>
                                </p:cTn>
                              </p:par>
                              <p:par>
                                <p:cTn id="5208" nodeType="withEffect" fill="hold" presetClass="emph" presetID="1" presetSubtype="2">
                                  <p:stCondLst>
                                    <p:cond delay="0"/>
                                  </p:stCondLst>
                                  <p:childTnLst>
                                    <p:animClr clrSpc="rgb">
                                      <p:cBhvr>
                                        <p:cTn id="5209" dur="500" fill="hold"/>
                                        <p:tgtEl>
                                          <p:spTgt spid="1395"/>
                                        </p:tgtEl>
                                        <p:attrNameLst>
                                          <p:attrName>fillcolor</p:attrName>
                                        </p:attrNameLst>
                                      </p:cBhvr>
                                      <p:to>
                                        <a:srgbClr val="8a80e4"/>
                                      </p:to>
                                    </p:animClr>
                                    <p:set>
                                      <p:cBhvr>
                                        <p:cTn id="5210" dur="500" fill="hold"/>
                                        <p:tgtEl>
                                          <p:spTgt spid="1395"/>
                                        </p:tgtEl>
                                        <p:attrNameLst>
                                          <p:attrName>fill.type</p:attrName>
                                        </p:attrNameLst>
                                      </p:cBhvr>
                                      <p:to>
                                        <p:strVal val="solid"/>
                                      </p:to>
                                    </p:set>
                                    <p:set>
                                      <p:cBhvr>
                                        <p:cTn id="5211" dur="500" fill="hold"/>
                                        <p:tgtEl>
                                          <p:spTgt spid="1395"/>
                                        </p:tgtEl>
                                        <p:attrNameLst>
                                          <p:attrName>fill.on</p:attrName>
                                        </p:attrNameLst>
                                      </p:cBhvr>
                                      <p:to>
                                        <p:strVal val="true"/>
                                      </p:to>
                                    </p:set>
                                  </p:childTnLst>
                                </p:cTn>
                              </p:par>
                              <p:par>
                                <p:cTn id="5212" nodeType="withEffect" fill="hold" presetClass="emph" presetID="1" presetSubtype="2">
                                  <p:stCondLst>
                                    <p:cond delay="0"/>
                                  </p:stCondLst>
                                  <p:childTnLst>
                                    <p:animClr clrSpc="rgb">
                                      <p:cBhvr>
                                        <p:cTn id="5213" dur="500" fill="hold"/>
                                        <p:tgtEl>
                                          <p:spTgt spid="1391"/>
                                        </p:tgtEl>
                                        <p:attrNameLst>
                                          <p:attrName>fillcolor</p:attrName>
                                        </p:attrNameLst>
                                      </p:cBhvr>
                                      <p:to>
                                        <a:srgbClr val="95b3d7"/>
                                      </p:to>
                                    </p:animClr>
                                    <p:set>
                                      <p:cBhvr>
                                        <p:cTn id="5214" dur="500" fill="hold"/>
                                        <p:tgtEl>
                                          <p:spTgt spid="1391"/>
                                        </p:tgtEl>
                                        <p:attrNameLst>
                                          <p:attrName>fill.type</p:attrName>
                                        </p:attrNameLst>
                                      </p:cBhvr>
                                      <p:to>
                                        <p:strVal val="solid"/>
                                      </p:to>
                                    </p:set>
                                    <p:set>
                                      <p:cBhvr>
                                        <p:cTn id="5215" dur="500" fill="hold"/>
                                        <p:tgtEl>
                                          <p:spTgt spid="1391"/>
                                        </p:tgtEl>
                                        <p:attrNameLst>
                                          <p:attrName>fill.on</p:attrName>
                                        </p:attrNameLst>
                                      </p:cBhvr>
                                      <p:to>
                                        <p:strVal val="true"/>
                                      </p:to>
                                    </p:set>
                                  </p:childTnLst>
                                </p:cTn>
                              </p:par>
                              <p:par>
                                <p:cTn id="5216" nodeType="withEffect" fill="hold" presetClass="emph" presetID="1" presetSubtype="2">
                                  <p:stCondLst>
                                    <p:cond delay="0"/>
                                  </p:stCondLst>
                                  <p:childTnLst>
                                    <p:animClr clrSpc="rgb">
                                      <p:cBhvr>
                                        <p:cTn id="5217" dur="500" fill="hold"/>
                                        <p:tgtEl>
                                          <p:spTgt spid="1399"/>
                                        </p:tgtEl>
                                        <p:attrNameLst>
                                          <p:attrName>fillcolor</p:attrName>
                                        </p:attrNameLst>
                                      </p:cBhvr>
                                      <p:to>
                                        <a:srgbClr val="95b3d7"/>
                                      </p:to>
                                    </p:animClr>
                                    <p:set>
                                      <p:cBhvr>
                                        <p:cTn id="5218" dur="500" fill="hold"/>
                                        <p:tgtEl>
                                          <p:spTgt spid="1399"/>
                                        </p:tgtEl>
                                        <p:attrNameLst>
                                          <p:attrName>fill.type</p:attrName>
                                        </p:attrNameLst>
                                      </p:cBhvr>
                                      <p:to>
                                        <p:strVal val="solid"/>
                                      </p:to>
                                    </p:set>
                                    <p:set>
                                      <p:cBhvr>
                                        <p:cTn id="5219" dur="500" fill="hold"/>
                                        <p:tgtEl>
                                          <p:spTgt spid="1399"/>
                                        </p:tgtEl>
                                        <p:attrNameLst>
                                          <p:attrName>fill.on</p:attrName>
                                        </p:attrNameLst>
                                      </p:cBhvr>
                                      <p:to>
                                        <p:strVal val="true"/>
                                      </p:to>
                                    </p:set>
                                  </p:childTnLst>
                                </p:cTn>
                              </p:par>
                              <p:par>
                                <p:cTn id="5220" nodeType="withEffect" fill="hold" presetClass="emph" presetID="1" presetSubtype="2">
                                  <p:stCondLst>
                                    <p:cond delay="0"/>
                                  </p:stCondLst>
                                  <p:childTnLst>
                                    <p:animClr clrSpc="rgb">
                                      <p:cBhvr>
                                        <p:cTn id="5221" dur="500" fill="hold"/>
                                        <p:tgtEl>
                                          <p:spTgt spid="1403"/>
                                        </p:tgtEl>
                                        <p:attrNameLst>
                                          <p:attrName>fillcolor</p:attrName>
                                        </p:attrNameLst>
                                      </p:cBhvr>
                                      <p:to>
                                        <a:srgbClr val="95b3d7"/>
                                      </p:to>
                                    </p:animClr>
                                    <p:set>
                                      <p:cBhvr>
                                        <p:cTn id="5222" dur="500" fill="hold"/>
                                        <p:tgtEl>
                                          <p:spTgt spid="1403"/>
                                        </p:tgtEl>
                                        <p:attrNameLst>
                                          <p:attrName>fill.type</p:attrName>
                                        </p:attrNameLst>
                                      </p:cBhvr>
                                      <p:to>
                                        <p:strVal val="solid"/>
                                      </p:to>
                                    </p:set>
                                    <p:set>
                                      <p:cBhvr>
                                        <p:cTn id="5223" dur="500" fill="hold"/>
                                        <p:tgtEl>
                                          <p:spTgt spid="1403"/>
                                        </p:tgtEl>
                                        <p:attrNameLst>
                                          <p:attrName>fill.on</p:attrName>
                                        </p:attrNameLst>
                                      </p:cBhvr>
                                      <p:to>
                                        <p:strVal val="true"/>
                                      </p:to>
                                    </p:set>
                                  </p:childTnLst>
                                </p:cTn>
                              </p:par>
                              <p:par>
                                <p:cTn id="5224" nodeType="withEffect" fill="hold" presetClass="exit" presetID="10">
                                  <p:stCondLst>
                                    <p:cond delay="0"/>
                                  </p:stCondLst>
                                  <p:childTnLst>
                                    <p:animEffect filter="fade" transition="out">
                                      <p:cBhvr additive="repl">
                                        <p:cTn id="5225" dur="500"/>
                                        <p:tgtEl>
                                          <p:spTgt spid="1393"/>
                                        </p:tgtEl>
                                      </p:cBhvr>
                                    </p:animEffect>
                                    <p:set>
                                      <p:cBhvr>
                                        <p:cTn id="5226" dur="1" fill="hold">
                                          <p:stCondLst>
                                            <p:cond delay="499"/>
                                          </p:stCondLst>
                                        </p:cTn>
                                        <p:tgtEl>
                                          <p:spTgt spid="1393"/>
                                        </p:tgtEl>
                                        <p:attrNameLst>
                                          <p:attrName>style.visibility</p:attrName>
                                        </p:attrNameLst>
                                      </p:cBhvr>
                                      <p:to>
                                        <p:strVal val="hidden"/>
                                      </p:to>
                                    </p:set>
                                  </p:childTnLst>
                                </p:cTn>
                              </p:par>
                              <p:par>
                                <p:cTn id="5227" nodeType="withEffect" fill="hold" presetClass="exit" presetID="10">
                                  <p:stCondLst>
                                    <p:cond delay="0"/>
                                  </p:stCondLst>
                                  <p:childTnLst>
                                    <p:animEffect filter="fade" transition="out">
                                      <p:cBhvr additive="repl">
                                        <p:cTn id="5228" dur="500"/>
                                        <p:tgtEl>
                                          <p:spTgt spid="1392"/>
                                        </p:tgtEl>
                                      </p:cBhvr>
                                    </p:animEffect>
                                    <p:set>
                                      <p:cBhvr>
                                        <p:cTn id="5229" dur="1" fill="hold">
                                          <p:stCondLst>
                                            <p:cond delay="499"/>
                                          </p:stCondLst>
                                        </p:cTn>
                                        <p:tgtEl>
                                          <p:spTgt spid="1392"/>
                                        </p:tgtEl>
                                        <p:attrNameLst>
                                          <p:attrName>style.visibility</p:attrName>
                                        </p:attrNameLst>
                                      </p:cBhvr>
                                      <p:to>
                                        <p:strVal val="hidden"/>
                                      </p:to>
                                    </p:set>
                                  </p:childTnLst>
                                </p:cTn>
                              </p:par>
                              <p:par>
                                <p:cTn id="5230" nodeType="withEffect" fill="hold" presetClass="exit" presetID="10">
                                  <p:stCondLst>
                                    <p:cond delay="0"/>
                                  </p:stCondLst>
                                  <p:childTnLst>
                                    <p:animEffect filter="fade" transition="out">
                                      <p:cBhvr additive="repl">
                                        <p:cTn id="5231" dur="500"/>
                                        <p:tgtEl>
                                          <p:spTgt spid="1401"/>
                                        </p:tgtEl>
                                      </p:cBhvr>
                                    </p:animEffect>
                                    <p:set>
                                      <p:cBhvr>
                                        <p:cTn id="5232" dur="1" fill="hold">
                                          <p:stCondLst>
                                            <p:cond delay="499"/>
                                          </p:stCondLst>
                                        </p:cTn>
                                        <p:tgtEl>
                                          <p:spTgt spid="1401"/>
                                        </p:tgtEl>
                                        <p:attrNameLst>
                                          <p:attrName>style.visibility</p:attrName>
                                        </p:attrNameLst>
                                      </p:cBhvr>
                                      <p:to>
                                        <p:strVal val="hidden"/>
                                      </p:to>
                                    </p:set>
                                  </p:childTnLst>
                                </p:cTn>
                              </p:par>
                              <p:par>
                                <p:cTn id="5233" nodeType="withEffect" fill="hold" presetClass="exit" presetID="10">
                                  <p:stCondLst>
                                    <p:cond delay="0"/>
                                  </p:stCondLst>
                                  <p:childTnLst>
                                    <p:animEffect filter="fade" transition="out">
                                      <p:cBhvr additive="repl">
                                        <p:cTn id="5234" dur="500"/>
                                        <p:tgtEl>
                                          <p:spTgt spid="1400"/>
                                        </p:tgtEl>
                                      </p:cBhvr>
                                    </p:animEffect>
                                    <p:set>
                                      <p:cBhvr>
                                        <p:cTn id="5235" dur="1" fill="hold">
                                          <p:stCondLst>
                                            <p:cond delay="499"/>
                                          </p:stCondLst>
                                        </p:cTn>
                                        <p:tgtEl>
                                          <p:spTgt spid="1400"/>
                                        </p:tgtEl>
                                        <p:attrNameLst>
                                          <p:attrName>style.visibility</p:attrName>
                                        </p:attrNameLst>
                                      </p:cBhvr>
                                      <p:to>
                                        <p:strVal val="hidden"/>
                                      </p:to>
                                    </p:set>
                                  </p:childTnLst>
                                </p:cTn>
                              </p:par>
                              <p:par>
                                <p:cTn id="5236" nodeType="withEffect" fill="hold" presetClass="exit" presetID="10">
                                  <p:stCondLst>
                                    <p:cond delay="0"/>
                                  </p:stCondLst>
                                  <p:childTnLst>
                                    <p:animEffect filter="fade" transition="out">
                                      <p:cBhvr additive="repl">
                                        <p:cTn id="5237" dur="500"/>
                                        <p:tgtEl>
                                          <p:spTgt spid="1405"/>
                                        </p:tgtEl>
                                      </p:cBhvr>
                                    </p:animEffect>
                                    <p:set>
                                      <p:cBhvr>
                                        <p:cTn id="5238" dur="1" fill="hold">
                                          <p:stCondLst>
                                            <p:cond delay="499"/>
                                          </p:stCondLst>
                                        </p:cTn>
                                        <p:tgtEl>
                                          <p:spTgt spid="1405"/>
                                        </p:tgtEl>
                                        <p:attrNameLst>
                                          <p:attrName>style.visibility</p:attrName>
                                        </p:attrNameLst>
                                      </p:cBhvr>
                                      <p:to>
                                        <p:strVal val="hidden"/>
                                      </p:to>
                                    </p:set>
                                  </p:childTnLst>
                                </p:cTn>
                              </p:par>
                              <p:par>
                                <p:cTn id="5239" nodeType="withEffect" fill="hold" presetClass="exit" presetID="10">
                                  <p:stCondLst>
                                    <p:cond delay="0"/>
                                  </p:stCondLst>
                                  <p:childTnLst>
                                    <p:animEffect filter="fade" transition="out">
                                      <p:cBhvr additive="repl">
                                        <p:cTn id="5240" dur="500"/>
                                        <p:tgtEl>
                                          <p:spTgt spid="1404"/>
                                        </p:tgtEl>
                                      </p:cBhvr>
                                    </p:animEffect>
                                    <p:set>
                                      <p:cBhvr>
                                        <p:cTn id="5241" dur="1" fill="hold">
                                          <p:stCondLst>
                                            <p:cond delay="499"/>
                                          </p:stCondLst>
                                        </p:cTn>
                                        <p:tgtEl>
                                          <p:spTgt spid="14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242" restart="whenNotActive" nodeType="interactiveSeq" fill="hold">
                <p:stCondLst>
                  <p:cond delay="0" evt="onClick">
                    <p:tgtEl>
                      <p:spTgt spid="1397"/>
                    </p:tgtEl>
                  </p:cond>
                </p:stCondLst>
                <p:childTnLst>
                  <p:par>
                    <p:cTn id="5243" fill="hold">
                      <p:stCondLst>
                        <p:cond delay="0" evt="onClick">
                          <p:tgtEl>
                            <p:spTgt spid="1397"/>
                          </p:tgtEl>
                        </p:cond>
                      </p:stCondLst>
                      <p:childTnLst>
                        <p:par>
                          <p:cTn id="5244" fill="hold">
                            <p:stCondLst>
                              <p:cond delay="0"/>
                            </p:stCondLst>
                            <p:childTnLst>
                              <p:par>
                                <p:cTn id="5245" nodeType="clickEffect" fill="hold" presetClass="exit" presetID="9">
                                  <p:stCondLst>
                                    <p:cond delay="0"/>
                                  </p:stCondLst>
                                  <p:childTnLst>
                                    <p:animEffect filter="dissolve" transition="out">
                                      <p:cBhvr additive="repl">
                                        <p:cTn id="5246" dur="500"/>
                                        <p:tgtEl>
                                          <p:spTgt spid="1397"/>
                                        </p:tgtEl>
                                      </p:cBhvr>
                                    </p:animEffect>
                                    <p:set>
                                      <p:cBhvr>
                                        <p:cTn id="5247" dur="1" fill="hold">
                                          <p:stCondLst>
                                            <p:cond delay="499"/>
                                          </p:stCondLst>
                                        </p:cTn>
                                        <p:tgtEl>
                                          <p:spTgt spid="1397"/>
                                        </p:tgtEl>
                                        <p:attrNameLst>
                                          <p:attrName>style.visibility</p:attrName>
                                        </p:attrNameLst>
                                      </p:cBhvr>
                                      <p:to>
                                        <p:strVal val="hidden"/>
                                      </p:to>
                                    </p:set>
                                  </p:childTnLst>
                                </p:cTn>
                              </p:par>
                              <p:par>
                                <p:cTn id="5248" nodeType="withEffect" fill="hold" presetClass="exit" presetID="9">
                                  <p:stCondLst>
                                    <p:cond delay="0"/>
                                  </p:stCondLst>
                                  <p:childTnLst>
                                    <p:animEffect filter="dissolve" transition="out">
                                      <p:cBhvr additive="repl">
                                        <p:cTn id="5249" dur="500"/>
                                        <p:tgtEl>
                                          <p:spTgt spid="1396"/>
                                        </p:tgtEl>
                                      </p:cBhvr>
                                    </p:animEffect>
                                    <p:set>
                                      <p:cBhvr>
                                        <p:cTn id="5250" dur="1" fill="hold">
                                          <p:stCondLst>
                                            <p:cond delay="499"/>
                                          </p:stCondLst>
                                        </p:cTn>
                                        <p:tgtEl>
                                          <p:spTgt spid="1396"/>
                                        </p:tgtEl>
                                        <p:attrNameLst>
                                          <p:attrName>style.visibility</p:attrName>
                                        </p:attrNameLst>
                                      </p:cBhvr>
                                      <p:to>
                                        <p:strVal val="hidden"/>
                                      </p:to>
                                    </p:set>
                                  </p:childTnLst>
                                </p:cTn>
                              </p:par>
                              <p:par>
                                <p:cTn id="5251" nodeType="withEffect" fill="hold" presetClass="emph" presetID="1" presetSubtype="2">
                                  <p:stCondLst>
                                    <p:cond delay="0"/>
                                  </p:stCondLst>
                                  <p:childTnLst>
                                    <p:animClr clrSpc="rgb">
                                      <p:cBhvr>
                                        <p:cTn id="5252" dur="500" fill="hold"/>
                                        <p:tgtEl>
                                          <p:spTgt spid="1395"/>
                                        </p:tgtEl>
                                        <p:attrNameLst>
                                          <p:attrName>fillcolor</p:attrName>
                                        </p:attrNameLst>
                                      </p:cBhvr>
                                      <p:to>
                                        <a:srgbClr val="95b3d7"/>
                                      </p:to>
                                    </p:animClr>
                                    <p:set>
                                      <p:cBhvr>
                                        <p:cTn id="5253" dur="500" fill="hold"/>
                                        <p:tgtEl>
                                          <p:spTgt spid="1395"/>
                                        </p:tgtEl>
                                        <p:attrNameLst>
                                          <p:attrName>fill.type</p:attrName>
                                        </p:attrNameLst>
                                      </p:cBhvr>
                                      <p:to>
                                        <p:strVal val="solid"/>
                                      </p:to>
                                    </p:set>
                                    <p:set>
                                      <p:cBhvr>
                                        <p:cTn id="5254" dur="500" fill="hold"/>
                                        <p:tgtEl>
                                          <p:spTgt spid="139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255" restart="whenNotActive" nodeType="interactiveSeq" fill="hold">
                <p:stCondLst>
                  <p:cond delay="0" evt="onClick">
                    <p:tgtEl>
                      <p:spTgt spid="1398"/>
                    </p:tgtEl>
                  </p:cond>
                </p:stCondLst>
                <p:childTnLst>
                  <p:par>
                    <p:cTn id="5256" fill="hold">
                      <p:stCondLst>
                        <p:cond delay="0" evt="onClick">
                          <p:tgtEl>
                            <p:spTgt spid="1398"/>
                          </p:tgtEl>
                        </p:cond>
                      </p:stCondLst>
                      <p:childTnLst>
                        <p:par>
                          <p:cTn id="5257" fill="hold">
                            <p:stCondLst>
                              <p:cond delay="0"/>
                            </p:stCondLst>
                            <p:childTnLst>
                              <p:par>
                                <p:cTn id="5258" nodeType="clickEffect" fill="hold" presetClass="entr" presetID="16" presetSubtype="21">
                                  <p:stCondLst>
                                    <p:cond delay="0"/>
                                  </p:stCondLst>
                                  <p:childTnLst>
                                    <p:set>
                                      <p:cBhvr>
                                        <p:cTn id="5259" dur="1" fill="hold">
                                          <p:stCondLst>
                                            <p:cond delay="0"/>
                                          </p:stCondLst>
                                        </p:cTn>
                                        <p:tgtEl>
                                          <p:spTgt spid="1401"/>
                                        </p:tgtEl>
                                        <p:attrNameLst>
                                          <p:attrName>style.visibility</p:attrName>
                                        </p:attrNameLst>
                                      </p:cBhvr>
                                      <p:to>
                                        <p:strVal val="visible"/>
                                      </p:to>
                                    </p:set>
                                    <p:animEffect filter="barn(inVertical)" transition="in">
                                      <p:cBhvr additive="repl">
                                        <p:cTn id="5260" dur="500"/>
                                        <p:tgtEl>
                                          <p:spTgt spid="1401"/>
                                        </p:tgtEl>
                                      </p:cBhvr>
                                    </p:animEffect>
                                  </p:childTnLst>
                                </p:cTn>
                              </p:par>
                              <p:par>
                                <p:cTn id="5261" nodeType="withEffect" fill="hold" presetClass="entr" presetID="16" presetSubtype="21">
                                  <p:stCondLst>
                                    <p:cond delay="0"/>
                                  </p:stCondLst>
                                  <p:childTnLst>
                                    <p:set>
                                      <p:cBhvr>
                                        <p:cTn id="5262" dur="1" fill="hold">
                                          <p:stCondLst>
                                            <p:cond delay="0"/>
                                          </p:stCondLst>
                                        </p:cTn>
                                        <p:tgtEl>
                                          <p:spTgt spid="1400"/>
                                        </p:tgtEl>
                                        <p:attrNameLst>
                                          <p:attrName>style.visibility</p:attrName>
                                        </p:attrNameLst>
                                      </p:cBhvr>
                                      <p:to>
                                        <p:strVal val="visible"/>
                                      </p:to>
                                    </p:set>
                                    <p:animEffect filter="barn(inVertical)" transition="in">
                                      <p:cBhvr additive="repl">
                                        <p:cTn id="5263" dur="500"/>
                                        <p:tgtEl>
                                          <p:spTgt spid="1400"/>
                                        </p:tgtEl>
                                      </p:cBhvr>
                                    </p:animEffect>
                                  </p:childTnLst>
                                </p:cTn>
                              </p:par>
                              <p:par>
                                <p:cTn id="5264" nodeType="withEffect" fill="hold" presetClass="emph" presetID="1" presetSubtype="2">
                                  <p:stCondLst>
                                    <p:cond delay="0"/>
                                  </p:stCondLst>
                                  <p:childTnLst>
                                    <p:animClr clrSpc="rgb">
                                      <p:cBhvr>
                                        <p:cTn id="5265" dur="500" fill="hold"/>
                                        <p:tgtEl>
                                          <p:spTgt spid="1399"/>
                                        </p:tgtEl>
                                        <p:attrNameLst>
                                          <p:attrName>fillcolor</p:attrName>
                                        </p:attrNameLst>
                                      </p:cBhvr>
                                      <p:to>
                                        <a:srgbClr val="8a80e4"/>
                                      </p:to>
                                    </p:animClr>
                                    <p:set>
                                      <p:cBhvr>
                                        <p:cTn id="5266" dur="500" fill="hold"/>
                                        <p:tgtEl>
                                          <p:spTgt spid="1399"/>
                                        </p:tgtEl>
                                        <p:attrNameLst>
                                          <p:attrName>fill.type</p:attrName>
                                        </p:attrNameLst>
                                      </p:cBhvr>
                                      <p:to>
                                        <p:strVal val="solid"/>
                                      </p:to>
                                    </p:set>
                                    <p:set>
                                      <p:cBhvr>
                                        <p:cTn id="5267" dur="500" fill="hold"/>
                                        <p:tgtEl>
                                          <p:spTgt spid="1399"/>
                                        </p:tgtEl>
                                        <p:attrNameLst>
                                          <p:attrName>fill.on</p:attrName>
                                        </p:attrNameLst>
                                      </p:cBhvr>
                                      <p:to>
                                        <p:strVal val="true"/>
                                      </p:to>
                                    </p:set>
                                  </p:childTnLst>
                                </p:cTn>
                              </p:par>
                              <p:par>
                                <p:cTn id="5268" nodeType="withEffect" fill="hold" presetClass="emph" presetID="1" presetSubtype="2">
                                  <p:stCondLst>
                                    <p:cond delay="0"/>
                                  </p:stCondLst>
                                  <p:childTnLst>
                                    <p:animClr clrSpc="rgb">
                                      <p:cBhvr>
                                        <p:cTn id="5269" dur="500" fill="hold"/>
                                        <p:tgtEl>
                                          <p:spTgt spid="1391"/>
                                        </p:tgtEl>
                                        <p:attrNameLst>
                                          <p:attrName>fillcolor</p:attrName>
                                        </p:attrNameLst>
                                      </p:cBhvr>
                                      <p:to>
                                        <a:srgbClr val="95b3d7"/>
                                      </p:to>
                                    </p:animClr>
                                    <p:set>
                                      <p:cBhvr>
                                        <p:cTn id="5270" dur="500" fill="hold"/>
                                        <p:tgtEl>
                                          <p:spTgt spid="1391"/>
                                        </p:tgtEl>
                                        <p:attrNameLst>
                                          <p:attrName>fill.type</p:attrName>
                                        </p:attrNameLst>
                                      </p:cBhvr>
                                      <p:to>
                                        <p:strVal val="solid"/>
                                      </p:to>
                                    </p:set>
                                    <p:set>
                                      <p:cBhvr>
                                        <p:cTn id="5271" dur="500" fill="hold"/>
                                        <p:tgtEl>
                                          <p:spTgt spid="1391"/>
                                        </p:tgtEl>
                                        <p:attrNameLst>
                                          <p:attrName>fill.on</p:attrName>
                                        </p:attrNameLst>
                                      </p:cBhvr>
                                      <p:to>
                                        <p:strVal val="true"/>
                                      </p:to>
                                    </p:set>
                                  </p:childTnLst>
                                </p:cTn>
                              </p:par>
                              <p:par>
                                <p:cTn id="5272" nodeType="withEffect" fill="hold" presetClass="emph" presetID="1" presetSubtype="2">
                                  <p:stCondLst>
                                    <p:cond delay="0"/>
                                  </p:stCondLst>
                                  <p:childTnLst>
                                    <p:animClr clrSpc="rgb">
                                      <p:cBhvr>
                                        <p:cTn id="5273" dur="500" fill="hold"/>
                                        <p:tgtEl>
                                          <p:spTgt spid="1395"/>
                                        </p:tgtEl>
                                        <p:attrNameLst>
                                          <p:attrName>fillcolor</p:attrName>
                                        </p:attrNameLst>
                                      </p:cBhvr>
                                      <p:to>
                                        <a:srgbClr val="95b3d7"/>
                                      </p:to>
                                    </p:animClr>
                                    <p:set>
                                      <p:cBhvr>
                                        <p:cTn id="5274" dur="500" fill="hold"/>
                                        <p:tgtEl>
                                          <p:spTgt spid="1395"/>
                                        </p:tgtEl>
                                        <p:attrNameLst>
                                          <p:attrName>fill.type</p:attrName>
                                        </p:attrNameLst>
                                      </p:cBhvr>
                                      <p:to>
                                        <p:strVal val="solid"/>
                                      </p:to>
                                    </p:set>
                                    <p:set>
                                      <p:cBhvr>
                                        <p:cTn id="5275" dur="500" fill="hold"/>
                                        <p:tgtEl>
                                          <p:spTgt spid="1395"/>
                                        </p:tgtEl>
                                        <p:attrNameLst>
                                          <p:attrName>fill.on</p:attrName>
                                        </p:attrNameLst>
                                      </p:cBhvr>
                                      <p:to>
                                        <p:strVal val="true"/>
                                      </p:to>
                                    </p:set>
                                  </p:childTnLst>
                                </p:cTn>
                              </p:par>
                              <p:par>
                                <p:cTn id="5276" nodeType="withEffect" fill="hold" presetClass="emph" presetID="1" presetSubtype="2">
                                  <p:stCondLst>
                                    <p:cond delay="0"/>
                                  </p:stCondLst>
                                  <p:childTnLst>
                                    <p:animClr clrSpc="rgb">
                                      <p:cBhvr>
                                        <p:cTn id="5277" dur="500" fill="hold"/>
                                        <p:tgtEl>
                                          <p:spTgt spid="1403"/>
                                        </p:tgtEl>
                                        <p:attrNameLst>
                                          <p:attrName>fillcolor</p:attrName>
                                        </p:attrNameLst>
                                      </p:cBhvr>
                                      <p:to>
                                        <a:srgbClr val="95b3d7"/>
                                      </p:to>
                                    </p:animClr>
                                    <p:set>
                                      <p:cBhvr>
                                        <p:cTn id="5278" dur="500" fill="hold"/>
                                        <p:tgtEl>
                                          <p:spTgt spid="1403"/>
                                        </p:tgtEl>
                                        <p:attrNameLst>
                                          <p:attrName>fill.type</p:attrName>
                                        </p:attrNameLst>
                                      </p:cBhvr>
                                      <p:to>
                                        <p:strVal val="solid"/>
                                      </p:to>
                                    </p:set>
                                    <p:set>
                                      <p:cBhvr>
                                        <p:cTn id="5279" dur="500" fill="hold"/>
                                        <p:tgtEl>
                                          <p:spTgt spid="1403"/>
                                        </p:tgtEl>
                                        <p:attrNameLst>
                                          <p:attrName>fill.on</p:attrName>
                                        </p:attrNameLst>
                                      </p:cBhvr>
                                      <p:to>
                                        <p:strVal val="true"/>
                                      </p:to>
                                    </p:set>
                                  </p:childTnLst>
                                </p:cTn>
                              </p:par>
                              <p:par>
                                <p:cTn id="5280" nodeType="withEffect" fill="hold" presetClass="exit" presetID="10">
                                  <p:stCondLst>
                                    <p:cond delay="0"/>
                                  </p:stCondLst>
                                  <p:childTnLst>
                                    <p:animEffect filter="fade" transition="out">
                                      <p:cBhvr additive="repl">
                                        <p:cTn id="5281" dur="500"/>
                                        <p:tgtEl>
                                          <p:spTgt spid="1393"/>
                                        </p:tgtEl>
                                      </p:cBhvr>
                                    </p:animEffect>
                                    <p:set>
                                      <p:cBhvr>
                                        <p:cTn id="5282" dur="1" fill="hold">
                                          <p:stCondLst>
                                            <p:cond delay="499"/>
                                          </p:stCondLst>
                                        </p:cTn>
                                        <p:tgtEl>
                                          <p:spTgt spid="1393"/>
                                        </p:tgtEl>
                                        <p:attrNameLst>
                                          <p:attrName>style.visibility</p:attrName>
                                        </p:attrNameLst>
                                      </p:cBhvr>
                                      <p:to>
                                        <p:strVal val="hidden"/>
                                      </p:to>
                                    </p:set>
                                  </p:childTnLst>
                                </p:cTn>
                              </p:par>
                              <p:par>
                                <p:cTn id="5283" nodeType="withEffect" fill="hold" presetClass="exit" presetID="10">
                                  <p:stCondLst>
                                    <p:cond delay="0"/>
                                  </p:stCondLst>
                                  <p:childTnLst>
                                    <p:animEffect filter="fade" transition="out">
                                      <p:cBhvr additive="repl">
                                        <p:cTn id="5284" dur="500"/>
                                        <p:tgtEl>
                                          <p:spTgt spid="1392"/>
                                        </p:tgtEl>
                                      </p:cBhvr>
                                    </p:animEffect>
                                    <p:set>
                                      <p:cBhvr>
                                        <p:cTn id="5285" dur="1" fill="hold">
                                          <p:stCondLst>
                                            <p:cond delay="499"/>
                                          </p:stCondLst>
                                        </p:cTn>
                                        <p:tgtEl>
                                          <p:spTgt spid="1392"/>
                                        </p:tgtEl>
                                        <p:attrNameLst>
                                          <p:attrName>style.visibility</p:attrName>
                                        </p:attrNameLst>
                                      </p:cBhvr>
                                      <p:to>
                                        <p:strVal val="hidden"/>
                                      </p:to>
                                    </p:set>
                                  </p:childTnLst>
                                </p:cTn>
                              </p:par>
                              <p:par>
                                <p:cTn id="5286" nodeType="withEffect" fill="hold" presetClass="exit" presetID="10">
                                  <p:stCondLst>
                                    <p:cond delay="0"/>
                                  </p:stCondLst>
                                  <p:childTnLst>
                                    <p:animEffect filter="fade" transition="out">
                                      <p:cBhvr additive="repl">
                                        <p:cTn id="5287" dur="500"/>
                                        <p:tgtEl>
                                          <p:spTgt spid="1397"/>
                                        </p:tgtEl>
                                      </p:cBhvr>
                                    </p:animEffect>
                                    <p:set>
                                      <p:cBhvr>
                                        <p:cTn id="5288" dur="1" fill="hold">
                                          <p:stCondLst>
                                            <p:cond delay="499"/>
                                          </p:stCondLst>
                                        </p:cTn>
                                        <p:tgtEl>
                                          <p:spTgt spid="1397"/>
                                        </p:tgtEl>
                                        <p:attrNameLst>
                                          <p:attrName>style.visibility</p:attrName>
                                        </p:attrNameLst>
                                      </p:cBhvr>
                                      <p:to>
                                        <p:strVal val="hidden"/>
                                      </p:to>
                                    </p:set>
                                  </p:childTnLst>
                                </p:cTn>
                              </p:par>
                              <p:par>
                                <p:cTn id="5289" nodeType="withEffect" fill="hold" presetClass="exit" presetID="10">
                                  <p:stCondLst>
                                    <p:cond delay="0"/>
                                  </p:stCondLst>
                                  <p:childTnLst>
                                    <p:animEffect filter="fade" transition="out">
                                      <p:cBhvr additive="repl">
                                        <p:cTn id="5290" dur="500"/>
                                        <p:tgtEl>
                                          <p:spTgt spid="1396"/>
                                        </p:tgtEl>
                                      </p:cBhvr>
                                    </p:animEffect>
                                    <p:set>
                                      <p:cBhvr>
                                        <p:cTn id="5291" dur="1" fill="hold">
                                          <p:stCondLst>
                                            <p:cond delay="499"/>
                                          </p:stCondLst>
                                        </p:cTn>
                                        <p:tgtEl>
                                          <p:spTgt spid="1396"/>
                                        </p:tgtEl>
                                        <p:attrNameLst>
                                          <p:attrName>style.visibility</p:attrName>
                                        </p:attrNameLst>
                                      </p:cBhvr>
                                      <p:to>
                                        <p:strVal val="hidden"/>
                                      </p:to>
                                    </p:set>
                                  </p:childTnLst>
                                </p:cTn>
                              </p:par>
                              <p:par>
                                <p:cTn id="5292" nodeType="withEffect" fill="hold" presetClass="exit" presetID="10">
                                  <p:stCondLst>
                                    <p:cond delay="0"/>
                                  </p:stCondLst>
                                  <p:childTnLst>
                                    <p:animEffect filter="fade" transition="out">
                                      <p:cBhvr additive="repl">
                                        <p:cTn id="5293" dur="500"/>
                                        <p:tgtEl>
                                          <p:spTgt spid="1405"/>
                                        </p:tgtEl>
                                      </p:cBhvr>
                                    </p:animEffect>
                                    <p:set>
                                      <p:cBhvr>
                                        <p:cTn id="5294" dur="1" fill="hold">
                                          <p:stCondLst>
                                            <p:cond delay="499"/>
                                          </p:stCondLst>
                                        </p:cTn>
                                        <p:tgtEl>
                                          <p:spTgt spid="1405"/>
                                        </p:tgtEl>
                                        <p:attrNameLst>
                                          <p:attrName>style.visibility</p:attrName>
                                        </p:attrNameLst>
                                      </p:cBhvr>
                                      <p:to>
                                        <p:strVal val="hidden"/>
                                      </p:to>
                                    </p:set>
                                  </p:childTnLst>
                                </p:cTn>
                              </p:par>
                              <p:par>
                                <p:cTn id="5295" nodeType="withEffect" fill="hold" presetClass="exit" presetID="10">
                                  <p:stCondLst>
                                    <p:cond delay="0"/>
                                  </p:stCondLst>
                                  <p:childTnLst>
                                    <p:animEffect filter="fade" transition="out">
                                      <p:cBhvr additive="repl">
                                        <p:cTn id="5296" dur="500"/>
                                        <p:tgtEl>
                                          <p:spTgt spid="1404"/>
                                        </p:tgtEl>
                                      </p:cBhvr>
                                    </p:animEffect>
                                    <p:set>
                                      <p:cBhvr>
                                        <p:cTn id="5297" dur="1" fill="hold">
                                          <p:stCondLst>
                                            <p:cond delay="499"/>
                                          </p:stCondLst>
                                        </p:cTn>
                                        <p:tgtEl>
                                          <p:spTgt spid="14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298" restart="whenNotActive" nodeType="interactiveSeq" fill="hold">
                <p:stCondLst>
                  <p:cond delay="0" evt="onClick">
                    <p:tgtEl>
                      <p:spTgt spid="1401"/>
                    </p:tgtEl>
                  </p:cond>
                </p:stCondLst>
                <p:childTnLst>
                  <p:par>
                    <p:cTn id="5299" fill="hold">
                      <p:stCondLst>
                        <p:cond delay="0" evt="onClick">
                          <p:tgtEl>
                            <p:spTgt spid="1401"/>
                          </p:tgtEl>
                        </p:cond>
                      </p:stCondLst>
                      <p:childTnLst>
                        <p:par>
                          <p:cTn id="5300" fill="hold">
                            <p:stCondLst>
                              <p:cond delay="0"/>
                            </p:stCondLst>
                            <p:childTnLst>
                              <p:par>
                                <p:cTn id="5301" nodeType="clickEffect" fill="hold" presetClass="exit" presetID="9">
                                  <p:stCondLst>
                                    <p:cond delay="0"/>
                                  </p:stCondLst>
                                  <p:childTnLst>
                                    <p:animEffect filter="dissolve" transition="out">
                                      <p:cBhvr additive="repl">
                                        <p:cTn id="5302" dur="500"/>
                                        <p:tgtEl>
                                          <p:spTgt spid="1401"/>
                                        </p:tgtEl>
                                      </p:cBhvr>
                                    </p:animEffect>
                                    <p:set>
                                      <p:cBhvr>
                                        <p:cTn id="5303" dur="1" fill="hold">
                                          <p:stCondLst>
                                            <p:cond delay="499"/>
                                          </p:stCondLst>
                                        </p:cTn>
                                        <p:tgtEl>
                                          <p:spTgt spid="1401"/>
                                        </p:tgtEl>
                                        <p:attrNameLst>
                                          <p:attrName>style.visibility</p:attrName>
                                        </p:attrNameLst>
                                      </p:cBhvr>
                                      <p:to>
                                        <p:strVal val="hidden"/>
                                      </p:to>
                                    </p:set>
                                  </p:childTnLst>
                                </p:cTn>
                              </p:par>
                              <p:par>
                                <p:cTn id="5304" nodeType="withEffect" fill="hold" presetClass="exit" presetID="9">
                                  <p:stCondLst>
                                    <p:cond delay="0"/>
                                  </p:stCondLst>
                                  <p:childTnLst>
                                    <p:animEffect filter="dissolve" transition="out">
                                      <p:cBhvr additive="repl">
                                        <p:cTn id="5305" dur="500"/>
                                        <p:tgtEl>
                                          <p:spTgt spid="1400"/>
                                        </p:tgtEl>
                                      </p:cBhvr>
                                    </p:animEffect>
                                    <p:set>
                                      <p:cBhvr>
                                        <p:cTn id="5306" dur="1" fill="hold">
                                          <p:stCondLst>
                                            <p:cond delay="499"/>
                                          </p:stCondLst>
                                        </p:cTn>
                                        <p:tgtEl>
                                          <p:spTgt spid="1400"/>
                                        </p:tgtEl>
                                        <p:attrNameLst>
                                          <p:attrName>style.visibility</p:attrName>
                                        </p:attrNameLst>
                                      </p:cBhvr>
                                      <p:to>
                                        <p:strVal val="hidden"/>
                                      </p:to>
                                    </p:set>
                                  </p:childTnLst>
                                </p:cTn>
                              </p:par>
                              <p:par>
                                <p:cTn id="5307" nodeType="withEffect" fill="hold" presetClass="emph" presetID="1" presetSubtype="2">
                                  <p:stCondLst>
                                    <p:cond delay="0"/>
                                  </p:stCondLst>
                                  <p:childTnLst>
                                    <p:animClr clrSpc="rgb">
                                      <p:cBhvr>
                                        <p:cTn id="5308" dur="500" fill="hold"/>
                                        <p:tgtEl>
                                          <p:spTgt spid="1399"/>
                                        </p:tgtEl>
                                        <p:attrNameLst>
                                          <p:attrName>fillcolor</p:attrName>
                                        </p:attrNameLst>
                                      </p:cBhvr>
                                      <p:to>
                                        <a:srgbClr val="95b3d7"/>
                                      </p:to>
                                    </p:animClr>
                                    <p:set>
                                      <p:cBhvr>
                                        <p:cTn id="5309" dur="500" fill="hold"/>
                                        <p:tgtEl>
                                          <p:spTgt spid="1399"/>
                                        </p:tgtEl>
                                        <p:attrNameLst>
                                          <p:attrName>fill.type</p:attrName>
                                        </p:attrNameLst>
                                      </p:cBhvr>
                                      <p:to>
                                        <p:strVal val="solid"/>
                                      </p:to>
                                    </p:set>
                                    <p:set>
                                      <p:cBhvr>
                                        <p:cTn id="5310" dur="500" fill="hold"/>
                                        <p:tgtEl>
                                          <p:spTgt spid="139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311" restart="whenNotActive" nodeType="interactiveSeq" fill="hold">
                <p:stCondLst>
                  <p:cond delay="0" evt="onClick">
                    <p:tgtEl>
                      <p:spTgt spid="1402"/>
                    </p:tgtEl>
                  </p:cond>
                </p:stCondLst>
                <p:childTnLst>
                  <p:par>
                    <p:cTn id="5312" fill="hold">
                      <p:stCondLst>
                        <p:cond delay="0" evt="onClick">
                          <p:tgtEl>
                            <p:spTgt spid="1402"/>
                          </p:tgtEl>
                        </p:cond>
                      </p:stCondLst>
                      <p:childTnLst>
                        <p:par>
                          <p:cTn id="5313" fill="hold">
                            <p:stCondLst>
                              <p:cond delay="0"/>
                            </p:stCondLst>
                            <p:childTnLst>
                              <p:par>
                                <p:cTn id="5314" nodeType="clickEffect" fill="hold" presetClass="entr" presetID="16" presetSubtype="21">
                                  <p:stCondLst>
                                    <p:cond delay="0"/>
                                  </p:stCondLst>
                                  <p:childTnLst>
                                    <p:set>
                                      <p:cBhvr>
                                        <p:cTn id="5315" dur="1" fill="hold">
                                          <p:stCondLst>
                                            <p:cond delay="0"/>
                                          </p:stCondLst>
                                        </p:cTn>
                                        <p:tgtEl>
                                          <p:spTgt spid="1405"/>
                                        </p:tgtEl>
                                        <p:attrNameLst>
                                          <p:attrName>style.visibility</p:attrName>
                                        </p:attrNameLst>
                                      </p:cBhvr>
                                      <p:to>
                                        <p:strVal val="visible"/>
                                      </p:to>
                                    </p:set>
                                    <p:animEffect filter="barn(inVertical)" transition="in">
                                      <p:cBhvr additive="repl">
                                        <p:cTn id="5316" dur="500"/>
                                        <p:tgtEl>
                                          <p:spTgt spid="1405"/>
                                        </p:tgtEl>
                                      </p:cBhvr>
                                    </p:animEffect>
                                  </p:childTnLst>
                                </p:cTn>
                              </p:par>
                              <p:par>
                                <p:cTn id="5317" nodeType="withEffect" fill="hold" presetClass="entr" presetID="16" presetSubtype="21">
                                  <p:stCondLst>
                                    <p:cond delay="0"/>
                                  </p:stCondLst>
                                  <p:childTnLst>
                                    <p:set>
                                      <p:cBhvr>
                                        <p:cTn id="5318" dur="1" fill="hold">
                                          <p:stCondLst>
                                            <p:cond delay="0"/>
                                          </p:stCondLst>
                                        </p:cTn>
                                        <p:tgtEl>
                                          <p:spTgt spid="1404"/>
                                        </p:tgtEl>
                                        <p:attrNameLst>
                                          <p:attrName>style.visibility</p:attrName>
                                        </p:attrNameLst>
                                      </p:cBhvr>
                                      <p:to>
                                        <p:strVal val="visible"/>
                                      </p:to>
                                    </p:set>
                                    <p:animEffect filter="barn(inVertical)" transition="in">
                                      <p:cBhvr additive="repl">
                                        <p:cTn id="5319" dur="500"/>
                                        <p:tgtEl>
                                          <p:spTgt spid="1404"/>
                                        </p:tgtEl>
                                      </p:cBhvr>
                                    </p:animEffect>
                                  </p:childTnLst>
                                </p:cTn>
                              </p:par>
                              <p:par>
                                <p:cTn id="5320" nodeType="withEffect" fill="hold" presetClass="emph" presetID="1" presetSubtype="2">
                                  <p:stCondLst>
                                    <p:cond delay="0"/>
                                  </p:stCondLst>
                                  <p:childTnLst>
                                    <p:animClr clrSpc="rgb">
                                      <p:cBhvr>
                                        <p:cTn id="5321" dur="500" fill="hold"/>
                                        <p:tgtEl>
                                          <p:spTgt spid="1403"/>
                                        </p:tgtEl>
                                        <p:attrNameLst>
                                          <p:attrName>fillcolor</p:attrName>
                                        </p:attrNameLst>
                                      </p:cBhvr>
                                      <p:to>
                                        <a:srgbClr val="8a80e4"/>
                                      </p:to>
                                    </p:animClr>
                                    <p:set>
                                      <p:cBhvr>
                                        <p:cTn id="5322" dur="500" fill="hold"/>
                                        <p:tgtEl>
                                          <p:spTgt spid="1403"/>
                                        </p:tgtEl>
                                        <p:attrNameLst>
                                          <p:attrName>fill.type</p:attrName>
                                        </p:attrNameLst>
                                      </p:cBhvr>
                                      <p:to>
                                        <p:strVal val="solid"/>
                                      </p:to>
                                    </p:set>
                                    <p:set>
                                      <p:cBhvr>
                                        <p:cTn id="5323" dur="500" fill="hold"/>
                                        <p:tgtEl>
                                          <p:spTgt spid="1403"/>
                                        </p:tgtEl>
                                        <p:attrNameLst>
                                          <p:attrName>fill.on</p:attrName>
                                        </p:attrNameLst>
                                      </p:cBhvr>
                                      <p:to>
                                        <p:strVal val="true"/>
                                      </p:to>
                                    </p:set>
                                  </p:childTnLst>
                                </p:cTn>
                              </p:par>
                              <p:par>
                                <p:cTn id="5324" nodeType="withEffect" fill="hold" presetClass="emph" presetID="1" presetSubtype="2">
                                  <p:stCondLst>
                                    <p:cond delay="0"/>
                                  </p:stCondLst>
                                  <p:childTnLst>
                                    <p:animClr clrSpc="rgb">
                                      <p:cBhvr>
                                        <p:cTn id="5325" dur="500" fill="hold"/>
                                        <p:tgtEl>
                                          <p:spTgt spid="1391"/>
                                        </p:tgtEl>
                                        <p:attrNameLst>
                                          <p:attrName>fillcolor</p:attrName>
                                        </p:attrNameLst>
                                      </p:cBhvr>
                                      <p:to>
                                        <a:srgbClr val="95b3d7"/>
                                      </p:to>
                                    </p:animClr>
                                    <p:set>
                                      <p:cBhvr>
                                        <p:cTn id="5326" dur="500" fill="hold"/>
                                        <p:tgtEl>
                                          <p:spTgt spid="1391"/>
                                        </p:tgtEl>
                                        <p:attrNameLst>
                                          <p:attrName>fill.type</p:attrName>
                                        </p:attrNameLst>
                                      </p:cBhvr>
                                      <p:to>
                                        <p:strVal val="solid"/>
                                      </p:to>
                                    </p:set>
                                    <p:set>
                                      <p:cBhvr>
                                        <p:cTn id="5327" dur="500" fill="hold"/>
                                        <p:tgtEl>
                                          <p:spTgt spid="1391"/>
                                        </p:tgtEl>
                                        <p:attrNameLst>
                                          <p:attrName>fill.on</p:attrName>
                                        </p:attrNameLst>
                                      </p:cBhvr>
                                      <p:to>
                                        <p:strVal val="true"/>
                                      </p:to>
                                    </p:set>
                                  </p:childTnLst>
                                </p:cTn>
                              </p:par>
                              <p:par>
                                <p:cTn id="5328" nodeType="withEffect" fill="hold" presetClass="emph" presetID="1" presetSubtype="2">
                                  <p:stCondLst>
                                    <p:cond delay="0"/>
                                  </p:stCondLst>
                                  <p:childTnLst>
                                    <p:animClr clrSpc="rgb">
                                      <p:cBhvr>
                                        <p:cTn id="5329" dur="500" fill="hold"/>
                                        <p:tgtEl>
                                          <p:spTgt spid="1395"/>
                                        </p:tgtEl>
                                        <p:attrNameLst>
                                          <p:attrName>fillcolor</p:attrName>
                                        </p:attrNameLst>
                                      </p:cBhvr>
                                      <p:to>
                                        <a:srgbClr val="95b3d7"/>
                                      </p:to>
                                    </p:animClr>
                                    <p:set>
                                      <p:cBhvr>
                                        <p:cTn id="5330" dur="500" fill="hold"/>
                                        <p:tgtEl>
                                          <p:spTgt spid="1395"/>
                                        </p:tgtEl>
                                        <p:attrNameLst>
                                          <p:attrName>fill.type</p:attrName>
                                        </p:attrNameLst>
                                      </p:cBhvr>
                                      <p:to>
                                        <p:strVal val="solid"/>
                                      </p:to>
                                    </p:set>
                                    <p:set>
                                      <p:cBhvr>
                                        <p:cTn id="5331" dur="500" fill="hold"/>
                                        <p:tgtEl>
                                          <p:spTgt spid="1395"/>
                                        </p:tgtEl>
                                        <p:attrNameLst>
                                          <p:attrName>fill.on</p:attrName>
                                        </p:attrNameLst>
                                      </p:cBhvr>
                                      <p:to>
                                        <p:strVal val="true"/>
                                      </p:to>
                                    </p:set>
                                  </p:childTnLst>
                                </p:cTn>
                              </p:par>
                              <p:par>
                                <p:cTn id="5332" nodeType="withEffect" fill="hold" presetClass="emph" presetID="1" presetSubtype="2">
                                  <p:stCondLst>
                                    <p:cond delay="0"/>
                                  </p:stCondLst>
                                  <p:childTnLst>
                                    <p:animClr clrSpc="rgb">
                                      <p:cBhvr>
                                        <p:cTn id="5333" dur="500" fill="hold"/>
                                        <p:tgtEl>
                                          <p:spTgt spid="1399"/>
                                        </p:tgtEl>
                                        <p:attrNameLst>
                                          <p:attrName>fillcolor</p:attrName>
                                        </p:attrNameLst>
                                      </p:cBhvr>
                                      <p:to>
                                        <a:srgbClr val="95b3d7"/>
                                      </p:to>
                                    </p:animClr>
                                    <p:set>
                                      <p:cBhvr>
                                        <p:cTn id="5334" dur="500" fill="hold"/>
                                        <p:tgtEl>
                                          <p:spTgt spid="1399"/>
                                        </p:tgtEl>
                                        <p:attrNameLst>
                                          <p:attrName>fill.type</p:attrName>
                                        </p:attrNameLst>
                                      </p:cBhvr>
                                      <p:to>
                                        <p:strVal val="solid"/>
                                      </p:to>
                                    </p:set>
                                    <p:set>
                                      <p:cBhvr>
                                        <p:cTn id="5335" dur="500" fill="hold"/>
                                        <p:tgtEl>
                                          <p:spTgt spid="1399"/>
                                        </p:tgtEl>
                                        <p:attrNameLst>
                                          <p:attrName>fill.on</p:attrName>
                                        </p:attrNameLst>
                                      </p:cBhvr>
                                      <p:to>
                                        <p:strVal val="true"/>
                                      </p:to>
                                    </p:set>
                                  </p:childTnLst>
                                </p:cTn>
                              </p:par>
                              <p:par>
                                <p:cTn id="5336" nodeType="withEffect" fill="hold" presetClass="exit" presetID="10">
                                  <p:stCondLst>
                                    <p:cond delay="0"/>
                                  </p:stCondLst>
                                  <p:childTnLst>
                                    <p:animEffect filter="fade" transition="out">
                                      <p:cBhvr additive="repl">
                                        <p:cTn id="5337" dur="500"/>
                                        <p:tgtEl>
                                          <p:spTgt spid="1393"/>
                                        </p:tgtEl>
                                      </p:cBhvr>
                                    </p:animEffect>
                                    <p:set>
                                      <p:cBhvr>
                                        <p:cTn id="5338" dur="1" fill="hold">
                                          <p:stCondLst>
                                            <p:cond delay="499"/>
                                          </p:stCondLst>
                                        </p:cTn>
                                        <p:tgtEl>
                                          <p:spTgt spid="1393"/>
                                        </p:tgtEl>
                                        <p:attrNameLst>
                                          <p:attrName>style.visibility</p:attrName>
                                        </p:attrNameLst>
                                      </p:cBhvr>
                                      <p:to>
                                        <p:strVal val="hidden"/>
                                      </p:to>
                                    </p:set>
                                  </p:childTnLst>
                                </p:cTn>
                              </p:par>
                              <p:par>
                                <p:cTn id="5339" nodeType="withEffect" fill="hold" presetClass="exit" presetID="10">
                                  <p:stCondLst>
                                    <p:cond delay="0"/>
                                  </p:stCondLst>
                                  <p:childTnLst>
                                    <p:animEffect filter="fade" transition="out">
                                      <p:cBhvr additive="repl">
                                        <p:cTn id="5340" dur="500"/>
                                        <p:tgtEl>
                                          <p:spTgt spid="1392"/>
                                        </p:tgtEl>
                                      </p:cBhvr>
                                    </p:animEffect>
                                    <p:set>
                                      <p:cBhvr>
                                        <p:cTn id="5341" dur="1" fill="hold">
                                          <p:stCondLst>
                                            <p:cond delay="499"/>
                                          </p:stCondLst>
                                        </p:cTn>
                                        <p:tgtEl>
                                          <p:spTgt spid="1392"/>
                                        </p:tgtEl>
                                        <p:attrNameLst>
                                          <p:attrName>style.visibility</p:attrName>
                                        </p:attrNameLst>
                                      </p:cBhvr>
                                      <p:to>
                                        <p:strVal val="hidden"/>
                                      </p:to>
                                    </p:set>
                                  </p:childTnLst>
                                </p:cTn>
                              </p:par>
                              <p:par>
                                <p:cTn id="5342" nodeType="withEffect" fill="hold" presetClass="exit" presetID="10">
                                  <p:stCondLst>
                                    <p:cond delay="0"/>
                                  </p:stCondLst>
                                  <p:childTnLst>
                                    <p:animEffect filter="fade" transition="out">
                                      <p:cBhvr additive="repl">
                                        <p:cTn id="5343" dur="500"/>
                                        <p:tgtEl>
                                          <p:spTgt spid="1397"/>
                                        </p:tgtEl>
                                      </p:cBhvr>
                                    </p:animEffect>
                                    <p:set>
                                      <p:cBhvr>
                                        <p:cTn id="5344" dur="1" fill="hold">
                                          <p:stCondLst>
                                            <p:cond delay="499"/>
                                          </p:stCondLst>
                                        </p:cTn>
                                        <p:tgtEl>
                                          <p:spTgt spid="1397"/>
                                        </p:tgtEl>
                                        <p:attrNameLst>
                                          <p:attrName>style.visibility</p:attrName>
                                        </p:attrNameLst>
                                      </p:cBhvr>
                                      <p:to>
                                        <p:strVal val="hidden"/>
                                      </p:to>
                                    </p:set>
                                  </p:childTnLst>
                                </p:cTn>
                              </p:par>
                              <p:par>
                                <p:cTn id="5345" nodeType="withEffect" fill="hold" presetClass="exit" presetID="10">
                                  <p:stCondLst>
                                    <p:cond delay="0"/>
                                  </p:stCondLst>
                                  <p:childTnLst>
                                    <p:animEffect filter="fade" transition="out">
                                      <p:cBhvr additive="repl">
                                        <p:cTn id="5346" dur="500"/>
                                        <p:tgtEl>
                                          <p:spTgt spid="1396"/>
                                        </p:tgtEl>
                                      </p:cBhvr>
                                    </p:animEffect>
                                    <p:set>
                                      <p:cBhvr>
                                        <p:cTn id="5347" dur="1" fill="hold">
                                          <p:stCondLst>
                                            <p:cond delay="499"/>
                                          </p:stCondLst>
                                        </p:cTn>
                                        <p:tgtEl>
                                          <p:spTgt spid="1396"/>
                                        </p:tgtEl>
                                        <p:attrNameLst>
                                          <p:attrName>style.visibility</p:attrName>
                                        </p:attrNameLst>
                                      </p:cBhvr>
                                      <p:to>
                                        <p:strVal val="hidden"/>
                                      </p:to>
                                    </p:set>
                                  </p:childTnLst>
                                </p:cTn>
                              </p:par>
                              <p:par>
                                <p:cTn id="5348" nodeType="withEffect" fill="hold" presetClass="exit" presetID="10">
                                  <p:stCondLst>
                                    <p:cond delay="0"/>
                                  </p:stCondLst>
                                  <p:childTnLst>
                                    <p:animEffect filter="fade" transition="out">
                                      <p:cBhvr additive="repl">
                                        <p:cTn id="5349" dur="500"/>
                                        <p:tgtEl>
                                          <p:spTgt spid="1401"/>
                                        </p:tgtEl>
                                      </p:cBhvr>
                                    </p:animEffect>
                                    <p:set>
                                      <p:cBhvr>
                                        <p:cTn id="5350" dur="1" fill="hold">
                                          <p:stCondLst>
                                            <p:cond delay="499"/>
                                          </p:stCondLst>
                                        </p:cTn>
                                        <p:tgtEl>
                                          <p:spTgt spid="1401"/>
                                        </p:tgtEl>
                                        <p:attrNameLst>
                                          <p:attrName>style.visibility</p:attrName>
                                        </p:attrNameLst>
                                      </p:cBhvr>
                                      <p:to>
                                        <p:strVal val="hidden"/>
                                      </p:to>
                                    </p:set>
                                  </p:childTnLst>
                                </p:cTn>
                              </p:par>
                              <p:par>
                                <p:cTn id="5351" nodeType="withEffect" fill="hold" presetClass="exit" presetID="10">
                                  <p:stCondLst>
                                    <p:cond delay="0"/>
                                  </p:stCondLst>
                                  <p:childTnLst>
                                    <p:animEffect filter="fade" transition="out">
                                      <p:cBhvr additive="repl">
                                        <p:cTn id="5352" dur="500"/>
                                        <p:tgtEl>
                                          <p:spTgt spid="1400"/>
                                        </p:tgtEl>
                                      </p:cBhvr>
                                    </p:animEffect>
                                    <p:set>
                                      <p:cBhvr>
                                        <p:cTn id="5353" dur="1" fill="hold">
                                          <p:stCondLst>
                                            <p:cond delay="499"/>
                                          </p:stCondLst>
                                        </p:cTn>
                                        <p:tgtEl>
                                          <p:spTgt spid="140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354" restart="whenNotActive" nodeType="interactiveSeq" fill="hold">
                <p:stCondLst>
                  <p:cond delay="0" evt="onClick">
                    <p:tgtEl>
                      <p:spTgt spid="1405"/>
                    </p:tgtEl>
                  </p:cond>
                </p:stCondLst>
                <p:childTnLst>
                  <p:par>
                    <p:cTn id="5355" fill="hold">
                      <p:stCondLst>
                        <p:cond delay="0" evt="onClick">
                          <p:tgtEl>
                            <p:spTgt spid="1405"/>
                          </p:tgtEl>
                        </p:cond>
                      </p:stCondLst>
                      <p:childTnLst>
                        <p:par>
                          <p:cTn id="5356" fill="hold">
                            <p:stCondLst>
                              <p:cond delay="0"/>
                            </p:stCondLst>
                            <p:childTnLst>
                              <p:par>
                                <p:cTn id="5357" nodeType="clickEffect" fill="hold" presetClass="exit" presetID="9">
                                  <p:stCondLst>
                                    <p:cond delay="0"/>
                                  </p:stCondLst>
                                  <p:childTnLst>
                                    <p:animEffect filter="dissolve" transition="out">
                                      <p:cBhvr additive="repl">
                                        <p:cTn id="5358" dur="500"/>
                                        <p:tgtEl>
                                          <p:spTgt spid="1405"/>
                                        </p:tgtEl>
                                      </p:cBhvr>
                                    </p:animEffect>
                                    <p:set>
                                      <p:cBhvr>
                                        <p:cTn id="5359" dur="1" fill="hold">
                                          <p:stCondLst>
                                            <p:cond delay="499"/>
                                          </p:stCondLst>
                                        </p:cTn>
                                        <p:tgtEl>
                                          <p:spTgt spid="1405"/>
                                        </p:tgtEl>
                                        <p:attrNameLst>
                                          <p:attrName>style.visibility</p:attrName>
                                        </p:attrNameLst>
                                      </p:cBhvr>
                                      <p:to>
                                        <p:strVal val="hidden"/>
                                      </p:to>
                                    </p:set>
                                  </p:childTnLst>
                                </p:cTn>
                              </p:par>
                              <p:par>
                                <p:cTn id="5360" nodeType="withEffect" fill="hold" presetClass="exit" presetID="9">
                                  <p:stCondLst>
                                    <p:cond delay="0"/>
                                  </p:stCondLst>
                                  <p:childTnLst>
                                    <p:animEffect filter="dissolve" transition="out">
                                      <p:cBhvr additive="repl">
                                        <p:cTn id="5361" dur="500"/>
                                        <p:tgtEl>
                                          <p:spTgt spid="1404"/>
                                        </p:tgtEl>
                                      </p:cBhvr>
                                    </p:animEffect>
                                    <p:set>
                                      <p:cBhvr>
                                        <p:cTn id="5362" dur="1" fill="hold">
                                          <p:stCondLst>
                                            <p:cond delay="499"/>
                                          </p:stCondLst>
                                        </p:cTn>
                                        <p:tgtEl>
                                          <p:spTgt spid="1404"/>
                                        </p:tgtEl>
                                        <p:attrNameLst>
                                          <p:attrName>style.visibility</p:attrName>
                                        </p:attrNameLst>
                                      </p:cBhvr>
                                      <p:to>
                                        <p:strVal val="hidden"/>
                                      </p:to>
                                    </p:set>
                                  </p:childTnLst>
                                </p:cTn>
                              </p:par>
                              <p:par>
                                <p:cTn id="5363" nodeType="withEffect" fill="hold" presetClass="emph" presetID="1" presetSubtype="2">
                                  <p:stCondLst>
                                    <p:cond delay="0"/>
                                  </p:stCondLst>
                                  <p:childTnLst>
                                    <p:animClr clrSpc="rgb">
                                      <p:cBhvr>
                                        <p:cTn id="5364" dur="500" fill="hold"/>
                                        <p:tgtEl>
                                          <p:spTgt spid="1403"/>
                                        </p:tgtEl>
                                        <p:attrNameLst>
                                          <p:attrName>fillcolor</p:attrName>
                                        </p:attrNameLst>
                                      </p:cBhvr>
                                      <p:to>
                                        <a:srgbClr val="95b3d7"/>
                                      </p:to>
                                    </p:animClr>
                                    <p:set>
                                      <p:cBhvr>
                                        <p:cTn id="5365" dur="500" fill="hold"/>
                                        <p:tgtEl>
                                          <p:spTgt spid="1403"/>
                                        </p:tgtEl>
                                        <p:attrNameLst>
                                          <p:attrName>fill.type</p:attrName>
                                        </p:attrNameLst>
                                      </p:cBhvr>
                                      <p:to>
                                        <p:strVal val="solid"/>
                                      </p:to>
                                    </p:set>
                                    <p:set>
                                      <p:cBhvr>
                                        <p:cTn id="5366" dur="500" fill="hold"/>
                                        <p:tgtEl>
                                          <p:spTgt spid="140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6"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407"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408"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9"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02</a:t>
            </a:r>
            <a:br>
              <a:rPr sz="4400"/>
            </a:br>
            <a:endParaRPr b="0" lang="pt-BR" sz="2800" spc="-1" strike="noStrike">
              <a:solidFill>
                <a:schemeClr val="dk1"/>
              </a:solidFill>
              <a:latin typeface="Arial"/>
            </a:endParaRPr>
          </a:p>
        </p:txBody>
      </p:sp>
      <p:sp>
        <p:nvSpPr>
          <p:cNvPr id="1410" name="PlaceHolder 2"/>
          <p:cNvSpPr>
            <a:spLocks noGrp="1"/>
          </p:cNvSpPr>
          <p:nvPr>
            <p:ph type="subTitle"/>
          </p:nvPr>
        </p:nvSpPr>
        <p:spPr>
          <a:xfrm>
            <a:off x="1612800" y="1335240"/>
            <a:ext cx="68439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anemômetro tipo “F”, a manutenção preventiva do TRANSMISSOR deverá ser realizada a cada:</a:t>
            </a:r>
            <a:endParaRPr b="0" lang="pt-BR" sz="1600" spc="-1" strike="noStrike">
              <a:solidFill>
                <a:srgbClr val="000000"/>
              </a:solidFill>
              <a:latin typeface="Arial"/>
            </a:endParaRPr>
          </a:p>
        </p:txBody>
      </p:sp>
      <p:sp>
        <p:nvSpPr>
          <p:cNvPr id="1411"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412"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Sete meses </a:t>
            </a:r>
            <a:endParaRPr b="0" lang="pt-BR" sz="1800" spc="-1" strike="noStrike">
              <a:solidFill>
                <a:srgbClr val="000000"/>
              </a:solidFill>
              <a:latin typeface="Arial"/>
            </a:endParaRPr>
          </a:p>
        </p:txBody>
      </p:sp>
      <p:sp>
        <p:nvSpPr>
          <p:cNvPr id="1413"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14"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15"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416"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Seis meses</a:t>
            </a:r>
            <a:endParaRPr b="0" lang="pt-BR" sz="1800" spc="-1" strike="noStrike">
              <a:solidFill>
                <a:srgbClr val="000000"/>
              </a:solidFill>
              <a:latin typeface="Arial"/>
            </a:endParaRPr>
          </a:p>
        </p:txBody>
      </p:sp>
      <p:sp>
        <p:nvSpPr>
          <p:cNvPr id="1417" name="Botão de ação: Personalizar 10">
            <a:hlinkClick r:id="" action="ppaction://hlinkshowjump?jump=nex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18"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19"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420"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Três meses </a:t>
            </a:r>
            <a:endParaRPr b="0" lang="pt-BR" sz="1800" spc="-1" strike="noStrike">
              <a:solidFill>
                <a:srgbClr val="000000"/>
              </a:solidFill>
              <a:latin typeface="Arial"/>
            </a:endParaRPr>
          </a:p>
        </p:txBody>
      </p:sp>
      <p:sp>
        <p:nvSpPr>
          <p:cNvPr id="1421"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22"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23"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424"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Dois meses</a:t>
            </a:r>
            <a:endParaRPr b="0" lang="pt-BR" sz="1800" spc="-1" strike="noStrike">
              <a:solidFill>
                <a:srgbClr val="000000"/>
              </a:solidFill>
              <a:latin typeface="Arial"/>
            </a:endParaRPr>
          </a:p>
        </p:txBody>
      </p:sp>
      <p:sp>
        <p:nvSpPr>
          <p:cNvPr id="1425"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26"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5367" dur="indefinite" restart="never" nodeType="tmRoot">
          <p:childTnLst>
            <p:seq>
              <p:cTn id="5368" dur="indefinite" nodeType="mainSeq">
                <p:childTnLst>
                  <p:par>
                    <p:cTn id="5369" fill="hold">
                      <p:stCondLst>
                        <p:cond delay="0"/>
                      </p:stCondLst>
                      <p:childTnLst>
                        <p:par>
                          <p:cTn id="5370" fill="hold">
                            <p:stCondLst>
                              <p:cond delay="0"/>
                            </p:stCondLst>
                            <p:childTnLst>
                              <p:par>
                                <p:cTn id="5371" nodeType="withEffect" fill="hold" presetClass="entr" presetID="10">
                                  <p:stCondLst>
                                    <p:cond delay="0"/>
                                  </p:stCondLst>
                                  <p:childTnLst>
                                    <p:set>
                                      <p:cBhvr>
                                        <p:cTn id="5372" dur="1" fill="hold">
                                          <p:stCondLst>
                                            <p:cond delay="0"/>
                                          </p:stCondLst>
                                        </p:cTn>
                                        <p:tgtEl>
                                          <p:spTgt spid="1412"/>
                                        </p:tgtEl>
                                        <p:attrNameLst>
                                          <p:attrName>style.visibility</p:attrName>
                                        </p:attrNameLst>
                                      </p:cBhvr>
                                      <p:to>
                                        <p:strVal val="visible"/>
                                      </p:to>
                                    </p:set>
                                    <p:animEffect filter="fade" transition="in">
                                      <p:cBhvr additive="repl">
                                        <p:cTn id="5373" dur="500"/>
                                        <p:tgtEl>
                                          <p:spTgt spid="1412"/>
                                        </p:tgtEl>
                                      </p:cBhvr>
                                    </p:animEffect>
                                  </p:childTnLst>
                                </p:cTn>
                              </p:par>
                              <p:par>
                                <p:cTn id="5374" nodeType="withEffect" fill="hold" presetClass="entr" presetID="10">
                                  <p:stCondLst>
                                    <p:cond delay="0"/>
                                  </p:stCondLst>
                                  <p:childTnLst>
                                    <p:set>
                                      <p:cBhvr>
                                        <p:cTn id="5375" dur="1" fill="hold">
                                          <p:stCondLst>
                                            <p:cond delay="0"/>
                                          </p:stCondLst>
                                        </p:cTn>
                                        <p:tgtEl>
                                          <p:spTgt spid="1411"/>
                                        </p:tgtEl>
                                        <p:attrNameLst>
                                          <p:attrName>style.visibility</p:attrName>
                                        </p:attrNameLst>
                                      </p:cBhvr>
                                      <p:to>
                                        <p:strVal val="visible"/>
                                      </p:to>
                                    </p:set>
                                    <p:animEffect filter="fade" transition="in">
                                      <p:cBhvr additive="repl">
                                        <p:cTn id="5376" dur="500"/>
                                        <p:tgtEl>
                                          <p:spTgt spid="1411"/>
                                        </p:tgtEl>
                                      </p:cBhvr>
                                    </p:animEffect>
                                  </p:childTnLst>
                                </p:cTn>
                              </p:par>
                              <p:par>
                                <p:cTn id="5377" nodeType="withEffect" fill="hold" presetClass="entr" presetID="10">
                                  <p:stCondLst>
                                    <p:cond delay="0"/>
                                  </p:stCondLst>
                                  <p:childTnLst>
                                    <p:set>
                                      <p:cBhvr>
                                        <p:cTn id="5378" dur="1" fill="hold">
                                          <p:stCondLst>
                                            <p:cond delay="0"/>
                                          </p:stCondLst>
                                        </p:cTn>
                                        <p:tgtEl>
                                          <p:spTgt spid="1415"/>
                                        </p:tgtEl>
                                        <p:attrNameLst>
                                          <p:attrName>style.visibility</p:attrName>
                                        </p:attrNameLst>
                                      </p:cBhvr>
                                      <p:to>
                                        <p:strVal val="visible"/>
                                      </p:to>
                                    </p:set>
                                    <p:animEffect filter="fade" transition="in">
                                      <p:cBhvr additive="repl">
                                        <p:cTn id="5379" dur="500"/>
                                        <p:tgtEl>
                                          <p:spTgt spid="1415"/>
                                        </p:tgtEl>
                                      </p:cBhvr>
                                    </p:animEffect>
                                  </p:childTnLst>
                                </p:cTn>
                              </p:par>
                              <p:par>
                                <p:cTn id="5380" nodeType="withEffect" fill="hold" presetClass="entr" presetID="10">
                                  <p:stCondLst>
                                    <p:cond delay="0"/>
                                  </p:stCondLst>
                                  <p:childTnLst>
                                    <p:set>
                                      <p:cBhvr>
                                        <p:cTn id="5381" dur="1" fill="hold">
                                          <p:stCondLst>
                                            <p:cond delay="0"/>
                                          </p:stCondLst>
                                        </p:cTn>
                                        <p:tgtEl>
                                          <p:spTgt spid="1416"/>
                                        </p:tgtEl>
                                        <p:attrNameLst>
                                          <p:attrName>style.visibility</p:attrName>
                                        </p:attrNameLst>
                                      </p:cBhvr>
                                      <p:to>
                                        <p:strVal val="visible"/>
                                      </p:to>
                                    </p:set>
                                    <p:animEffect filter="fade" transition="in">
                                      <p:cBhvr additive="repl">
                                        <p:cTn id="5382" dur="500"/>
                                        <p:tgtEl>
                                          <p:spTgt spid="1416"/>
                                        </p:tgtEl>
                                      </p:cBhvr>
                                    </p:animEffect>
                                  </p:childTnLst>
                                </p:cTn>
                              </p:par>
                              <p:par>
                                <p:cTn id="5383" nodeType="withEffect" fill="hold" presetClass="entr" presetID="10">
                                  <p:stCondLst>
                                    <p:cond delay="0"/>
                                  </p:stCondLst>
                                  <p:childTnLst>
                                    <p:set>
                                      <p:cBhvr>
                                        <p:cTn id="5384" dur="1" fill="hold">
                                          <p:stCondLst>
                                            <p:cond delay="0"/>
                                          </p:stCondLst>
                                        </p:cTn>
                                        <p:tgtEl>
                                          <p:spTgt spid="1419"/>
                                        </p:tgtEl>
                                        <p:attrNameLst>
                                          <p:attrName>style.visibility</p:attrName>
                                        </p:attrNameLst>
                                      </p:cBhvr>
                                      <p:to>
                                        <p:strVal val="visible"/>
                                      </p:to>
                                    </p:set>
                                    <p:animEffect filter="fade" transition="in">
                                      <p:cBhvr additive="repl">
                                        <p:cTn id="5385" dur="500"/>
                                        <p:tgtEl>
                                          <p:spTgt spid="1419"/>
                                        </p:tgtEl>
                                      </p:cBhvr>
                                    </p:animEffect>
                                  </p:childTnLst>
                                </p:cTn>
                              </p:par>
                              <p:par>
                                <p:cTn id="5386" nodeType="withEffect" fill="hold" presetClass="entr" presetID="10">
                                  <p:stCondLst>
                                    <p:cond delay="0"/>
                                  </p:stCondLst>
                                  <p:childTnLst>
                                    <p:set>
                                      <p:cBhvr>
                                        <p:cTn id="5387" dur="1" fill="hold">
                                          <p:stCondLst>
                                            <p:cond delay="0"/>
                                          </p:stCondLst>
                                        </p:cTn>
                                        <p:tgtEl>
                                          <p:spTgt spid="1420"/>
                                        </p:tgtEl>
                                        <p:attrNameLst>
                                          <p:attrName>style.visibility</p:attrName>
                                        </p:attrNameLst>
                                      </p:cBhvr>
                                      <p:to>
                                        <p:strVal val="visible"/>
                                      </p:to>
                                    </p:set>
                                    <p:animEffect filter="fade" transition="in">
                                      <p:cBhvr additive="repl">
                                        <p:cTn id="5388" dur="500"/>
                                        <p:tgtEl>
                                          <p:spTgt spid="1420"/>
                                        </p:tgtEl>
                                      </p:cBhvr>
                                    </p:animEffect>
                                  </p:childTnLst>
                                </p:cTn>
                              </p:par>
                              <p:par>
                                <p:cTn id="5389" nodeType="withEffect" fill="hold" presetClass="entr" presetID="10">
                                  <p:stCondLst>
                                    <p:cond delay="0"/>
                                  </p:stCondLst>
                                  <p:childTnLst>
                                    <p:set>
                                      <p:cBhvr>
                                        <p:cTn id="5390" dur="1" fill="hold">
                                          <p:stCondLst>
                                            <p:cond delay="0"/>
                                          </p:stCondLst>
                                        </p:cTn>
                                        <p:tgtEl>
                                          <p:spTgt spid="1423"/>
                                        </p:tgtEl>
                                        <p:attrNameLst>
                                          <p:attrName>style.visibility</p:attrName>
                                        </p:attrNameLst>
                                      </p:cBhvr>
                                      <p:to>
                                        <p:strVal val="visible"/>
                                      </p:to>
                                    </p:set>
                                    <p:animEffect filter="fade" transition="in">
                                      <p:cBhvr additive="repl">
                                        <p:cTn id="5391" dur="500"/>
                                        <p:tgtEl>
                                          <p:spTgt spid="1423"/>
                                        </p:tgtEl>
                                      </p:cBhvr>
                                    </p:animEffect>
                                  </p:childTnLst>
                                </p:cTn>
                              </p:par>
                              <p:par>
                                <p:cTn id="5392" nodeType="withEffect" fill="hold" presetClass="entr" presetID="10">
                                  <p:stCondLst>
                                    <p:cond delay="0"/>
                                  </p:stCondLst>
                                  <p:childTnLst>
                                    <p:set>
                                      <p:cBhvr>
                                        <p:cTn id="5393" dur="1" fill="hold">
                                          <p:stCondLst>
                                            <p:cond delay="0"/>
                                          </p:stCondLst>
                                        </p:cTn>
                                        <p:tgtEl>
                                          <p:spTgt spid="1424"/>
                                        </p:tgtEl>
                                        <p:attrNameLst>
                                          <p:attrName>style.visibility</p:attrName>
                                        </p:attrNameLst>
                                      </p:cBhvr>
                                      <p:to>
                                        <p:strVal val="visible"/>
                                      </p:to>
                                    </p:set>
                                    <p:animEffect filter="fade" transition="in">
                                      <p:cBhvr additive="repl">
                                        <p:cTn id="5394" dur="500"/>
                                        <p:tgtEl>
                                          <p:spTgt spid="1424"/>
                                        </p:tgtEl>
                                      </p:cBhvr>
                                    </p:animEffect>
                                  </p:childTnLst>
                                </p:cTn>
                              </p:par>
                              <p:par>
                                <p:cTn id="5395" nodeType="withEffect" fill="hold" presetClass="exit" presetID="1">
                                  <p:stCondLst>
                                    <p:cond delay="0"/>
                                  </p:stCondLst>
                                  <p:childTnLst>
                                    <p:set>
                                      <p:cBhvr>
                                        <p:cTn id="5396" dur="1" fill="hold">
                                          <p:stCondLst>
                                            <p:cond delay="0"/>
                                          </p:stCondLst>
                                        </p:cTn>
                                        <p:tgtEl>
                                          <p:spTgt spid="1414"/>
                                        </p:tgtEl>
                                        <p:attrNameLst>
                                          <p:attrName>style.visibility</p:attrName>
                                        </p:attrNameLst>
                                      </p:cBhvr>
                                      <p:to>
                                        <p:strVal val="hidden"/>
                                      </p:to>
                                    </p:set>
                                  </p:childTnLst>
                                </p:cTn>
                              </p:par>
                              <p:par>
                                <p:cTn id="5397" nodeType="withEffect" fill="hold" presetClass="exit" presetID="1">
                                  <p:stCondLst>
                                    <p:cond delay="0"/>
                                  </p:stCondLst>
                                  <p:childTnLst>
                                    <p:set>
                                      <p:cBhvr>
                                        <p:cTn id="5398" dur="1" fill="hold">
                                          <p:stCondLst>
                                            <p:cond delay="0"/>
                                          </p:stCondLst>
                                        </p:cTn>
                                        <p:tgtEl>
                                          <p:spTgt spid="1413"/>
                                        </p:tgtEl>
                                        <p:attrNameLst>
                                          <p:attrName>style.visibility</p:attrName>
                                        </p:attrNameLst>
                                      </p:cBhvr>
                                      <p:to>
                                        <p:strVal val="hidden"/>
                                      </p:to>
                                    </p:set>
                                  </p:childTnLst>
                                </p:cTn>
                              </p:par>
                              <p:par>
                                <p:cTn id="5399" nodeType="withEffect" fill="hold" presetClass="exit" presetID="1">
                                  <p:stCondLst>
                                    <p:cond delay="0"/>
                                  </p:stCondLst>
                                  <p:childTnLst>
                                    <p:set>
                                      <p:cBhvr>
                                        <p:cTn id="5400" dur="1" fill="hold">
                                          <p:stCondLst>
                                            <p:cond delay="0"/>
                                          </p:stCondLst>
                                        </p:cTn>
                                        <p:tgtEl>
                                          <p:spTgt spid="1418"/>
                                        </p:tgtEl>
                                        <p:attrNameLst>
                                          <p:attrName>style.visibility</p:attrName>
                                        </p:attrNameLst>
                                      </p:cBhvr>
                                      <p:to>
                                        <p:strVal val="hidden"/>
                                      </p:to>
                                    </p:set>
                                  </p:childTnLst>
                                </p:cTn>
                              </p:par>
                              <p:par>
                                <p:cTn id="5401" nodeType="withEffect" fill="hold" presetClass="exit" presetID="1">
                                  <p:stCondLst>
                                    <p:cond delay="0"/>
                                  </p:stCondLst>
                                  <p:childTnLst>
                                    <p:set>
                                      <p:cBhvr>
                                        <p:cTn id="5402" dur="1" fill="hold">
                                          <p:stCondLst>
                                            <p:cond delay="0"/>
                                          </p:stCondLst>
                                        </p:cTn>
                                        <p:tgtEl>
                                          <p:spTgt spid="1417"/>
                                        </p:tgtEl>
                                        <p:attrNameLst>
                                          <p:attrName>style.visibility</p:attrName>
                                        </p:attrNameLst>
                                      </p:cBhvr>
                                      <p:to>
                                        <p:strVal val="hidden"/>
                                      </p:to>
                                    </p:set>
                                  </p:childTnLst>
                                </p:cTn>
                              </p:par>
                              <p:par>
                                <p:cTn id="5403" nodeType="withEffect" fill="hold" presetClass="exit" presetID="1">
                                  <p:stCondLst>
                                    <p:cond delay="0"/>
                                  </p:stCondLst>
                                  <p:childTnLst>
                                    <p:set>
                                      <p:cBhvr>
                                        <p:cTn id="5404" dur="1" fill="hold">
                                          <p:stCondLst>
                                            <p:cond delay="0"/>
                                          </p:stCondLst>
                                        </p:cTn>
                                        <p:tgtEl>
                                          <p:spTgt spid="1422"/>
                                        </p:tgtEl>
                                        <p:attrNameLst>
                                          <p:attrName>style.visibility</p:attrName>
                                        </p:attrNameLst>
                                      </p:cBhvr>
                                      <p:to>
                                        <p:strVal val="hidden"/>
                                      </p:to>
                                    </p:set>
                                  </p:childTnLst>
                                </p:cTn>
                              </p:par>
                              <p:par>
                                <p:cTn id="5405" nodeType="withEffect" fill="hold" presetClass="exit" presetID="1">
                                  <p:stCondLst>
                                    <p:cond delay="0"/>
                                  </p:stCondLst>
                                  <p:childTnLst>
                                    <p:set>
                                      <p:cBhvr>
                                        <p:cTn id="5406" dur="1" fill="hold">
                                          <p:stCondLst>
                                            <p:cond delay="0"/>
                                          </p:stCondLst>
                                        </p:cTn>
                                        <p:tgtEl>
                                          <p:spTgt spid="1421"/>
                                        </p:tgtEl>
                                        <p:attrNameLst>
                                          <p:attrName>style.visibility</p:attrName>
                                        </p:attrNameLst>
                                      </p:cBhvr>
                                      <p:to>
                                        <p:strVal val="hidden"/>
                                      </p:to>
                                    </p:set>
                                  </p:childTnLst>
                                </p:cTn>
                              </p:par>
                              <p:par>
                                <p:cTn id="5407" nodeType="withEffect" fill="hold" presetClass="exit" presetID="1">
                                  <p:stCondLst>
                                    <p:cond delay="0"/>
                                  </p:stCondLst>
                                  <p:childTnLst>
                                    <p:set>
                                      <p:cBhvr>
                                        <p:cTn id="5408" dur="1" fill="hold">
                                          <p:stCondLst>
                                            <p:cond delay="0"/>
                                          </p:stCondLst>
                                        </p:cTn>
                                        <p:tgtEl>
                                          <p:spTgt spid="1426"/>
                                        </p:tgtEl>
                                        <p:attrNameLst>
                                          <p:attrName>style.visibility</p:attrName>
                                        </p:attrNameLst>
                                      </p:cBhvr>
                                      <p:to>
                                        <p:strVal val="hidden"/>
                                      </p:to>
                                    </p:set>
                                  </p:childTnLst>
                                </p:cTn>
                              </p:par>
                              <p:par>
                                <p:cTn id="5409" nodeType="withEffect" fill="hold" presetClass="exit" presetID="1">
                                  <p:stCondLst>
                                    <p:cond delay="0"/>
                                  </p:stCondLst>
                                  <p:childTnLst>
                                    <p:set>
                                      <p:cBhvr>
                                        <p:cTn id="5410" dur="1" fill="hold">
                                          <p:stCondLst>
                                            <p:cond delay="0"/>
                                          </p:stCondLst>
                                        </p:cTn>
                                        <p:tgtEl>
                                          <p:spTgt spid="14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411" restart="whenNotActive" nodeType="interactiveSeq" fill="hold">
                <p:stCondLst>
                  <p:cond delay="0" evt="onClick">
                    <p:tgtEl>
                      <p:spTgt spid="1411"/>
                    </p:tgtEl>
                  </p:cond>
                </p:stCondLst>
                <p:childTnLst>
                  <p:par>
                    <p:cTn id="5412" fill="hold">
                      <p:stCondLst>
                        <p:cond delay="0" evt="onClick">
                          <p:tgtEl>
                            <p:spTgt spid="1411"/>
                          </p:tgtEl>
                        </p:cond>
                      </p:stCondLst>
                      <p:childTnLst>
                        <p:par>
                          <p:cTn id="5413" fill="hold">
                            <p:stCondLst>
                              <p:cond delay="0"/>
                            </p:stCondLst>
                            <p:childTnLst>
                              <p:par>
                                <p:cTn id="5414" nodeType="clickEffect" fill="hold" presetClass="entr" presetID="16" presetSubtype="21">
                                  <p:stCondLst>
                                    <p:cond delay="0"/>
                                  </p:stCondLst>
                                  <p:childTnLst>
                                    <p:set>
                                      <p:cBhvr>
                                        <p:cTn id="5415" dur="1" fill="hold">
                                          <p:stCondLst>
                                            <p:cond delay="0"/>
                                          </p:stCondLst>
                                        </p:cTn>
                                        <p:tgtEl>
                                          <p:spTgt spid="1414"/>
                                        </p:tgtEl>
                                        <p:attrNameLst>
                                          <p:attrName>style.visibility</p:attrName>
                                        </p:attrNameLst>
                                      </p:cBhvr>
                                      <p:to>
                                        <p:strVal val="visible"/>
                                      </p:to>
                                    </p:set>
                                    <p:animEffect filter="barn(inVertical)" transition="in">
                                      <p:cBhvr additive="repl">
                                        <p:cTn id="5416" dur="500"/>
                                        <p:tgtEl>
                                          <p:spTgt spid="1414"/>
                                        </p:tgtEl>
                                      </p:cBhvr>
                                    </p:animEffect>
                                  </p:childTnLst>
                                </p:cTn>
                              </p:par>
                              <p:par>
                                <p:cTn id="5417" nodeType="withEffect" fill="hold" presetClass="entr" presetID="16" presetSubtype="21">
                                  <p:stCondLst>
                                    <p:cond delay="0"/>
                                  </p:stCondLst>
                                  <p:childTnLst>
                                    <p:set>
                                      <p:cBhvr>
                                        <p:cTn id="5418" dur="1" fill="hold">
                                          <p:stCondLst>
                                            <p:cond delay="0"/>
                                          </p:stCondLst>
                                        </p:cTn>
                                        <p:tgtEl>
                                          <p:spTgt spid="1413"/>
                                        </p:tgtEl>
                                        <p:attrNameLst>
                                          <p:attrName>style.visibility</p:attrName>
                                        </p:attrNameLst>
                                      </p:cBhvr>
                                      <p:to>
                                        <p:strVal val="visible"/>
                                      </p:to>
                                    </p:set>
                                    <p:animEffect filter="barn(inVertical)" transition="in">
                                      <p:cBhvr additive="repl">
                                        <p:cTn id="5419" dur="500"/>
                                        <p:tgtEl>
                                          <p:spTgt spid="1413"/>
                                        </p:tgtEl>
                                      </p:cBhvr>
                                    </p:animEffect>
                                  </p:childTnLst>
                                </p:cTn>
                              </p:par>
                              <p:par>
                                <p:cTn id="5420" nodeType="withEffect" fill="hold" presetClass="emph" presetID="1" presetSubtype="2">
                                  <p:stCondLst>
                                    <p:cond delay="0"/>
                                  </p:stCondLst>
                                  <p:childTnLst>
                                    <p:animClr clrSpc="rgb">
                                      <p:cBhvr>
                                        <p:cTn id="5421" dur="500" fill="hold"/>
                                        <p:tgtEl>
                                          <p:spTgt spid="1412"/>
                                        </p:tgtEl>
                                        <p:attrNameLst>
                                          <p:attrName>fillcolor</p:attrName>
                                        </p:attrNameLst>
                                      </p:cBhvr>
                                      <p:to>
                                        <a:srgbClr val="8a80e4"/>
                                      </p:to>
                                    </p:animClr>
                                    <p:set>
                                      <p:cBhvr>
                                        <p:cTn id="5422" dur="500" fill="hold"/>
                                        <p:tgtEl>
                                          <p:spTgt spid="1412"/>
                                        </p:tgtEl>
                                        <p:attrNameLst>
                                          <p:attrName>fill.type</p:attrName>
                                        </p:attrNameLst>
                                      </p:cBhvr>
                                      <p:to>
                                        <p:strVal val="solid"/>
                                      </p:to>
                                    </p:set>
                                    <p:set>
                                      <p:cBhvr>
                                        <p:cTn id="5423" dur="500" fill="hold"/>
                                        <p:tgtEl>
                                          <p:spTgt spid="1412"/>
                                        </p:tgtEl>
                                        <p:attrNameLst>
                                          <p:attrName>fill.on</p:attrName>
                                        </p:attrNameLst>
                                      </p:cBhvr>
                                      <p:to>
                                        <p:strVal val="true"/>
                                      </p:to>
                                    </p:set>
                                  </p:childTnLst>
                                </p:cTn>
                              </p:par>
                              <p:par>
                                <p:cTn id="5424" nodeType="withEffect" fill="hold" presetClass="emph" presetID="1" presetSubtype="2">
                                  <p:stCondLst>
                                    <p:cond delay="0"/>
                                  </p:stCondLst>
                                  <p:childTnLst>
                                    <p:animClr clrSpc="rgb">
                                      <p:cBhvr>
                                        <p:cTn id="5425" dur="500" fill="hold"/>
                                        <p:tgtEl>
                                          <p:spTgt spid="1416"/>
                                        </p:tgtEl>
                                        <p:attrNameLst>
                                          <p:attrName>fillcolor</p:attrName>
                                        </p:attrNameLst>
                                      </p:cBhvr>
                                      <p:to>
                                        <a:srgbClr val="95b3d7"/>
                                      </p:to>
                                    </p:animClr>
                                    <p:set>
                                      <p:cBhvr>
                                        <p:cTn id="5426" dur="500" fill="hold"/>
                                        <p:tgtEl>
                                          <p:spTgt spid="1416"/>
                                        </p:tgtEl>
                                        <p:attrNameLst>
                                          <p:attrName>fill.type</p:attrName>
                                        </p:attrNameLst>
                                      </p:cBhvr>
                                      <p:to>
                                        <p:strVal val="solid"/>
                                      </p:to>
                                    </p:set>
                                    <p:set>
                                      <p:cBhvr>
                                        <p:cTn id="5427" dur="500" fill="hold"/>
                                        <p:tgtEl>
                                          <p:spTgt spid="1416"/>
                                        </p:tgtEl>
                                        <p:attrNameLst>
                                          <p:attrName>fill.on</p:attrName>
                                        </p:attrNameLst>
                                      </p:cBhvr>
                                      <p:to>
                                        <p:strVal val="true"/>
                                      </p:to>
                                    </p:set>
                                  </p:childTnLst>
                                </p:cTn>
                              </p:par>
                              <p:par>
                                <p:cTn id="5428" nodeType="withEffect" fill="hold" presetClass="emph" presetID="1" presetSubtype="2">
                                  <p:stCondLst>
                                    <p:cond delay="0"/>
                                  </p:stCondLst>
                                  <p:childTnLst>
                                    <p:animClr clrSpc="rgb">
                                      <p:cBhvr>
                                        <p:cTn id="5429" dur="500" fill="hold"/>
                                        <p:tgtEl>
                                          <p:spTgt spid="1420"/>
                                        </p:tgtEl>
                                        <p:attrNameLst>
                                          <p:attrName>fillcolor</p:attrName>
                                        </p:attrNameLst>
                                      </p:cBhvr>
                                      <p:to>
                                        <a:srgbClr val="95b3d7"/>
                                      </p:to>
                                    </p:animClr>
                                    <p:set>
                                      <p:cBhvr>
                                        <p:cTn id="5430" dur="500" fill="hold"/>
                                        <p:tgtEl>
                                          <p:spTgt spid="1420"/>
                                        </p:tgtEl>
                                        <p:attrNameLst>
                                          <p:attrName>fill.type</p:attrName>
                                        </p:attrNameLst>
                                      </p:cBhvr>
                                      <p:to>
                                        <p:strVal val="solid"/>
                                      </p:to>
                                    </p:set>
                                    <p:set>
                                      <p:cBhvr>
                                        <p:cTn id="5431" dur="500" fill="hold"/>
                                        <p:tgtEl>
                                          <p:spTgt spid="1420"/>
                                        </p:tgtEl>
                                        <p:attrNameLst>
                                          <p:attrName>fill.on</p:attrName>
                                        </p:attrNameLst>
                                      </p:cBhvr>
                                      <p:to>
                                        <p:strVal val="true"/>
                                      </p:to>
                                    </p:set>
                                  </p:childTnLst>
                                </p:cTn>
                              </p:par>
                              <p:par>
                                <p:cTn id="5432" nodeType="withEffect" fill="hold" presetClass="emph" presetID="1" presetSubtype="2">
                                  <p:stCondLst>
                                    <p:cond delay="0"/>
                                  </p:stCondLst>
                                  <p:childTnLst>
                                    <p:animClr clrSpc="rgb">
                                      <p:cBhvr>
                                        <p:cTn id="5433" dur="500" fill="hold"/>
                                        <p:tgtEl>
                                          <p:spTgt spid="1424"/>
                                        </p:tgtEl>
                                        <p:attrNameLst>
                                          <p:attrName>fillcolor</p:attrName>
                                        </p:attrNameLst>
                                      </p:cBhvr>
                                      <p:to>
                                        <a:srgbClr val="95b3d7"/>
                                      </p:to>
                                    </p:animClr>
                                    <p:set>
                                      <p:cBhvr>
                                        <p:cTn id="5434" dur="500" fill="hold"/>
                                        <p:tgtEl>
                                          <p:spTgt spid="1424"/>
                                        </p:tgtEl>
                                        <p:attrNameLst>
                                          <p:attrName>fill.type</p:attrName>
                                        </p:attrNameLst>
                                      </p:cBhvr>
                                      <p:to>
                                        <p:strVal val="solid"/>
                                      </p:to>
                                    </p:set>
                                    <p:set>
                                      <p:cBhvr>
                                        <p:cTn id="5435" dur="500" fill="hold"/>
                                        <p:tgtEl>
                                          <p:spTgt spid="1424"/>
                                        </p:tgtEl>
                                        <p:attrNameLst>
                                          <p:attrName>fill.on</p:attrName>
                                        </p:attrNameLst>
                                      </p:cBhvr>
                                      <p:to>
                                        <p:strVal val="true"/>
                                      </p:to>
                                    </p:set>
                                  </p:childTnLst>
                                </p:cTn>
                              </p:par>
                              <p:par>
                                <p:cTn id="5436" nodeType="withEffect" fill="hold" presetClass="exit" presetID="10">
                                  <p:stCondLst>
                                    <p:cond delay="0"/>
                                  </p:stCondLst>
                                  <p:childTnLst>
                                    <p:animEffect filter="fade" transition="out">
                                      <p:cBhvr additive="repl">
                                        <p:cTn id="5437" dur="500"/>
                                        <p:tgtEl>
                                          <p:spTgt spid="1418"/>
                                        </p:tgtEl>
                                      </p:cBhvr>
                                    </p:animEffect>
                                    <p:set>
                                      <p:cBhvr>
                                        <p:cTn id="5438" dur="1" fill="hold">
                                          <p:stCondLst>
                                            <p:cond delay="499"/>
                                          </p:stCondLst>
                                        </p:cTn>
                                        <p:tgtEl>
                                          <p:spTgt spid="1418"/>
                                        </p:tgtEl>
                                        <p:attrNameLst>
                                          <p:attrName>style.visibility</p:attrName>
                                        </p:attrNameLst>
                                      </p:cBhvr>
                                      <p:to>
                                        <p:strVal val="hidden"/>
                                      </p:to>
                                    </p:set>
                                  </p:childTnLst>
                                </p:cTn>
                              </p:par>
                              <p:par>
                                <p:cTn id="5439" nodeType="withEffect" fill="hold" presetClass="exit" presetID="10">
                                  <p:stCondLst>
                                    <p:cond delay="0"/>
                                  </p:stCondLst>
                                  <p:childTnLst>
                                    <p:animEffect filter="fade" transition="out">
                                      <p:cBhvr additive="repl">
                                        <p:cTn id="5440" dur="500"/>
                                        <p:tgtEl>
                                          <p:spTgt spid="1417"/>
                                        </p:tgtEl>
                                      </p:cBhvr>
                                    </p:animEffect>
                                    <p:set>
                                      <p:cBhvr>
                                        <p:cTn id="5441" dur="1" fill="hold">
                                          <p:stCondLst>
                                            <p:cond delay="499"/>
                                          </p:stCondLst>
                                        </p:cTn>
                                        <p:tgtEl>
                                          <p:spTgt spid="1417"/>
                                        </p:tgtEl>
                                        <p:attrNameLst>
                                          <p:attrName>style.visibility</p:attrName>
                                        </p:attrNameLst>
                                      </p:cBhvr>
                                      <p:to>
                                        <p:strVal val="hidden"/>
                                      </p:to>
                                    </p:set>
                                  </p:childTnLst>
                                </p:cTn>
                              </p:par>
                              <p:par>
                                <p:cTn id="5442" nodeType="withEffect" fill="hold" presetClass="exit" presetID="10">
                                  <p:stCondLst>
                                    <p:cond delay="0"/>
                                  </p:stCondLst>
                                  <p:childTnLst>
                                    <p:animEffect filter="fade" transition="out">
                                      <p:cBhvr additive="repl">
                                        <p:cTn id="5443" dur="500"/>
                                        <p:tgtEl>
                                          <p:spTgt spid="1422"/>
                                        </p:tgtEl>
                                      </p:cBhvr>
                                    </p:animEffect>
                                    <p:set>
                                      <p:cBhvr>
                                        <p:cTn id="5444" dur="1" fill="hold">
                                          <p:stCondLst>
                                            <p:cond delay="499"/>
                                          </p:stCondLst>
                                        </p:cTn>
                                        <p:tgtEl>
                                          <p:spTgt spid="1422"/>
                                        </p:tgtEl>
                                        <p:attrNameLst>
                                          <p:attrName>style.visibility</p:attrName>
                                        </p:attrNameLst>
                                      </p:cBhvr>
                                      <p:to>
                                        <p:strVal val="hidden"/>
                                      </p:to>
                                    </p:set>
                                  </p:childTnLst>
                                </p:cTn>
                              </p:par>
                              <p:par>
                                <p:cTn id="5445" nodeType="withEffect" fill="hold" presetClass="exit" presetID="10">
                                  <p:stCondLst>
                                    <p:cond delay="0"/>
                                  </p:stCondLst>
                                  <p:childTnLst>
                                    <p:animEffect filter="fade" transition="out">
                                      <p:cBhvr additive="repl">
                                        <p:cTn id="5446" dur="500"/>
                                        <p:tgtEl>
                                          <p:spTgt spid="1421"/>
                                        </p:tgtEl>
                                      </p:cBhvr>
                                    </p:animEffect>
                                    <p:set>
                                      <p:cBhvr>
                                        <p:cTn id="5447" dur="1" fill="hold">
                                          <p:stCondLst>
                                            <p:cond delay="499"/>
                                          </p:stCondLst>
                                        </p:cTn>
                                        <p:tgtEl>
                                          <p:spTgt spid="1421"/>
                                        </p:tgtEl>
                                        <p:attrNameLst>
                                          <p:attrName>style.visibility</p:attrName>
                                        </p:attrNameLst>
                                      </p:cBhvr>
                                      <p:to>
                                        <p:strVal val="hidden"/>
                                      </p:to>
                                    </p:set>
                                  </p:childTnLst>
                                </p:cTn>
                              </p:par>
                              <p:par>
                                <p:cTn id="5448" nodeType="withEffect" fill="hold" presetClass="exit" presetID="10">
                                  <p:stCondLst>
                                    <p:cond delay="0"/>
                                  </p:stCondLst>
                                  <p:childTnLst>
                                    <p:animEffect filter="fade" transition="out">
                                      <p:cBhvr additive="repl">
                                        <p:cTn id="5449" dur="500"/>
                                        <p:tgtEl>
                                          <p:spTgt spid="1426"/>
                                        </p:tgtEl>
                                      </p:cBhvr>
                                    </p:animEffect>
                                    <p:set>
                                      <p:cBhvr>
                                        <p:cTn id="5450" dur="1" fill="hold">
                                          <p:stCondLst>
                                            <p:cond delay="499"/>
                                          </p:stCondLst>
                                        </p:cTn>
                                        <p:tgtEl>
                                          <p:spTgt spid="1426"/>
                                        </p:tgtEl>
                                        <p:attrNameLst>
                                          <p:attrName>style.visibility</p:attrName>
                                        </p:attrNameLst>
                                      </p:cBhvr>
                                      <p:to>
                                        <p:strVal val="hidden"/>
                                      </p:to>
                                    </p:set>
                                  </p:childTnLst>
                                </p:cTn>
                              </p:par>
                              <p:par>
                                <p:cTn id="5451" nodeType="withEffect" fill="hold" presetClass="exit" presetID="10">
                                  <p:stCondLst>
                                    <p:cond delay="0"/>
                                  </p:stCondLst>
                                  <p:childTnLst>
                                    <p:animEffect filter="fade" transition="out">
                                      <p:cBhvr additive="repl">
                                        <p:cTn id="5452" dur="500"/>
                                        <p:tgtEl>
                                          <p:spTgt spid="1425"/>
                                        </p:tgtEl>
                                      </p:cBhvr>
                                    </p:animEffect>
                                    <p:set>
                                      <p:cBhvr>
                                        <p:cTn id="5453" dur="1" fill="hold">
                                          <p:stCondLst>
                                            <p:cond delay="499"/>
                                          </p:stCondLst>
                                        </p:cTn>
                                        <p:tgtEl>
                                          <p:spTgt spid="14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454" restart="whenNotActive" nodeType="interactiveSeq" fill="hold">
                <p:stCondLst>
                  <p:cond delay="0" evt="onClick">
                    <p:tgtEl>
                      <p:spTgt spid="1414"/>
                    </p:tgtEl>
                  </p:cond>
                </p:stCondLst>
                <p:childTnLst>
                  <p:par>
                    <p:cTn id="5455" fill="hold">
                      <p:stCondLst>
                        <p:cond delay="0" evt="onClick">
                          <p:tgtEl>
                            <p:spTgt spid="1414"/>
                          </p:tgtEl>
                        </p:cond>
                      </p:stCondLst>
                      <p:childTnLst>
                        <p:par>
                          <p:cTn id="5456" fill="hold">
                            <p:stCondLst>
                              <p:cond delay="0"/>
                            </p:stCondLst>
                            <p:childTnLst>
                              <p:par>
                                <p:cTn id="5457" nodeType="clickEffect" fill="hold" presetClass="exit" presetID="9">
                                  <p:stCondLst>
                                    <p:cond delay="0"/>
                                  </p:stCondLst>
                                  <p:childTnLst>
                                    <p:animEffect filter="dissolve" transition="out">
                                      <p:cBhvr additive="repl">
                                        <p:cTn id="5458" dur="500"/>
                                        <p:tgtEl>
                                          <p:spTgt spid="1414"/>
                                        </p:tgtEl>
                                      </p:cBhvr>
                                    </p:animEffect>
                                    <p:set>
                                      <p:cBhvr>
                                        <p:cTn id="5459" dur="1" fill="hold">
                                          <p:stCondLst>
                                            <p:cond delay="499"/>
                                          </p:stCondLst>
                                        </p:cTn>
                                        <p:tgtEl>
                                          <p:spTgt spid="1414"/>
                                        </p:tgtEl>
                                        <p:attrNameLst>
                                          <p:attrName>style.visibility</p:attrName>
                                        </p:attrNameLst>
                                      </p:cBhvr>
                                      <p:to>
                                        <p:strVal val="hidden"/>
                                      </p:to>
                                    </p:set>
                                  </p:childTnLst>
                                </p:cTn>
                              </p:par>
                              <p:par>
                                <p:cTn id="5460" nodeType="withEffect" fill="hold" presetClass="exit" presetID="9">
                                  <p:stCondLst>
                                    <p:cond delay="0"/>
                                  </p:stCondLst>
                                  <p:childTnLst>
                                    <p:animEffect filter="dissolve" transition="out">
                                      <p:cBhvr additive="repl">
                                        <p:cTn id="5461" dur="500"/>
                                        <p:tgtEl>
                                          <p:spTgt spid="1413"/>
                                        </p:tgtEl>
                                      </p:cBhvr>
                                    </p:animEffect>
                                    <p:set>
                                      <p:cBhvr>
                                        <p:cTn id="5462" dur="1" fill="hold">
                                          <p:stCondLst>
                                            <p:cond delay="499"/>
                                          </p:stCondLst>
                                        </p:cTn>
                                        <p:tgtEl>
                                          <p:spTgt spid="1413"/>
                                        </p:tgtEl>
                                        <p:attrNameLst>
                                          <p:attrName>style.visibility</p:attrName>
                                        </p:attrNameLst>
                                      </p:cBhvr>
                                      <p:to>
                                        <p:strVal val="hidden"/>
                                      </p:to>
                                    </p:set>
                                  </p:childTnLst>
                                </p:cTn>
                              </p:par>
                              <p:par>
                                <p:cTn id="5463" nodeType="withEffect" fill="hold" presetClass="emph" presetID="1" presetSubtype="2">
                                  <p:stCondLst>
                                    <p:cond delay="0"/>
                                  </p:stCondLst>
                                  <p:childTnLst>
                                    <p:animClr clrSpc="rgb">
                                      <p:cBhvr>
                                        <p:cTn id="5464" dur="500" fill="hold"/>
                                        <p:tgtEl>
                                          <p:spTgt spid="1412"/>
                                        </p:tgtEl>
                                        <p:attrNameLst>
                                          <p:attrName>fillcolor</p:attrName>
                                        </p:attrNameLst>
                                      </p:cBhvr>
                                      <p:to>
                                        <a:srgbClr val="95b3d7"/>
                                      </p:to>
                                    </p:animClr>
                                    <p:set>
                                      <p:cBhvr>
                                        <p:cTn id="5465" dur="500" fill="hold"/>
                                        <p:tgtEl>
                                          <p:spTgt spid="1412"/>
                                        </p:tgtEl>
                                        <p:attrNameLst>
                                          <p:attrName>fill.type</p:attrName>
                                        </p:attrNameLst>
                                      </p:cBhvr>
                                      <p:to>
                                        <p:strVal val="solid"/>
                                      </p:to>
                                    </p:set>
                                    <p:set>
                                      <p:cBhvr>
                                        <p:cTn id="5466" dur="500" fill="hold"/>
                                        <p:tgtEl>
                                          <p:spTgt spid="141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467" restart="whenNotActive" nodeType="interactiveSeq" fill="hold">
                <p:stCondLst>
                  <p:cond delay="0" evt="onClick">
                    <p:tgtEl>
                      <p:spTgt spid="1415"/>
                    </p:tgtEl>
                  </p:cond>
                </p:stCondLst>
                <p:childTnLst>
                  <p:par>
                    <p:cTn id="5468" fill="hold">
                      <p:stCondLst>
                        <p:cond delay="0" evt="onClick">
                          <p:tgtEl>
                            <p:spTgt spid="1415"/>
                          </p:tgtEl>
                        </p:cond>
                      </p:stCondLst>
                      <p:childTnLst>
                        <p:par>
                          <p:cTn id="5469" fill="hold">
                            <p:stCondLst>
                              <p:cond delay="0"/>
                            </p:stCondLst>
                            <p:childTnLst>
                              <p:par>
                                <p:cTn id="5470" nodeType="clickEffect" fill="hold" presetClass="entr" presetID="16" presetSubtype="21">
                                  <p:stCondLst>
                                    <p:cond delay="0"/>
                                  </p:stCondLst>
                                  <p:childTnLst>
                                    <p:set>
                                      <p:cBhvr>
                                        <p:cTn id="5471" dur="1" fill="hold">
                                          <p:stCondLst>
                                            <p:cond delay="0"/>
                                          </p:stCondLst>
                                        </p:cTn>
                                        <p:tgtEl>
                                          <p:spTgt spid="1418"/>
                                        </p:tgtEl>
                                        <p:attrNameLst>
                                          <p:attrName>style.visibility</p:attrName>
                                        </p:attrNameLst>
                                      </p:cBhvr>
                                      <p:to>
                                        <p:strVal val="visible"/>
                                      </p:to>
                                    </p:set>
                                    <p:animEffect filter="barn(inVertical)" transition="in">
                                      <p:cBhvr additive="repl">
                                        <p:cTn id="5472" dur="500"/>
                                        <p:tgtEl>
                                          <p:spTgt spid="1418"/>
                                        </p:tgtEl>
                                      </p:cBhvr>
                                    </p:animEffect>
                                  </p:childTnLst>
                                </p:cTn>
                              </p:par>
                              <p:par>
                                <p:cTn id="5473" nodeType="withEffect" fill="hold" presetClass="entr" presetID="16" presetSubtype="21">
                                  <p:stCondLst>
                                    <p:cond delay="0"/>
                                  </p:stCondLst>
                                  <p:childTnLst>
                                    <p:set>
                                      <p:cBhvr>
                                        <p:cTn id="5474" dur="1" fill="hold">
                                          <p:stCondLst>
                                            <p:cond delay="0"/>
                                          </p:stCondLst>
                                        </p:cTn>
                                        <p:tgtEl>
                                          <p:spTgt spid="1417"/>
                                        </p:tgtEl>
                                        <p:attrNameLst>
                                          <p:attrName>style.visibility</p:attrName>
                                        </p:attrNameLst>
                                      </p:cBhvr>
                                      <p:to>
                                        <p:strVal val="visible"/>
                                      </p:to>
                                    </p:set>
                                    <p:animEffect filter="barn(inVertical)" transition="in">
                                      <p:cBhvr additive="repl">
                                        <p:cTn id="5475" dur="500"/>
                                        <p:tgtEl>
                                          <p:spTgt spid="1417"/>
                                        </p:tgtEl>
                                      </p:cBhvr>
                                    </p:animEffect>
                                  </p:childTnLst>
                                </p:cTn>
                              </p:par>
                              <p:par>
                                <p:cTn id="5476" nodeType="withEffect" fill="hold" presetClass="emph" presetID="1" presetSubtype="2">
                                  <p:stCondLst>
                                    <p:cond delay="0"/>
                                  </p:stCondLst>
                                  <p:childTnLst>
                                    <p:animClr clrSpc="rgb">
                                      <p:cBhvr>
                                        <p:cTn id="5477" dur="500" fill="hold"/>
                                        <p:tgtEl>
                                          <p:spTgt spid="1416"/>
                                        </p:tgtEl>
                                        <p:attrNameLst>
                                          <p:attrName>fillcolor</p:attrName>
                                        </p:attrNameLst>
                                      </p:cBhvr>
                                      <p:to>
                                        <a:srgbClr val="8a80e4"/>
                                      </p:to>
                                    </p:animClr>
                                    <p:set>
                                      <p:cBhvr>
                                        <p:cTn id="5478" dur="500" fill="hold"/>
                                        <p:tgtEl>
                                          <p:spTgt spid="1416"/>
                                        </p:tgtEl>
                                        <p:attrNameLst>
                                          <p:attrName>fill.type</p:attrName>
                                        </p:attrNameLst>
                                      </p:cBhvr>
                                      <p:to>
                                        <p:strVal val="solid"/>
                                      </p:to>
                                    </p:set>
                                    <p:set>
                                      <p:cBhvr>
                                        <p:cTn id="5479" dur="500" fill="hold"/>
                                        <p:tgtEl>
                                          <p:spTgt spid="1416"/>
                                        </p:tgtEl>
                                        <p:attrNameLst>
                                          <p:attrName>fill.on</p:attrName>
                                        </p:attrNameLst>
                                      </p:cBhvr>
                                      <p:to>
                                        <p:strVal val="true"/>
                                      </p:to>
                                    </p:set>
                                  </p:childTnLst>
                                </p:cTn>
                              </p:par>
                              <p:par>
                                <p:cTn id="5480" nodeType="withEffect" fill="hold" presetClass="emph" presetID="1" presetSubtype="2">
                                  <p:stCondLst>
                                    <p:cond delay="0"/>
                                  </p:stCondLst>
                                  <p:childTnLst>
                                    <p:animClr clrSpc="rgb">
                                      <p:cBhvr>
                                        <p:cTn id="5481" dur="500" fill="hold"/>
                                        <p:tgtEl>
                                          <p:spTgt spid="1412"/>
                                        </p:tgtEl>
                                        <p:attrNameLst>
                                          <p:attrName>fillcolor</p:attrName>
                                        </p:attrNameLst>
                                      </p:cBhvr>
                                      <p:to>
                                        <a:srgbClr val="95b3d7"/>
                                      </p:to>
                                    </p:animClr>
                                    <p:set>
                                      <p:cBhvr>
                                        <p:cTn id="5482" dur="500" fill="hold"/>
                                        <p:tgtEl>
                                          <p:spTgt spid="1412"/>
                                        </p:tgtEl>
                                        <p:attrNameLst>
                                          <p:attrName>fill.type</p:attrName>
                                        </p:attrNameLst>
                                      </p:cBhvr>
                                      <p:to>
                                        <p:strVal val="solid"/>
                                      </p:to>
                                    </p:set>
                                    <p:set>
                                      <p:cBhvr>
                                        <p:cTn id="5483" dur="500" fill="hold"/>
                                        <p:tgtEl>
                                          <p:spTgt spid="1412"/>
                                        </p:tgtEl>
                                        <p:attrNameLst>
                                          <p:attrName>fill.on</p:attrName>
                                        </p:attrNameLst>
                                      </p:cBhvr>
                                      <p:to>
                                        <p:strVal val="true"/>
                                      </p:to>
                                    </p:set>
                                  </p:childTnLst>
                                </p:cTn>
                              </p:par>
                              <p:par>
                                <p:cTn id="5484" nodeType="withEffect" fill="hold" presetClass="emph" presetID="1" presetSubtype="2">
                                  <p:stCondLst>
                                    <p:cond delay="0"/>
                                  </p:stCondLst>
                                  <p:childTnLst>
                                    <p:animClr clrSpc="rgb">
                                      <p:cBhvr>
                                        <p:cTn id="5485" dur="500" fill="hold"/>
                                        <p:tgtEl>
                                          <p:spTgt spid="1420"/>
                                        </p:tgtEl>
                                        <p:attrNameLst>
                                          <p:attrName>fillcolor</p:attrName>
                                        </p:attrNameLst>
                                      </p:cBhvr>
                                      <p:to>
                                        <a:srgbClr val="95b3d7"/>
                                      </p:to>
                                    </p:animClr>
                                    <p:set>
                                      <p:cBhvr>
                                        <p:cTn id="5486" dur="500" fill="hold"/>
                                        <p:tgtEl>
                                          <p:spTgt spid="1420"/>
                                        </p:tgtEl>
                                        <p:attrNameLst>
                                          <p:attrName>fill.type</p:attrName>
                                        </p:attrNameLst>
                                      </p:cBhvr>
                                      <p:to>
                                        <p:strVal val="solid"/>
                                      </p:to>
                                    </p:set>
                                    <p:set>
                                      <p:cBhvr>
                                        <p:cTn id="5487" dur="500" fill="hold"/>
                                        <p:tgtEl>
                                          <p:spTgt spid="1420"/>
                                        </p:tgtEl>
                                        <p:attrNameLst>
                                          <p:attrName>fill.on</p:attrName>
                                        </p:attrNameLst>
                                      </p:cBhvr>
                                      <p:to>
                                        <p:strVal val="true"/>
                                      </p:to>
                                    </p:set>
                                  </p:childTnLst>
                                </p:cTn>
                              </p:par>
                              <p:par>
                                <p:cTn id="5488" nodeType="withEffect" fill="hold" presetClass="emph" presetID="1" presetSubtype="2">
                                  <p:stCondLst>
                                    <p:cond delay="0"/>
                                  </p:stCondLst>
                                  <p:childTnLst>
                                    <p:animClr clrSpc="rgb">
                                      <p:cBhvr>
                                        <p:cTn id="5489" dur="500" fill="hold"/>
                                        <p:tgtEl>
                                          <p:spTgt spid="1424"/>
                                        </p:tgtEl>
                                        <p:attrNameLst>
                                          <p:attrName>fillcolor</p:attrName>
                                        </p:attrNameLst>
                                      </p:cBhvr>
                                      <p:to>
                                        <a:srgbClr val="95b3d7"/>
                                      </p:to>
                                    </p:animClr>
                                    <p:set>
                                      <p:cBhvr>
                                        <p:cTn id="5490" dur="500" fill="hold"/>
                                        <p:tgtEl>
                                          <p:spTgt spid="1424"/>
                                        </p:tgtEl>
                                        <p:attrNameLst>
                                          <p:attrName>fill.type</p:attrName>
                                        </p:attrNameLst>
                                      </p:cBhvr>
                                      <p:to>
                                        <p:strVal val="solid"/>
                                      </p:to>
                                    </p:set>
                                    <p:set>
                                      <p:cBhvr>
                                        <p:cTn id="5491" dur="500" fill="hold"/>
                                        <p:tgtEl>
                                          <p:spTgt spid="1424"/>
                                        </p:tgtEl>
                                        <p:attrNameLst>
                                          <p:attrName>fill.on</p:attrName>
                                        </p:attrNameLst>
                                      </p:cBhvr>
                                      <p:to>
                                        <p:strVal val="true"/>
                                      </p:to>
                                    </p:set>
                                  </p:childTnLst>
                                </p:cTn>
                              </p:par>
                              <p:par>
                                <p:cTn id="5492" nodeType="withEffect" fill="hold" presetClass="exit" presetID="10">
                                  <p:stCondLst>
                                    <p:cond delay="0"/>
                                  </p:stCondLst>
                                  <p:childTnLst>
                                    <p:animEffect filter="fade" transition="out">
                                      <p:cBhvr additive="repl">
                                        <p:cTn id="5493" dur="500"/>
                                        <p:tgtEl>
                                          <p:spTgt spid="1414"/>
                                        </p:tgtEl>
                                      </p:cBhvr>
                                    </p:animEffect>
                                    <p:set>
                                      <p:cBhvr>
                                        <p:cTn id="5494" dur="1" fill="hold">
                                          <p:stCondLst>
                                            <p:cond delay="499"/>
                                          </p:stCondLst>
                                        </p:cTn>
                                        <p:tgtEl>
                                          <p:spTgt spid="1414"/>
                                        </p:tgtEl>
                                        <p:attrNameLst>
                                          <p:attrName>style.visibility</p:attrName>
                                        </p:attrNameLst>
                                      </p:cBhvr>
                                      <p:to>
                                        <p:strVal val="hidden"/>
                                      </p:to>
                                    </p:set>
                                  </p:childTnLst>
                                </p:cTn>
                              </p:par>
                              <p:par>
                                <p:cTn id="5495" nodeType="withEffect" fill="hold" presetClass="exit" presetID="10">
                                  <p:stCondLst>
                                    <p:cond delay="0"/>
                                  </p:stCondLst>
                                  <p:childTnLst>
                                    <p:animEffect filter="fade" transition="out">
                                      <p:cBhvr additive="repl">
                                        <p:cTn id="5496" dur="500"/>
                                        <p:tgtEl>
                                          <p:spTgt spid="1413"/>
                                        </p:tgtEl>
                                      </p:cBhvr>
                                    </p:animEffect>
                                    <p:set>
                                      <p:cBhvr>
                                        <p:cTn id="5497" dur="1" fill="hold">
                                          <p:stCondLst>
                                            <p:cond delay="499"/>
                                          </p:stCondLst>
                                        </p:cTn>
                                        <p:tgtEl>
                                          <p:spTgt spid="1413"/>
                                        </p:tgtEl>
                                        <p:attrNameLst>
                                          <p:attrName>style.visibility</p:attrName>
                                        </p:attrNameLst>
                                      </p:cBhvr>
                                      <p:to>
                                        <p:strVal val="hidden"/>
                                      </p:to>
                                    </p:set>
                                  </p:childTnLst>
                                </p:cTn>
                              </p:par>
                              <p:par>
                                <p:cTn id="5498" nodeType="withEffect" fill="hold" presetClass="exit" presetID="10">
                                  <p:stCondLst>
                                    <p:cond delay="0"/>
                                  </p:stCondLst>
                                  <p:childTnLst>
                                    <p:animEffect filter="fade" transition="out">
                                      <p:cBhvr additive="repl">
                                        <p:cTn id="5499" dur="500"/>
                                        <p:tgtEl>
                                          <p:spTgt spid="1422"/>
                                        </p:tgtEl>
                                      </p:cBhvr>
                                    </p:animEffect>
                                    <p:set>
                                      <p:cBhvr>
                                        <p:cTn id="5500" dur="1" fill="hold">
                                          <p:stCondLst>
                                            <p:cond delay="499"/>
                                          </p:stCondLst>
                                        </p:cTn>
                                        <p:tgtEl>
                                          <p:spTgt spid="1422"/>
                                        </p:tgtEl>
                                        <p:attrNameLst>
                                          <p:attrName>style.visibility</p:attrName>
                                        </p:attrNameLst>
                                      </p:cBhvr>
                                      <p:to>
                                        <p:strVal val="hidden"/>
                                      </p:to>
                                    </p:set>
                                  </p:childTnLst>
                                </p:cTn>
                              </p:par>
                              <p:par>
                                <p:cTn id="5501" nodeType="withEffect" fill="hold" presetClass="exit" presetID="10">
                                  <p:stCondLst>
                                    <p:cond delay="0"/>
                                  </p:stCondLst>
                                  <p:childTnLst>
                                    <p:animEffect filter="fade" transition="out">
                                      <p:cBhvr additive="repl">
                                        <p:cTn id="5502" dur="500"/>
                                        <p:tgtEl>
                                          <p:spTgt spid="1421"/>
                                        </p:tgtEl>
                                      </p:cBhvr>
                                    </p:animEffect>
                                    <p:set>
                                      <p:cBhvr>
                                        <p:cTn id="5503" dur="1" fill="hold">
                                          <p:stCondLst>
                                            <p:cond delay="499"/>
                                          </p:stCondLst>
                                        </p:cTn>
                                        <p:tgtEl>
                                          <p:spTgt spid="1421"/>
                                        </p:tgtEl>
                                        <p:attrNameLst>
                                          <p:attrName>style.visibility</p:attrName>
                                        </p:attrNameLst>
                                      </p:cBhvr>
                                      <p:to>
                                        <p:strVal val="hidden"/>
                                      </p:to>
                                    </p:set>
                                  </p:childTnLst>
                                </p:cTn>
                              </p:par>
                              <p:par>
                                <p:cTn id="5504" nodeType="withEffect" fill="hold" presetClass="exit" presetID="10">
                                  <p:stCondLst>
                                    <p:cond delay="0"/>
                                  </p:stCondLst>
                                  <p:childTnLst>
                                    <p:animEffect filter="fade" transition="out">
                                      <p:cBhvr additive="repl">
                                        <p:cTn id="5505" dur="500"/>
                                        <p:tgtEl>
                                          <p:spTgt spid="1426"/>
                                        </p:tgtEl>
                                      </p:cBhvr>
                                    </p:animEffect>
                                    <p:set>
                                      <p:cBhvr>
                                        <p:cTn id="5506" dur="1" fill="hold">
                                          <p:stCondLst>
                                            <p:cond delay="499"/>
                                          </p:stCondLst>
                                        </p:cTn>
                                        <p:tgtEl>
                                          <p:spTgt spid="1426"/>
                                        </p:tgtEl>
                                        <p:attrNameLst>
                                          <p:attrName>style.visibility</p:attrName>
                                        </p:attrNameLst>
                                      </p:cBhvr>
                                      <p:to>
                                        <p:strVal val="hidden"/>
                                      </p:to>
                                    </p:set>
                                  </p:childTnLst>
                                </p:cTn>
                              </p:par>
                              <p:par>
                                <p:cTn id="5507" nodeType="withEffect" fill="hold" presetClass="exit" presetID="10">
                                  <p:stCondLst>
                                    <p:cond delay="0"/>
                                  </p:stCondLst>
                                  <p:childTnLst>
                                    <p:animEffect filter="fade" transition="out">
                                      <p:cBhvr additive="repl">
                                        <p:cTn id="5508" dur="500"/>
                                        <p:tgtEl>
                                          <p:spTgt spid="1425"/>
                                        </p:tgtEl>
                                      </p:cBhvr>
                                    </p:animEffect>
                                    <p:set>
                                      <p:cBhvr>
                                        <p:cTn id="5509" dur="1" fill="hold">
                                          <p:stCondLst>
                                            <p:cond delay="499"/>
                                          </p:stCondLst>
                                        </p:cTn>
                                        <p:tgtEl>
                                          <p:spTgt spid="14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510" restart="whenNotActive" nodeType="interactiveSeq" fill="hold">
                <p:stCondLst>
                  <p:cond delay="0" evt="onClick">
                    <p:tgtEl>
                      <p:spTgt spid="1418"/>
                    </p:tgtEl>
                  </p:cond>
                </p:stCondLst>
                <p:childTnLst>
                  <p:par>
                    <p:cTn id="5511" fill="hold">
                      <p:stCondLst>
                        <p:cond delay="0" evt="onClick">
                          <p:tgtEl>
                            <p:spTgt spid="1418"/>
                          </p:tgtEl>
                        </p:cond>
                      </p:stCondLst>
                      <p:childTnLst>
                        <p:par>
                          <p:cTn id="5512" fill="hold">
                            <p:stCondLst>
                              <p:cond delay="0"/>
                            </p:stCondLst>
                            <p:childTnLst>
                              <p:par>
                                <p:cTn id="5513" nodeType="clickEffect" fill="hold" presetClass="exit" presetID="9">
                                  <p:stCondLst>
                                    <p:cond delay="0"/>
                                  </p:stCondLst>
                                  <p:childTnLst>
                                    <p:animEffect filter="dissolve" transition="out">
                                      <p:cBhvr additive="repl">
                                        <p:cTn id="5514" dur="500"/>
                                        <p:tgtEl>
                                          <p:spTgt spid="1418"/>
                                        </p:tgtEl>
                                      </p:cBhvr>
                                    </p:animEffect>
                                    <p:set>
                                      <p:cBhvr>
                                        <p:cTn id="5515" dur="1" fill="hold">
                                          <p:stCondLst>
                                            <p:cond delay="499"/>
                                          </p:stCondLst>
                                        </p:cTn>
                                        <p:tgtEl>
                                          <p:spTgt spid="1418"/>
                                        </p:tgtEl>
                                        <p:attrNameLst>
                                          <p:attrName>style.visibility</p:attrName>
                                        </p:attrNameLst>
                                      </p:cBhvr>
                                      <p:to>
                                        <p:strVal val="hidden"/>
                                      </p:to>
                                    </p:set>
                                  </p:childTnLst>
                                </p:cTn>
                              </p:par>
                              <p:par>
                                <p:cTn id="5516" nodeType="withEffect" fill="hold" presetClass="exit" presetID="9">
                                  <p:stCondLst>
                                    <p:cond delay="0"/>
                                  </p:stCondLst>
                                  <p:childTnLst>
                                    <p:animEffect filter="dissolve" transition="out">
                                      <p:cBhvr additive="repl">
                                        <p:cTn id="5517" dur="500"/>
                                        <p:tgtEl>
                                          <p:spTgt spid="1417"/>
                                        </p:tgtEl>
                                      </p:cBhvr>
                                    </p:animEffect>
                                    <p:set>
                                      <p:cBhvr>
                                        <p:cTn id="5518" dur="1" fill="hold">
                                          <p:stCondLst>
                                            <p:cond delay="499"/>
                                          </p:stCondLst>
                                        </p:cTn>
                                        <p:tgtEl>
                                          <p:spTgt spid="1417"/>
                                        </p:tgtEl>
                                        <p:attrNameLst>
                                          <p:attrName>style.visibility</p:attrName>
                                        </p:attrNameLst>
                                      </p:cBhvr>
                                      <p:to>
                                        <p:strVal val="hidden"/>
                                      </p:to>
                                    </p:set>
                                  </p:childTnLst>
                                </p:cTn>
                              </p:par>
                              <p:par>
                                <p:cTn id="5519" nodeType="withEffect" fill="hold" presetClass="emph" presetID="1" presetSubtype="2">
                                  <p:stCondLst>
                                    <p:cond delay="0"/>
                                  </p:stCondLst>
                                  <p:childTnLst>
                                    <p:animClr clrSpc="rgb">
                                      <p:cBhvr>
                                        <p:cTn id="5520" dur="500" fill="hold"/>
                                        <p:tgtEl>
                                          <p:spTgt spid="1416"/>
                                        </p:tgtEl>
                                        <p:attrNameLst>
                                          <p:attrName>fillcolor</p:attrName>
                                        </p:attrNameLst>
                                      </p:cBhvr>
                                      <p:to>
                                        <a:srgbClr val="95b3d7"/>
                                      </p:to>
                                    </p:animClr>
                                    <p:set>
                                      <p:cBhvr>
                                        <p:cTn id="5521" dur="500" fill="hold"/>
                                        <p:tgtEl>
                                          <p:spTgt spid="1416"/>
                                        </p:tgtEl>
                                        <p:attrNameLst>
                                          <p:attrName>fill.type</p:attrName>
                                        </p:attrNameLst>
                                      </p:cBhvr>
                                      <p:to>
                                        <p:strVal val="solid"/>
                                      </p:to>
                                    </p:set>
                                    <p:set>
                                      <p:cBhvr>
                                        <p:cTn id="5522" dur="500" fill="hold"/>
                                        <p:tgtEl>
                                          <p:spTgt spid="141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523" restart="whenNotActive" nodeType="interactiveSeq" fill="hold">
                <p:stCondLst>
                  <p:cond delay="0" evt="onClick">
                    <p:tgtEl>
                      <p:spTgt spid="1419"/>
                    </p:tgtEl>
                  </p:cond>
                </p:stCondLst>
                <p:childTnLst>
                  <p:par>
                    <p:cTn id="5524" fill="hold">
                      <p:stCondLst>
                        <p:cond delay="0" evt="onClick">
                          <p:tgtEl>
                            <p:spTgt spid="1419"/>
                          </p:tgtEl>
                        </p:cond>
                      </p:stCondLst>
                      <p:childTnLst>
                        <p:par>
                          <p:cTn id="5525" fill="hold">
                            <p:stCondLst>
                              <p:cond delay="0"/>
                            </p:stCondLst>
                            <p:childTnLst>
                              <p:par>
                                <p:cTn id="5526" nodeType="clickEffect" fill="hold" presetClass="entr" presetID="16" presetSubtype="21">
                                  <p:stCondLst>
                                    <p:cond delay="0"/>
                                  </p:stCondLst>
                                  <p:childTnLst>
                                    <p:set>
                                      <p:cBhvr>
                                        <p:cTn id="5527" dur="1" fill="hold">
                                          <p:stCondLst>
                                            <p:cond delay="0"/>
                                          </p:stCondLst>
                                        </p:cTn>
                                        <p:tgtEl>
                                          <p:spTgt spid="1422"/>
                                        </p:tgtEl>
                                        <p:attrNameLst>
                                          <p:attrName>style.visibility</p:attrName>
                                        </p:attrNameLst>
                                      </p:cBhvr>
                                      <p:to>
                                        <p:strVal val="visible"/>
                                      </p:to>
                                    </p:set>
                                    <p:animEffect filter="barn(inVertical)" transition="in">
                                      <p:cBhvr additive="repl">
                                        <p:cTn id="5528" dur="500"/>
                                        <p:tgtEl>
                                          <p:spTgt spid="1422"/>
                                        </p:tgtEl>
                                      </p:cBhvr>
                                    </p:animEffect>
                                  </p:childTnLst>
                                </p:cTn>
                              </p:par>
                              <p:par>
                                <p:cTn id="5529" nodeType="withEffect" fill="hold" presetClass="entr" presetID="16" presetSubtype="21">
                                  <p:stCondLst>
                                    <p:cond delay="0"/>
                                  </p:stCondLst>
                                  <p:childTnLst>
                                    <p:set>
                                      <p:cBhvr>
                                        <p:cTn id="5530" dur="1" fill="hold">
                                          <p:stCondLst>
                                            <p:cond delay="0"/>
                                          </p:stCondLst>
                                        </p:cTn>
                                        <p:tgtEl>
                                          <p:spTgt spid="1421"/>
                                        </p:tgtEl>
                                        <p:attrNameLst>
                                          <p:attrName>style.visibility</p:attrName>
                                        </p:attrNameLst>
                                      </p:cBhvr>
                                      <p:to>
                                        <p:strVal val="visible"/>
                                      </p:to>
                                    </p:set>
                                    <p:animEffect filter="barn(inVertical)" transition="in">
                                      <p:cBhvr additive="repl">
                                        <p:cTn id="5531" dur="500"/>
                                        <p:tgtEl>
                                          <p:spTgt spid="1421"/>
                                        </p:tgtEl>
                                      </p:cBhvr>
                                    </p:animEffect>
                                  </p:childTnLst>
                                </p:cTn>
                              </p:par>
                              <p:par>
                                <p:cTn id="5532" nodeType="withEffect" fill="hold" presetClass="emph" presetID="1" presetSubtype="2">
                                  <p:stCondLst>
                                    <p:cond delay="0"/>
                                  </p:stCondLst>
                                  <p:childTnLst>
                                    <p:animClr clrSpc="rgb">
                                      <p:cBhvr>
                                        <p:cTn id="5533" dur="500" fill="hold"/>
                                        <p:tgtEl>
                                          <p:spTgt spid="1420"/>
                                        </p:tgtEl>
                                        <p:attrNameLst>
                                          <p:attrName>fillcolor</p:attrName>
                                        </p:attrNameLst>
                                      </p:cBhvr>
                                      <p:to>
                                        <a:srgbClr val="8a80e4"/>
                                      </p:to>
                                    </p:animClr>
                                    <p:set>
                                      <p:cBhvr>
                                        <p:cTn id="5534" dur="500" fill="hold"/>
                                        <p:tgtEl>
                                          <p:spTgt spid="1420"/>
                                        </p:tgtEl>
                                        <p:attrNameLst>
                                          <p:attrName>fill.type</p:attrName>
                                        </p:attrNameLst>
                                      </p:cBhvr>
                                      <p:to>
                                        <p:strVal val="solid"/>
                                      </p:to>
                                    </p:set>
                                    <p:set>
                                      <p:cBhvr>
                                        <p:cTn id="5535" dur="500" fill="hold"/>
                                        <p:tgtEl>
                                          <p:spTgt spid="1420"/>
                                        </p:tgtEl>
                                        <p:attrNameLst>
                                          <p:attrName>fill.on</p:attrName>
                                        </p:attrNameLst>
                                      </p:cBhvr>
                                      <p:to>
                                        <p:strVal val="true"/>
                                      </p:to>
                                    </p:set>
                                  </p:childTnLst>
                                </p:cTn>
                              </p:par>
                              <p:par>
                                <p:cTn id="5536" nodeType="withEffect" fill="hold" presetClass="emph" presetID="1" presetSubtype="2">
                                  <p:stCondLst>
                                    <p:cond delay="0"/>
                                  </p:stCondLst>
                                  <p:childTnLst>
                                    <p:animClr clrSpc="rgb">
                                      <p:cBhvr>
                                        <p:cTn id="5537" dur="500" fill="hold"/>
                                        <p:tgtEl>
                                          <p:spTgt spid="1412"/>
                                        </p:tgtEl>
                                        <p:attrNameLst>
                                          <p:attrName>fillcolor</p:attrName>
                                        </p:attrNameLst>
                                      </p:cBhvr>
                                      <p:to>
                                        <a:srgbClr val="95b3d7"/>
                                      </p:to>
                                    </p:animClr>
                                    <p:set>
                                      <p:cBhvr>
                                        <p:cTn id="5538" dur="500" fill="hold"/>
                                        <p:tgtEl>
                                          <p:spTgt spid="1412"/>
                                        </p:tgtEl>
                                        <p:attrNameLst>
                                          <p:attrName>fill.type</p:attrName>
                                        </p:attrNameLst>
                                      </p:cBhvr>
                                      <p:to>
                                        <p:strVal val="solid"/>
                                      </p:to>
                                    </p:set>
                                    <p:set>
                                      <p:cBhvr>
                                        <p:cTn id="5539" dur="500" fill="hold"/>
                                        <p:tgtEl>
                                          <p:spTgt spid="1412"/>
                                        </p:tgtEl>
                                        <p:attrNameLst>
                                          <p:attrName>fill.on</p:attrName>
                                        </p:attrNameLst>
                                      </p:cBhvr>
                                      <p:to>
                                        <p:strVal val="true"/>
                                      </p:to>
                                    </p:set>
                                  </p:childTnLst>
                                </p:cTn>
                              </p:par>
                              <p:par>
                                <p:cTn id="5540" nodeType="withEffect" fill="hold" presetClass="emph" presetID="1" presetSubtype="2">
                                  <p:stCondLst>
                                    <p:cond delay="0"/>
                                  </p:stCondLst>
                                  <p:childTnLst>
                                    <p:animClr clrSpc="rgb">
                                      <p:cBhvr>
                                        <p:cTn id="5541" dur="500" fill="hold"/>
                                        <p:tgtEl>
                                          <p:spTgt spid="1416"/>
                                        </p:tgtEl>
                                        <p:attrNameLst>
                                          <p:attrName>fillcolor</p:attrName>
                                        </p:attrNameLst>
                                      </p:cBhvr>
                                      <p:to>
                                        <a:srgbClr val="95b3d7"/>
                                      </p:to>
                                    </p:animClr>
                                    <p:set>
                                      <p:cBhvr>
                                        <p:cTn id="5542" dur="500" fill="hold"/>
                                        <p:tgtEl>
                                          <p:spTgt spid="1416"/>
                                        </p:tgtEl>
                                        <p:attrNameLst>
                                          <p:attrName>fill.type</p:attrName>
                                        </p:attrNameLst>
                                      </p:cBhvr>
                                      <p:to>
                                        <p:strVal val="solid"/>
                                      </p:to>
                                    </p:set>
                                    <p:set>
                                      <p:cBhvr>
                                        <p:cTn id="5543" dur="500" fill="hold"/>
                                        <p:tgtEl>
                                          <p:spTgt spid="1416"/>
                                        </p:tgtEl>
                                        <p:attrNameLst>
                                          <p:attrName>fill.on</p:attrName>
                                        </p:attrNameLst>
                                      </p:cBhvr>
                                      <p:to>
                                        <p:strVal val="true"/>
                                      </p:to>
                                    </p:set>
                                  </p:childTnLst>
                                </p:cTn>
                              </p:par>
                              <p:par>
                                <p:cTn id="5544" nodeType="withEffect" fill="hold" presetClass="emph" presetID="1" presetSubtype="2">
                                  <p:stCondLst>
                                    <p:cond delay="0"/>
                                  </p:stCondLst>
                                  <p:childTnLst>
                                    <p:animClr clrSpc="rgb">
                                      <p:cBhvr>
                                        <p:cTn id="5545" dur="500" fill="hold"/>
                                        <p:tgtEl>
                                          <p:spTgt spid="1424"/>
                                        </p:tgtEl>
                                        <p:attrNameLst>
                                          <p:attrName>fillcolor</p:attrName>
                                        </p:attrNameLst>
                                      </p:cBhvr>
                                      <p:to>
                                        <a:srgbClr val="95b3d7"/>
                                      </p:to>
                                    </p:animClr>
                                    <p:set>
                                      <p:cBhvr>
                                        <p:cTn id="5546" dur="500" fill="hold"/>
                                        <p:tgtEl>
                                          <p:spTgt spid="1424"/>
                                        </p:tgtEl>
                                        <p:attrNameLst>
                                          <p:attrName>fill.type</p:attrName>
                                        </p:attrNameLst>
                                      </p:cBhvr>
                                      <p:to>
                                        <p:strVal val="solid"/>
                                      </p:to>
                                    </p:set>
                                    <p:set>
                                      <p:cBhvr>
                                        <p:cTn id="5547" dur="500" fill="hold"/>
                                        <p:tgtEl>
                                          <p:spTgt spid="1424"/>
                                        </p:tgtEl>
                                        <p:attrNameLst>
                                          <p:attrName>fill.on</p:attrName>
                                        </p:attrNameLst>
                                      </p:cBhvr>
                                      <p:to>
                                        <p:strVal val="true"/>
                                      </p:to>
                                    </p:set>
                                  </p:childTnLst>
                                </p:cTn>
                              </p:par>
                              <p:par>
                                <p:cTn id="5548" nodeType="withEffect" fill="hold" presetClass="exit" presetID="10">
                                  <p:stCondLst>
                                    <p:cond delay="0"/>
                                  </p:stCondLst>
                                  <p:childTnLst>
                                    <p:animEffect filter="fade" transition="out">
                                      <p:cBhvr additive="repl">
                                        <p:cTn id="5549" dur="500"/>
                                        <p:tgtEl>
                                          <p:spTgt spid="1414"/>
                                        </p:tgtEl>
                                      </p:cBhvr>
                                    </p:animEffect>
                                    <p:set>
                                      <p:cBhvr>
                                        <p:cTn id="5550" dur="1" fill="hold">
                                          <p:stCondLst>
                                            <p:cond delay="499"/>
                                          </p:stCondLst>
                                        </p:cTn>
                                        <p:tgtEl>
                                          <p:spTgt spid="1414"/>
                                        </p:tgtEl>
                                        <p:attrNameLst>
                                          <p:attrName>style.visibility</p:attrName>
                                        </p:attrNameLst>
                                      </p:cBhvr>
                                      <p:to>
                                        <p:strVal val="hidden"/>
                                      </p:to>
                                    </p:set>
                                  </p:childTnLst>
                                </p:cTn>
                              </p:par>
                              <p:par>
                                <p:cTn id="5551" nodeType="withEffect" fill="hold" presetClass="exit" presetID="10">
                                  <p:stCondLst>
                                    <p:cond delay="0"/>
                                  </p:stCondLst>
                                  <p:childTnLst>
                                    <p:animEffect filter="fade" transition="out">
                                      <p:cBhvr additive="repl">
                                        <p:cTn id="5552" dur="500"/>
                                        <p:tgtEl>
                                          <p:spTgt spid="1413"/>
                                        </p:tgtEl>
                                      </p:cBhvr>
                                    </p:animEffect>
                                    <p:set>
                                      <p:cBhvr>
                                        <p:cTn id="5553" dur="1" fill="hold">
                                          <p:stCondLst>
                                            <p:cond delay="499"/>
                                          </p:stCondLst>
                                        </p:cTn>
                                        <p:tgtEl>
                                          <p:spTgt spid="1413"/>
                                        </p:tgtEl>
                                        <p:attrNameLst>
                                          <p:attrName>style.visibility</p:attrName>
                                        </p:attrNameLst>
                                      </p:cBhvr>
                                      <p:to>
                                        <p:strVal val="hidden"/>
                                      </p:to>
                                    </p:set>
                                  </p:childTnLst>
                                </p:cTn>
                              </p:par>
                              <p:par>
                                <p:cTn id="5554" nodeType="withEffect" fill="hold" presetClass="exit" presetID="10">
                                  <p:stCondLst>
                                    <p:cond delay="0"/>
                                  </p:stCondLst>
                                  <p:childTnLst>
                                    <p:animEffect filter="fade" transition="out">
                                      <p:cBhvr additive="repl">
                                        <p:cTn id="5555" dur="500"/>
                                        <p:tgtEl>
                                          <p:spTgt spid="1418"/>
                                        </p:tgtEl>
                                      </p:cBhvr>
                                    </p:animEffect>
                                    <p:set>
                                      <p:cBhvr>
                                        <p:cTn id="5556" dur="1" fill="hold">
                                          <p:stCondLst>
                                            <p:cond delay="499"/>
                                          </p:stCondLst>
                                        </p:cTn>
                                        <p:tgtEl>
                                          <p:spTgt spid="1418"/>
                                        </p:tgtEl>
                                        <p:attrNameLst>
                                          <p:attrName>style.visibility</p:attrName>
                                        </p:attrNameLst>
                                      </p:cBhvr>
                                      <p:to>
                                        <p:strVal val="hidden"/>
                                      </p:to>
                                    </p:set>
                                  </p:childTnLst>
                                </p:cTn>
                              </p:par>
                              <p:par>
                                <p:cTn id="5557" nodeType="withEffect" fill="hold" presetClass="exit" presetID="10">
                                  <p:stCondLst>
                                    <p:cond delay="0"/>
                                  </p:stCondLst>
                                  <p:childTnLst>
                                    <p:animEffect filter="fade" transition="out">
                                      <p:cBhvr additive="repl">
                                        <p:cTn id="5558" dur="500"/>
                                        <p:tgtEl>
                                          <p:spTgt spid="1417"/>
                                        </p:tgtEl>
                                      </p:cBhvr>
                                    </p:animEffect>
                                    <p:set>
                                      <p:cBhvr>
                                        <p:cTn id="5559" dur="1" fill="hold">
                                          <p:stCondLst>
                                            <p:cond delay="499"/>
                                          </p:stCondLst>
                                        </p:cTn>
                                        <p:tgtEl>
                                          <p:spTgt spid="1417"/>
                                        </p:tgtEl>
                                        <p:attrNameLst>
                                          <p:attrName>style.visibility</p:attrName>
                                        </p:attrNameLst>
                                      </p:cBhvr>
                                      <p:to>
                                        <p:strVal val="hidden"/>
                                      </p:to>
                                    </p:set>
                                  </p:childTnLst>
                                </p:cTn>
                              </p:par>
                              <p:par>
                                <p:cTn id="5560" nodeType="withEffect" fill="hold" presetClass="exit" presetID="10">
                                  <p:stCondLst>
                                    <p:cond delay="0"/>
                                  </p:stCondLst>
                                  <p:childTnLst>
                                    <p:animEffect filter="fade" transition="out">
                                      <p:cBhvr additive="repl">
                                        <p:cTn id="5561" dur="500"/>
                                        <p:tgtEl>
                                          <p:spTgt spid="1426"/>
                                        </p:tgtEl>
                                      </p:cBhvr>
                                    </p:animEffect>
                                    <p:set>
                                      <p:cBhvr>
                                        <p:cTn id="5562" dur="1" fill="hold">
                                          <p:stCondLst>
                                            <p:cond delay="499"/>
                                          </p:stCondLst>
                                        </p:cTn>
                                        <p:tgtEl>
                                          <p:spTgt spid="1426"/>
                                        </p:tgtEl>
                                        <p:attrNameLst>
                                          <p:attrName>style.visibility</p:attrName>
                                        </p:attrNameLst>
                                      </p:cBhvr>
                                      <p:to>
                                        <p:strVal val="hidden"/>
                                      </p:to>
                                    </p:set>
                                  </p:childTnLst>
                                </p:cTn>
                              </p:par>
                              <p:par>
                                <p:cTn id="5563" nodeType="withEffect" fill="hold" presetClass="exit" presetID="10">
                                  <p:stCondLst>
                                    <p:cond delay="0"/>
                                  </p:stCondLst>
                                  <p:childTnLst>
                                    <p:animEffect filter="fade" transition="out">
                                      <p:cBhvr additive="repl">
                                        <p:cTn id="5564" dur="500"/>
                                        <p:tgtEl>
                                          <p:spTgt spid="1425"/>
                                        </p:tgtEl>
                                      </p:cBhvr>
                                    </p:animEffect>
                                    <p:set>
                                      <p:cBhvr>
                                        <p:cTn id="5565" dur="1" fill="hold">
                                          <p:stCondLst>
                                            <p:cond delay="499"/>
                                          </p:stCondLst>
                                        </p:cTn>
                                        <p:tgtEl>
                                          <p:spTgt spid="142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566" restart="whenNotActive" nodeType="interactiveSeq" fill="hold">
                <p:stCondLst>
                  <p:cond delay="0" evt="onClick">
                    <p:tgtEl>
                      <p:spTgt spid="1422"/>
                    </p:tgtEl>
                  </p:cond>
                </p:stCondLst>
                <p:childTnLst>
                  <p:par>
                    <p:cTn id="5567" fill="hold">
                      <p:stCondLst>
                        <p:cond delay="0" evt="onClick">
                          <p:tgtEl>
                            <p:spTgt spid="1422"/>
                          </p:tgtEl>
                        </p:cond>
                      </p:stCondLst>
                      <p:childTnLst>
                        <p:par>
                          <p:cTn id="5568" fill="hold">
                            <p:stCondLst>
                              <p:cond delay="0"/>
                            </p:stCondLst>
                            <p:childTnLst>
                              <p:par>
                                <p:cTn id="5569" nodeType="clickEffect" fill="hold" presetClass="exit" presetID="9">
                                  <p:stCondLst>
                                    <p:cond delay="0"/>
                                  </p:stCondLst>
                                  <p:childTnLst>
                                    <p:animEffect filter="dissolve" transition="out">
                                      <p:cBhvr additive="repl">
                                        <p:cTn id="5570" dur="500"/>
                                        <p:tgtEl>
                                          <p:spTgt spid="1422"/>
                                        </p:tgtEl>
                                      </p:cBhvr>
                                    </p:animEffect>
                                    <p:set>
                                      <p:cBhvr>
                                        <p:cTn id="5571" dur="1" fill="hold">
                                          <p:stCondLst>
                                            <p:cond delay="499"/>
                                          </p:stCondLst>
                                        </p:cTn>
                                        <p:tgtEl>
                                          <p:spTgt spid="1422"/>
                                        </p:tgtEl>
                                        <p:attrNameLst>
                                          <p:attrName>style.visibility</p:attrName>
                                        </p:attrNameLst>
                                      </p:cBhvr>
                                      <p:to>
                                        <p:strVal val="hidden"/>
                                      </p:to>
                                    </p:set>
                                  </p:childTnLst>
                                </p:cTn>
                              </p:par>
                              <p:par>
                                <p:cTn id="5572" nodeType="withEffect" fill="hold" presetClass="exit" presetID="9">
                                  <p:stCondLst>
                                    <p:cond delay="0"/>
                                  </p:stCondLst>
                                  <p:childTnLst>
                                    <p:animEffect filter="dissolve" transition="out">
                                      <p:cBhvr additive="repl">
                                        <p:cTn id="5573" dur="500"/>
                                        <p:tgtEl>
                                          <p:spTgt spid="1421"/>
                                        </p:tgtEl>
                                      </p:cBhvr>
                                    </p:animEffect>
                                    <p:set>
                                      <p:cBhvr>
                                        <p:cTn id="5574" dur="1" fill="hold">
                                          <p:stCondLst>
                                            <p:cond delay="499"/>
                                          </p:stCondLst>
                                        </p:cTn>
                                        <p:tgtEl>
                                          <p:spTgt spid="1421"/>
                                        </p:tgtEl>
                                        <p:attrNameLst>
                                          <p:attrName>style.visibility</p:attrName>
                                        </p:attrNameLst>
                                      </p:cBhvr>
                                      <p:to>
                                        <p:strVal val="hidden"/>
                                      </p:to>
                                    </p:set>
                                  </p:childTnLst>
                                </p:cTn>
                              </p:par>
                              <p:par>
                                <p:cTn id="5575" nodeType="withEffect" fill="hold" presetClass="emph" presetID="1" presetSubtype="2">
                                  <p:stCondLst>
                                    <p:cond delay="0"/>
                                  </p:stCondLst>
                                  <p:childTnLst>
                                    <p:animClr clrSpc="rgb">
                                      <p:cBhvr>
                                        <p:cTn id="5576" dur="500" fill="hold"/>
                                        <p:tgtEl>
                                          <p:spTgt spid="1420"/>
                                        </p:tgtEl>
                                        <p:attrNameLst>
                                          <p:attrName>fillcolor</p:attrName>
                                        </p:attrNameLst>
                                      </p:cBhvr>
                                      <p:to>
                                        <a:srgbClr val="95b3d7"/>
                                      </p:to>
                                    </p:animClr>
                                    <p:set>
                                      <p:cBhvr>
                                        <p:cTn id="5577" dur="500" fill="hold"/>
                                        <p:tgtEl>
                                          <p:spTgt spid="1420"/>
                                        </p:tgtEl>
                                        <p:attrNameLst>
                                          <p:attrName>fill.type</p:attrName>
                                        </p:attrNameLst>
                                      </p:cBhvr>
                                      <p:to>
                                        <p:strVal val="solid"/>
                                      </p:to>
                                    </p:set>
                                    <p:set>
                                      <p:cBhvr>
                                        <p:cTn id="5578" dur="500" fill="hold"/>
                                        <p:tgtEl>
                                          <p:spTgt spid="1420"/>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579" restart="whenNotActive" nodeType="interactiveSeq" fill="hold">
                <p:stCondLst>
                  <p:cond delay="0" evt="onClick">
                    <p:tgtEl>
                      <p:spTgt spid="1423"/>
                    </p:tgtEl>
                  </p:cond>
                </p:stCondLst>
                <p:childTnLst>
                  <p:par>
                    <p:cTn id="5580" fill="hold">
                      <p:stCondLst>
                        <p:cond delay="0" evt="onClick">
                          <p:tgtEl>
                            <p:spTgt spid="1423"/>
                          </p:tgtEl>
                        </p:cond>
                      </p:stCondLst>
                      <p:childTnLst>
                        <p:par>
                          <p:cTn id="5581" fill="hold">
                            <p:stCondLst>
                              <p:cond delay="0"/>
                            </p:stCondLst>
                            <p:childTnLst>
                              <p:par>
                                <p:cTn id="5582" nodeType="clickEffect" fill="hold" presetClass="entr" presetID="16" presetSubtype="21">
                                  <p:stCondLst>
                                    <p:cond delay="0"/>
                                  </p:stCondLst>
                                  <p:childTnLst>
                                    <p:set>
                                      <p:cBhvr>
                                        <p:cTn id="5583" dur="1" fill="hold">
                                          <p:stCondLst>
                                            <p:cond delay="0"/>
                                          </p:stCondLst>
                                        </p:cTn>
                                        <p:tgtEl>
                                          <p:spTgt spid="1426"/>
                                        </p:tgtEl>
                                        <p:attrNameLst>
                                          <p:attrName>style.visibility</p:attrName>
                                        </p:attrNameLst>
                                      </p:cBhvr>
                                      <p:to>
                                        <p:strVal val="visible"/>
                                      </p:to>
                                    </p:set>
                                    <p:animEffect filter="barn(inVertical)" transition="in">
                                      <p:cBhvr additive="repl">
                                        <p:cTn id="5584" dur="500"/>
                                        <p:tgtEl>
                                          <p:spTgt spid="1426"/>
                                        </p:tgtEl>
                                      </p:cBhvr>
                                    </p:animEffect>
                                  </p:childTnLst>
                                </p:cTn>
                              </p:par>
                              <p:par>
                                <p:cTn id="5585" nodeType="withEffect" fill="hold" presetClass="entr" presetID="16" presetSubtype="21">
                                  <p:stCondLst>
                                    <p:cond delay="0"/>
                                  </p:stCondLst>
                                  <p:childTnLst>
                                    <p:set>
                                      <p:cBhvr>
                                        <p:cTn id="5586" dur="1" fill="hold">
                                          <p:stCondLst>
                                            <p:cond delay="0"/>
                                          </p:stCondLst>
                                        </p:cTn>
                                        <p:tgtEl>
                                          <p:spTgt spid="1425"/>
                                        </p:tgtEl>
                                        <p:attrNameLst>
                                          <p:attrName>style.visibility</p:attrName>
                                        </p:attrNameLst>
                                      </p:cBhvr>
                                      <p:to>
                                        <p:strVal val="visible"/>
                                      </p:to>
                                    </p:set>
                                    <p:animEffect filter="barn(inVertical)" transition="in">
                                      <p:cBhvr additive="repl">
                                        <p:cTn id="5587" dur="500"/>
                                        <p:tgtEl>
                                          <p:spTgt spid="1425"/>
                                        </p:tgtEl>
                                      </p:cBhvr>
                                    </p:animEffect>
                                  </p:childTnLst>
                                </p:cTn>
                              </p:par>
                              <p:par>
                                <p:cTn id="5588" nodeType="withEffect" fill="hold" presetClass="emph" presetID="1" presetSubtype="2">
                                  <p:stCondLst>
                                    <p:cond delay="0"/>
                                  </p:stCondLst>
                                  <p:childTnLst>
                                    <p:animClr clrSpc="rgb">
                                      <p:cBhvr>
                                        <p:cTn id="5589" dur="500" fill="hold"/>
                                        <p:tgtEl>
                                          <p:spTgt spid="1424"/>
                                        </p:tgtEl>
                                        <p:attrNameLst>
                                          <p:attrName>fillcolor</p:attrName>
                                        </p:attrNameLst>
                                      </p:cBhvr>
                                      <p:to>
                                        <a:srgbClr val="8a80e4"/>
                                      </p:to>
                                    </p:animClr>
                                    <p:set>
                                      <p:cBhvr>
                                        <p:cTn id="5590" dur="500" fill="hold"/>
                                        <p:tgtEl>
                                          <p:spTgt spid="1424"/>
                                        </p:tgtEl>
                                        <p:attrNameLst>
                                          <p:attrName>fill.type</p:attrName>
                                        </p:attrNameLst>
                                      </p:cBhvr>
                                      <p:to>
                                        <p:strVal val="solid"/>
                                      </p:to>
                                    </p:set>
                                    <p:set>
                                      <p:cBhvr>
                                        <p:cTn id="5591" dur="500" fill="hold"/>
                                        <p:tgtEl>
                                          <p:spTgt spid="1424"/>
                                        </p:tgtEl>
                                        <p:attrNameLst>
                                          <p:attrName>fill.on</p:attrName>
                                        </p:attrNameLst>
                                      </p:cBhvr>
                                      <p:to>
                                        <p:strVal val="true"/>
                                      </p:to>
                                    </p:set>
                                  </p:childTnLst>
                                </p:cTn>
                              </p:par>
                              <p:par>
                                <p:cTn id="5592" nodeType="withEffect" fill="hold" presetClass="emph" presetID="1" presetSubtype="2">
                                  <p:stCondLst>
                                    <p:cond delay="0"/>
                                  </p:stCondLst>
                                  <p:childTnLst>
                                    <p:animClr clrSpc="rgb">
                                      <p:cBhvr>
                                        <p:cTn id="5593" dur="500" fill="hold"/>
                                        <p:tgtEl>
                                          <p:spTgt spid="1412"/>
                                        </p:tgtEl>
                                        <p:attrNameLst>
                                          <p:attrName>fillcolor</p:attrName>
                                        </p:attrNameLst>
                                      </p:cBhvr>
                                      <p:to>
                                        <a:srgbClr val="95b3d7"/>
                                      </p:to>
                                    </p:animClr>
                                    <p:set>
                                      <p:cBhvr>
                                        <p:cTn id="5594" dur="500" fill="hold"/>
                                        <p:tgtEl>
                                          <p:spTgt spid="1412"/>
                                        </p:tgtEl>
                                        <p:attrNameLst>
                                          <p:attrName>fill.type</p:attrName>
                                        </p:attrNameLst>
                                      </p:cBhvr>
                                      <p:to>
                                        <p:strVal val="solid"/>
                                      </p:to>
                                    </p:set>
                                    <p:set>
                                      <p:cBhvr>
                                        <p:cTn id="5595" dur="500" fill="hold"/>
                                        <p:tgtEl>
                                          <p:spTgt spid="1412"/>
                                        </p:tgtEl>
                                        <p:attrNameLst>
                                          <p:attrName>fill.on</p:attrName>
                                        </p:attrNameLst>
                                      </p:cBhvr>
                                      <p:to>
                                        <p:strVal val="true"/>
                                      </p:to>
                                    </p:set>
                                  </p:childTnLst>
                                </p:cTn>
                              </p:par>
                              <p:par>
                                <p:cTn id="5596" nodeType="withEffect" fill="hold" presetClass="emph" presetID="1" presetSubtype="2">
                                  <p:stCondLst>
                                    <p:cond delay="0"/>
                                  </p:stCondLst>
                                  <p:childTnLst>
                                    <p:animClr clrSpc="rgb">
                                      <p:cBhvr>
                                        <p:cTn id="5597" dur="500" fill="hold"/>
                                        <p:tgtEl>
                                          <p:spTgt spid="1416"/>
                                        </p:tgtEl>
                                        <p:attrNameLst>
                                          <p:attrName>fillcolor</p:attrName>
                                        </p:attrNameLst>
                                      </p:cBhvr>
                                      <p:to>
                                        <a:srgbClr val="95b3d7"/>
                                      </p:to>
                                    </p:animClr>
                                    <p:set>
                                      <p:cBhvr>
                                        <p:cTn id="5598" dur="500" fill="hold"/>
                                        <p:tgtEl>
                                          <p:spTgt spid="1416"/>
                                        </p:tgtEl>
                                        <p:attrNameLst>
                                          <p:attrName>fill.type</p:attrName>
                                        </p:attrNameLst>
                                      </p:cBhvr>
                                      <p:to>
                                        <p:strVal val="solid"/>
                                      </p:to>
                                    </p:set>
                                    <p:set>
                                      <p:cBhvr>
                                        <p:cTn id="5599" dur="500" fill="hold"/>
                                        <p:tgtEl>
                                          <p:spTgt spid="1416"/>
                                        </p:tgtEl>
                                        <p:attrNameLst>
                                          <p:attrName>fill.on</p:attrName>
                                        </p:attrNameLst>
                                      </p:cBhvr>
                                      <p:to>
                                        <p:strVal val="true"/>
                                      </p:to>
                                    </p:set>
                                  </p:childTnLst>
                                </p:cTn>
                              </p:par>
                              <p:par>
                                <p:cTn id="5600" nodeType="withEffect" fill="hold" presetClass="emph" presetID="1" presetSubtype="2">
                                  <p:stCondLst>
                                    <p:cond delay="0"/>
                                  </p:stCondLst>
                                  <p:childTnLst>
                                    <p:animClr clrSpc="rgb">
                                      <p:cBhvr>
                                        <p:cTn id="5601" dur="500" fill="hold"/>
                                        <p:tgtEl>
                                          <p:spTgt spid="1420"/>
                                        </p:tgtEl>
                                        <p:attrNameLst>
                                          <p:attrName>fillcolor</p:attrName>
                                        </p:attrNameLst>
                                      </p:cBhvr>
                                      <p:to>
                                        <a:srgbClr val="95b3d7"/>
                                      </p:to>
                                    </p:animClr>
                                    <p:set>
                                      <p:cBhvr>
                                        <p:cTn id="5602" dur="500" fill="hold"/>
                                        <p:tgtEl>
                                          <p:spTgt spid="1420"/>
                                        </p:tgtEl>
                                        <p:attrNameLst>
                                          <p:attrName>fill.type</p:attrName>
                                        </p:attrNameLst>
                                      </p:cBhvr>
                                      <p:to>
                                        <p:strVal val="solid"/>
                                      </p:to>
                                    </p:set>
                                    <p:set>
                                      <p:cBhvr>
                                        <p:cTn id="5603" dur="500" fill="hold"/>
                                        <p:tgtEl>
                                          <p:spTgt spid="1420"/>
                                        </p:tgtEl>
                                        <p:attrNameLst>
                                          <p:attrName>fill.on</p:attrName>
                                        </p:attrNameLst>
                                      </p:cBhvr>
                                      <p:to>
                                        <p:strVal val="true"/>
                                      </p:to>
                                    </p:set>
                                  </p:childTnLst>
                                </p:cTn>
                              </p:par>
                              <p:par>
                                <p:cTn id="5604" nodeType="withEffect" fill="hold" presetClass="exit" presetID="10">
                                  <p:stCondLst>
                                    <p:cond delay="0"/>
                                  </p:stCondLst>
                                  <p:childTnLst>
                                    <p:animEffect filter="fade" transition="out">
                                      <p:cBhvr additive="repl">
                                        <p:cTn id="5605" dur="500"/>
                                        <p:tgtEl>
                                          <p:spTgt spid="1414"/>
                                        </p:tgtEl>
                                      </p:cBhvr>
                                    </p:animEffect>
                                    <p:set>
                                      <p:cBhvr>
                                        <p:cTn id="5606" dur="1" fill="hold">
                                          <p:stCondLst>
                                            <p:cond delay="499"/>
                                          </p:stCondLst>
                                        </p:cTn>
                                        <p:tgtEl>
                                          <p:spTgt spid="1414"/>
                                        </p:tgtEl>
                                        <p:attrNameLst>
                                          <p:attrName>style.visibility</p:attrName>
                                        </p:attrNameLst>
                                      </p:cBhvr>
                                      <p:to>
                                        <p:strVal val="hidden"/>
                                      </p:to>
                                    </p:set>
                                  </p:childTnLst>
                                </p:cTn>
                              </p:par>
                              <p:par>
                                <p:cTn id="5607" nodeType="withEffect" fill="hold" presetClass="exit" presetID="10">
                                  <p:stCondLst>
                                    <p:cond delay="0"/>
                                  </p:stCondLst>
                                  <p:childTnLst>
                                    <p:animEffect filter="fade" transition="out">
                                      <p:cBhvr additive="repl">
                                        <p:cTn id="5608" dur="500"/>
                                        <p:tgtEl>
                                          <p:spTgt spid="1413"/>
                                        </p:tgtEl>
                                      </p:cBhvr>
                                    </p:animEffect>
                                    <p:set>
                                      <p:cBhvr>
                                        <p:cTn id="5609" dur="1" fill="hold">
                                          <p:stCondLst>
                                            <p:cond delay="499"/>
                                          </p:stCondLst>
                                        </p:cTn>
                                        <p:tgtEl>
                                          <p:spTgt spid="1413"/>
                                        </p:tgtEl>
                                        <p:attrNameLst>
                                          <p:attrName>style.visibility</p:attrName>
                                        </p:attrNameLst>
                                      </p:cBhvr>
                                      <p:to>
                                        <p:strVal val="hidden"/>
                                      </p:to>
                                    </p:set>
                                  </p:childTnLst>
                                </p:cTn>
                              </p:par>
                              <p:par>
                                <p:cTn id="5610" nodeType="withEffect" fill="hold" presetClass="exit" presetID="10">
                                  <p:stCondLst>
                                    <p:cond delay="0"/>
                                  </p:stCondLst>
                                  <p:childTnLst>
                                    <p:animEffect filter="fade" transition="out">
                                      <p:cBhvr additive="repl">
                                        <p:cTn id="5611" dur="500"/>
                                        <p:tgtEl>
                                          <p:spTgt spid="1418"/>
                                        </p:tgtEl>
                                      </p:cBhvr>
                                    </p:animEffect>
                                    <p:set>
                                      <p:cBhvr>
                                        <p:cTn id="5612" dur="1" fill="hold">
                                          <p:stCondLst>
                                            <p:cond delay="499"/>
                                          </p:stCondLst>
                                        </p:cTn>
                                        <p:tgtEl>
                                          <p:spTgt spid="1418"/>
                                        </p:tgtEl>
                                        <p:attrNameLst>
                                          <p:attrName>style.visibility</p:attrName>
                                        </p:attrNameLst>
                                      </p:cBhvr>
                                      <p:to>
                                        <p:strVal val="hidden"/>
                                      </p:to>
                                    </p:set>
                                  </p:childTnLst>
                                </p:cTn>
                              </p:par>
                              <p:par>
                                <p:cTn id="5613" nodeType="withEffect" fill="hold" presetClass="exit" presetID="10">
                                  <p:stCondLst>
                                    <p:cond delay="0"/>
                                  </p:stCondLst>
                                  <p:childTnLst>
                                    <p:animEffect filter="fade" transition="out">
                                      <p:cBhvr additive="repl">
                                        <p:cTn id="5614" dur="500"/>
                                        <p:tgtEl>
                                          <p:spTgt spid="1417"/>
                                        </p:tgtEl>
                                      </p:cBhvr>
                                    </p:animEffect>
                                    <p:set>
                                      <p:cBhvr>
                                        <p:cTn id="5615" dur="1" fill="hold">
                                          <p:stCondLst>
                                            <p:cond delay="499"/>
                                          </p:stCondLst>
                                        </p:cTn>
                                        <p:tgtEl>
                                          <p:spTgt spid="1417"/>
                                        </p:tgtEl>
                                        <p:attrNameLst>
                                          <p:attrName>style.visibility</p:attrName>
                                        </p:attrNameLst>
                                      </p:cBhvr>
                                      <p:to>
                                        <p:strVal val="hidden"/>
                                      </p:to>
                                    </p:set>
                                  </p:childTnLst>
                                </p:cTn>
                              </p:par>
                              <p:par>
                                <p:cTn id="5616" nodeType="withEffect" fill="hold" presetClass="exit" presetID="10">
                                  <p:stCondLst>
                                    <p:cond delay="0"/>
                                  </p:stCondLst>
                                  <p:childTnLst>
                                    <p:animEffect filter="fade" transition="out">
                                      <p:cBhvr additive="repl">
                                        <p:cTn id="5617" dur="500"/>
                                        <p:tgtEl>
                                          <p:spTgt spid="1422"/>
                                        </p:tgtEl>
                                      </p:cBhvr>
                                    </p:animEffect>
                                    <p:set>
                                      <p:cBhvr>
                                        <p:cTn id="5618" dur="1" fill="hold">
                                          <p:stCondLst>
                                            <p:cond delay="499"/>
                                          </p:stCondLst>
                                        </p:cTn>
                                        <p:tgtEl>
                                          <p:spTgt spid="1422"/>
                                        </p:tgtEl>
                                        <p:attrNameLst>
                                          <p:attrName>style.visibility</p:attrName>
                                        </p:attrNameLst>
                                      </p:cBhvr>
                                      <p:to>
                                        <p:strVal val="hidden"/>
                                      </p:to>
                                    </p:set>
                                  </p:childTnLst>
                                </p:cTn>
                              </p:par>
                              <p:par>
                                <p:cTn id="5619" nodeType="withEffect" fill="hold" presetClass="exit" presetID="10">
                                  <p:stCondLst>
                                    <p:cond delay="0"/>
                                  </p:stCondLst>
                                  <p:childTnLst>
                                    <p:animEffect filter="fade" transition="out">
                                      <p:cBhvr additive="repl">
                                        <p:cTn id="5620" dur="500"/>
                                        <p:tgtEl>
                                          <p:spTgt spid="1421"/>
                                        </p:tgtEl>
                                      </p:cBhvr>
                                    </p:animEffect>
                                    <p:set>
                                      <p:cBhvr>
                                        <p:cTn id="5621" dur="1" fill="hold">
                                          <p:stCondLst>
                                            <p:cond delay="499"/>
                                          </p:stCondLst>
                                        </p:cTn>
                                        <p:tgtEl>
                                          <p:spTgt spid="142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622" restart="whenNotActive" nodeType="interactiveSeq" fill="hold">
                <p:stCondLst>
                  <p:cond delay="0" evt="onClick">
                    <p:tgtEl>
                      <p:spTgt spid="1426"/>
                    </p:tgtEl>
                  </p:cond>
                </p:stCondLst>
                <p:childTnLst>
                  <p:par>
                    <p:cTn id="5623" fill="hold">
                      <p:stCondLst>
                        <p:cond delay="0" evt="onClick">
                          <p:tgtEl>
                            <p:spTgt spid="1426"/>
                          </p:tgtEl>
                        </p:cond>
                      </p:stCondLst>
                      <p:childTnLst>
                        <p:par>
                          <p:cTn id="5624" fill="hold">
                            <p:stCondLst>
                              <p:cond delay="0"/>
                            </p:stCondLst>
                            <p:childTnLst>
                              <p:par>
                                <p:cTn id="5625" nodeType="clickEffect" fill="hold" presetClass="exit" presetID="9">
                                  <p:stCondLst>
                                    <p:cond delay="0"/>
                                  </p:stCondLst>
                                  <p:childTnLst>
                                    <p:animEffect filter="dissolve" transition="out">
                                      <p:cBhvr additive="repl">
                                        <p:cTn id="5626" dur="500"/>
                                        <p:tgtEl>
                                          <p:spTgt spid="1426"/>
                                        </p:tgtEl>
                                      </p:cBhvr>
                                    </p:animEffect>
                                    <p:set>
                                      <p:cBhvr>
                                        <p:cTn id="5627" dur="1" fill="hold">
                                          <p:stCondLst>
                                            <p:cond delay="499"/>
                                          </p:stCondLst>
                                        </p:cTn>
                                        <p:tgtEl>
                                          <p:spTgt spid="1426"/>
                                        </p:tgtEl>
                                        <p:attrNameLst>
                                          <p:attrName>style.visibility</p:attrName>
                                        </p:attrNameLst>
                                      </p:cBhvr>
                                      <p:to>
                                        <p:strVal val="hidden"/>
                                      </p:to>
                                    </p:set>
                                  </p:childTnLst>
                                </p:cTn>
                              </p:par>
                              <p:par>
                                <p:cTn id="5628" nodeType="withEffect" fill="hold" presetClass="exit" presetID="9">
                                  <p:stCondLst>
                                    <p:cond delay="0"/>
                                  </p:stCondLst>
                                  <p:childTnLst>
                                    <p:animEffect filter="dissolve" transition="out">
                                      <p:cBhvr additive="repl">
                                        <p:cTn id="5629" dur="500"/>
                                        <p:tgtEl>
                                          <p:spTgt spid="1425"/>
                                        </p:tgtEl>
                                      </p:cBhvr>
                                    </p:animEffect>
                                    <p:set>
                                      <p:cBhvr>
                                        <p:cTn id="5630" dur="1" fill="hold">
                                          <p:stCondLst>
                                            <p:cond delay="499"/>
                                          </p:stCondLst>
                                        </p:cTn>
                                        <p:tgtEl>
                                          <p:spTgt spid="1425"/>
                                        </p:tgtEl>
                                        <p:attrNameLst>
                                          <p:attrName>style.visibility</p:attrName>
                                        </p:attrNameLst>
                                      </p:cBhvr>
                                      <p:to>
                                        <p:strVal val="hidden"/>
                                      </p:to>
                                    </p:set>
                                  </p:childTnLst>
                                </p:cTn>
                              </p:par>
                              <p:par>
                                <p:cTn id="5631" nodeType="withEffect" fill="hold" presetClass="emph" presetID="1" presetSubtype="2">
                                  <p:stCondLst>
                                    <p:cond delay="0"/>
                                  </p:stCondLst>
                                  <p:childTnLst>
                                    <p:animClr clrSpc="rgb">
                                      <p:cBhvr>
                                        <p:cTn id="5632" dur="500" fill="hold"/>
                                        <p:tgtEl>
                                          <p:spTgt spid="1424"/>
                                        </p:tgtEl>
                                        <p:attrNameLst>
                                          <p:attrName>fillcolor</p:attrName>
                                        </p:attrNameLst>
                                      </p:cBhvr>
                                      <p:to>
                                        <a:srgbClr val="95b3d7"/>
                                      </p:to>
                                    </p:animClr>
                                    <p:set>
                                      <p:cBhvr>
                                        <p:cTn id="5633" dur="500" fill="hold"/>
                                        <p:tgtEl>
                                          <p:spTgt spid="1424"/>
                                        </p:tgtEl>
                                        <p:attrNameLst>
                                          <p:attrName>fill.type</p:attrName>
                                        </p:attrNameLst>
                                      </p:cBhvr>
                                      <p:to>
                                        <p:strVal val="solid"/>
                                      </p:to>
                                    </p:set>
                                    <p:set>
                                      <p:cBhvr>
                                        <p:cTn id="5634" dur="500" fill="hold"/>
                                        <p:tgtEl>
                                          <p:spTgt spid="142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7"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428"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429"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0"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03</a:t>
            </a:r>
            <a:br>
              <a:rPr sz="4400"/>
            </a:br>
            <a:endParaRPr b="0" lang="pt-BR" sz="2800" spc="-1" strike="noStrike">
              <a:solidFill>
                <a:schemeClr val="dk1"/>
              </a:solidFill>
              <a:latin typeface="Arial"/>
            </a:endParaRPr>
          </a:p>
        </p:txBody>
      </p:sp>
      <p:sp>
        <p:nvSpPr>
          <p:cNvPr id="1431"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No  anemômetro tipo “F”, a manutenção preventiva do DETECTOR deverá ser realizada a cada</a:t>
            </a:r>
            <a:endParaRPr b="0" lang="pt-BR" sz="1600" spc="-1" strike="noStrike">
              <a:solidFill>
                <a:srgbClr val="000000"/>
              </a:solidFill>
              <a:latin typeface="Arial"/>
            </a:endParaRPr>
          </a:p>
        </p:txBody>
      </p:sp>
      <p:sp>
        <p:nvSpPr>
          <p:cNvPr id="1432"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433"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90 dias</a:t>
            </a:r>
            <a:endParaRPr b="0" lang="pt-BR" sz="1800" spc="-1" strike="noStrike">
              <a:solidFill>
                <a:srgbClr val="000000"/>
              </a:solidFill>
              <a:latin typeface="Arial"/>
            </a:endParaRPr>
          </a:p>
        </p:txBody>
      </p:sp>
      <p:sp>
        <p:nvSpPr>
          <p:cNvPr id="1434"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35"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36"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437"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60 dias </a:t>
            </a:r>
            <a:endParaRPr b="0" lang="pt-BR" sz="1800" spc="-1" strike="noStrike">
              <a:solidFill>
                <a:srgbClr val="000000"/>
              </a:solidFill>
              <a:latin typeface="Arial"/>
            </a:endParaRPr>
          </a:p>
        </p:txBody>
      </p:sp>
      <p:sp>
        <p:nvSpPr>
          <p:cNvPr id="1438"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39"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40"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441"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30 dias </a:t>
            </a:r>
            <a:endParaRPr b="0" lang="pt-BR" sz="1800" spc="-1" strike="noStrike">
              <a:solidFill>
                <a:srgbClr val="000000"/>
              </a:solidFill>
              <a:latin typeface="Arial"/>
            </a:endParaRPr>
          </a:p>
        </p:txBody>
      </p:sp>
      <p:sp>
        <p:nvSpPr>
          <p:cNvPr id="1442"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43"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44"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445"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15 dias</a:t>
            </a:r>
            <a:endParaRPr b="0" lang="pt-BR" sz="1800" spc="-1" strike="noStrike">
              <a:solidFill>
                <a:srgbClr val="000000"/>
              </a:solidFill>
              <a:latin typeface="Arial"/>
            </a:endParaRPr>
          </a:p>
        </p:txBody>
      </p:sp>
      <p:sp>
        <p:nvSpPr>
          <p:cNvPr id="1446"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47"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5635" dur="indefinite" restart="never" nodeType="tmRoot">
          <p:childTnLst>
            <p:seq>
              <p:cTn id="5636" dur="indefinite" nodeType="mainSeq">
                <p:childTnLst>
                  <p:par>
                    <p:cTn id="5637" fill="hold">
                      <p:stCondLst>
                        <p:cond delay="0"/>
                      </p:stCondLst>
                      <p:childTnLst>
                        <p:par>
                          <p:cTn id="5638" fill="hold">
                            <p:stCondLst>
                              <p:cond delay="0"/>
                            </p:stCondLst>
                            <p:childTnLst>
                              <p:par>
                                <p:cTn id="5639" nodeType="withEffect" fill="hold" presetClass="entr" presetID="10">
                                  <p:stCondLst>
                                    <p:cond delay="0"/>
                                  </p:stCondLst>
                                  <p:childTnLst>
                                    <p:set>
                                      <p:cBhvr>
                                        <p:cTn id="5640" dur="1" fill="hold">
                                          <p:stCondLst>
                                            <p:cond delay="0"/>
                                          </p:stCondLst>
                                        </p:cTn>
                                        <p:tgtEl>
                                          <p:spTgt spid="1433"/>
                                        </p:tgtEl>
                                        <p:attrNameLst>
                                          <p:attrName>style.visibility</p:attrName>
                                        </p:attrNameLst>
                                      </p:cBhvr>
                                      <p:to>
                                        <p:strVal val="visible"/>
                                      </p:to>
                                    </p:set>
                                    <p:animEffect filter="fade" transition="in">
                                      <p:cBhvr additive="repl">
                                        <p:cTn id="5641" dur="500"/>
                                        <p:tgtEl>
                                          <p:spTgt spid="1433"/>
                                        </p:tgtEl>
                                      </p:cBhvr>
                                    </p:animEffect>
                                  </p:childTnLst>
                                </p:cTn>
                              </p:par>
                              <p:par>
                                <p:cTn id="5642" nodeType="withEffect" fill="hold" presetClass="entr" presetID="10">
                                  <p:stCondLst>
                                    <p:cond delay="0"/>
                                  </p:stCondLst>
                                  <p:childTnLst>
                                    <p:set>
                                      <p:cBhvr>
                                        <p:cTn id="5643" dur="1" fill="hold">
                                          <p:stCondLst>
                                            <p:cond delay="0"/>
                                          </p:stCondLst>
                                        </p:cTn>
                                        <p:tgtEl>
                                          <p:spTgt spid="1432"/>
                                        </p:tgtEl>
                                        <p:attrNameLst>
                                          <p:attrName>style.visibility</p:attrName>
                                        </p:attrNameLst>
                                      </p:cBhvr>
                                      <p:to>
                                        <p:strVal val="visible"/>
                                      </p:to>
                                    </p:set>
                                    <p:animEffect filter="fade" transition="in">
                                      <p:cBhvr additive="repl">
                                        <p:cTn id="5644" dur="500"/>
                                        <p:tgtEl>
                                          <p:spTgt spid="1432"/>
                                        </p:tgtEl>
                                      </p:cBhvr>
                                    </p:animEffect>
                                  </p:childTnLst>
                                </p:cTn>
                              </p:par>
                              <p:par>
                                <p:cTn id="5645" nodeType="withEffect" fill="hold" presetClass="entr" presetID="10">
                                  <p:stCondLst>
                                    <p:cond delay="0"/>
                                  </p:stCondLst>
                                  <p:childTnLst>
                                    <p:set>
                                      <p:cBhvr>
                                        <p:cTn id="5646" dur="1" fill="hold">
                                          <p:stCondLst>
                                            <p:cond delay="0"/>
                                          </p:stCondLst>
                                        </p:cTn>
                                        <p:tgtEl>
                                          <p:spTgt spid="1436"/>
                                        </p:tgtEl>
                                        <p:attrNameLst>
                                          <p:attrName>style.visibility</p:attrName>
                                        </p:attrNameLst>
                                      </p:cBhvr>
                                      <p:to>
                                        <p:strVal val="visible"/>
                                      </p:to>
                                    </p:set>
                                    <p:animEffect filter="fade" transition="in">
                                      <p:cBhvr additive="repl">
                                        <p:cTn id="5647" dur="500"/>
                                        <p:tgtEl>
                                          <p:spTgt spid="1436"/>
                                        </p:tgtEl>
                                      </p:cBhvr>
                                    </p:animEffect>
                                  </p:childTnLst>
                                </p:cTn>
                              </p:par>
                              <p:par>
                                <p:cTn id="5648" nodeType="withEffect" fill="hold" presetClass="entr" presetID="10">
                                  <p:stCondLst>
                                    <p:cond delay="0"/>
                                  </p:stCondLst>
                                  <p:childTnLst>
                                    <p:set>
                                      <p:cBhvr>
                                        <p:cTn id="5649" dur="1" fill="hold">
                                          <p:stCondLst>
                                            <p:cond delay="0"/>
                                          </p:stCondLst>
                                        </p:cTn>
                                        <p:tgtEl>
                                          <p:spTgt spid="1437"/>
                                        </p:tgtEl>
                                        <p:attrNameLst>
                                          <p:attrName>style.visibility</p:attrName>
                                        </p:attrNameLst>
                                      </p:cBhvr>
                                      <p:to>
                                        <p:strVal val="visible"/>
                                      </p:to>
                                    </p:set>
                                    <p:animEffect filter="fade" transition="in">
                                      <p:cBhvr additive="repl">
                                        <p:cTn id="5650" dur="500"/>
                                        <p:tgtEl>
                                          <p:spTgt spid="1437"/>
                                        </p:tgtEl>
                                      </p:cBhvr>
                                    </p:animEffect>
                                  </p:childTnLst>
                                </p:cTn>
                              </p:par>
                              <p:par>
                                <p:cTn id="5651" nodeType="withEffect" fill="hold" presetClass="entr" presetID="10">
                                  <p:stCondLst>
                                    <p:cond delay="0"/>
                                  </p:stCondLst>
                                  <p:childTnLst>
                                    <p:set>
                                      <p:cBhvr>
                                        <p:cTn id="5652" dur="1" fill="hold">
                                          <p:stCondLst>
                                            <p:cond delay="0"/>
                                          </p:stCondLst>
                                        </p:cTn>
                                        <p:tgtEl>
                                          <p:spTgt spid="1440"/>
                                        </p:tgtEl>
                                        <p:attrNameLst>
                                          <p:attrName>style.visibility</p:attrName>
                                        </p:attrNameLst>
                                      </p:cBhvr>
                                      <p:to>
                                        <p:strVal val="visible"/>
                                      </p:to>
                                    </p:set>
                                    <p:animEffect filter="fade" transition="in">
                                      <p:cBhvr additive="repl">
                                        <p:cTn id="5653" dur="500"/>
                                        <p:tgtEl>
                                          <p:spTgt spid="1440"/>
                                        </p:tgtEl>
                                      </p:cBhvr>
                                    </p:animEffect>
                                  </p:childTnLst>
                                </p:cTn>
                              </p:par>
                              <p:par>
                                <p:cTn id="5654" nodeType="withEffect" fill="hold" presetClass="entr" presetID="10">
                                  <p:stCondLst>
                                    <p:cond delay="0"/>
                                  </p:stCondLst>
                                  <p:childTnLst>
                                    <p:set>
                                      <p:cBhvr>
                                        <p:cTn id="5655" dur="1" fill="hold">
                                          <p:stCondLst>
                                            <p:cond delay="0"/>
                                          </p:stCondLst>
                                        </p:cTn>
                                        <p:tgtEl>
                                          <p:spTgt spid="1441"/>
                                        </p:tgtEl>
                                        <p:attrNameLst>
                                          <p:attrName>style.visibility</p:attrName>
                                        </p:attrNameLst>
                                      </p:cBhvr>
                                      <p:to>
                                        <p:strVal val="visible"/>
                                      </p:to>
                                    </p:set>
                                    <p:animEffect filter="fade" transition="in">
                                      <p:cBhvr additive="repl">
                                        <p:cTn id="5656" dur="500"/>
                                        <p:tgtEl>
                                          <p:spTgt spid="1441"/>
                                        </p:tgtEl>
                                      </p:cBhvr>
                                    </p:animEffect>
                                  </p:childTnLst>
                                </p:cTn>
                              </p:par>
                              <p:par>
                                <p:cTn id="5657" nodeType="withEffect" fill="hold" presetClass="entr" presetID="10">
                                  <p:stCondLst>
                                    <p:cond delay="0"/>
                                  </p:stCondLst>
                                  <p:childTnLst>
                                    <p:set>
                                      <p:cBhvr>
                                        <p:cTn id="5658" dur="1" fill="hold">
                                          <p:stCondLst>
                                            <p:cond delay="0"/>
                                          </p:stCondLst>
                                        </p:cTn>
                                        <p:tgtEl>
                                          <p:spTgt spid="1444"/>
                                        </p:tgtEl>
                                        <p:attrNameLst>
                                          <p:attrName>style.visibility</p:attrName>
                                        </p:attrNameLst>
                                      </p:cBhvr>
                                      <p:to>
                                        <p:strVal val="visible"/>
                                      </p:to>
                                    </p:set>
                                    <p:animEffect filter="fade" transition="in">
                                      <p:cBhvr additive="repl">
                                        <p:cTn id="5659" dur="500"/>
                                        <p:tgtEl>
                                          <p:spTgt spid="1444"/>
                                        </p:tgtEl>
                                      </p:cBhvr>
                                    </p:animEffect>
                                  </p:childTnLst>
                                </p:cTn>
                              </p:par>
                              <p:par>
                                <p:cTn id="5660" nodeType="withEffect" fill="hold" presetClass="entr" presetID="10">
                                  <p:stCondLst>
                                    <p:cond delay="0"/>
                                  </p:stCondLst>
                                  <p:childTnLst>
                                    <p:set>
                                      <p:cBhvr>
                                        <p:cTn id="5661" dur="1" fill="hold">
                                          <p:stCondLst>
                                            <p:cond delay="0"/>
                                          </p:stCondLst>
                                        </p:cTn>
                                        <p:tgtEl>
                                          <p:spTgt spid="1445"/>
                                        </p:tgtEl>
                                        <p:attrNameLst>
                                          <p:attrName>style.visibility</p:attrName>
                                        </p:attrNameLst>
                                      </p:cBhvr>
                                      <p:to>
                                        <p:strVal val="visible"/>
                                      </p:to>
                                    </p:set>
                                    <p:animEffect filter="fade" transition="in">
                                      <p:cBhvr additive="repl">
                                        <p:cTn id="5662" dur="500"/>
                                        <p:tgtEl>
                                          <p:spTgt spid="1445"/>
                                        </p:tgtEl>
                                      </p:cBhvr>
                                    </p:animEffect>
                                  </p:childTnLst>
                                </p:cTn>
                              </p:par>
                              <p:par>
                                <p:cTn id="5663" nodeType="withEffect" fill="hold" presetClass="exit" presetID="1">
                                  <p:stCondLst>
                                    <p:cond delay="0"/>
                                  </p:stCondLst>
                                  <p:childTnLst>
                                    <p:set>
                                      <p:cBhvr>
                                        <p:cTn id="5664" dur="1" fill="hold">
                                          <p:stCondLst>
                                            <p:cond delay="0"/>
                                          </p:stCondLst>
                                        </p:cTn>
                                        <p:tgtEl>
                                          <p:spTgt spid="1435"/>
                                        </p:tgtEl>
                                        <p:attrNameLst>
                                          <p:attrName>style.visibility</p:attrName>
                                        </p:attrNameLst>
                                      </p:cBhvr>
                                      <p:to>
                                        <p:strVal val="hidden"/>
                                      </p:to>
                                    </p:set>
                                  </p:childTnLst>
                                </p:cTn>
                              </p:par>
                              <p:par>
                                <p:cTn id="5665" nodeType="withEffect" fill="hold" presetClass="exit" presetID="1">
                                  <p:stCondLst>
                                    <p:cond delay="0"/>
                                  </p:stCondLst>
                                  <p:childTnLst>
                                    <p:set>
                                      <p:cBhvr>
                                        <p:cTn id="5666" dur="1" fill="hold">
                                          <p:stCondLst>
                                            <p:cond delay="0"/>
                                          </p:stCondLst>
                                        </p:cTn>
                                        <p:tgtEl>
                                          <p:spTgt spid="1434"/>
                                        </p:tgtEl>
                                        <p:attrNameLst>
                                          <p:attrName>style.visibility</p:attrName>
                                        </p:attrNameLst>
                                      </p:cBhvr>
                                      <p:to>
                                        <p:strVal val="hidden"/>
                                      </p:to>
                                    </p:set>
                                  </p:childTnLst>
                                </p:cTn>
                              </p:par>
                              <p:par>
                                <p:cTn id="5667" nodeType="withEffect" fill="hold" presetClass="exit" presetID="1">
                                  <p:stCondLst>
                                    <p:cond delay="0"/>
                                  </p:stCondLst>
                                  <p:childTnLst>
                                    <p:set>
                                      <p:cBhvr>
                                        <p:cTn id="5668" dur="1" fill="hold">
                                          <p:stCondLst>
                                            <p:cond delay="0"/>
                                          </p:stCondLst>
                                        </p:cTn>
                                        <p:tgtEl>
                                          <p:spTgt spid="1439"/>
                                        </p:tgtEl>
                                        <p:attrNameLst>
                                          <p:attrName>style.visibility</p:attrName>
                                        </p:attrNameLst>
                                      </p:cBhvr>
                                      <p:to>
                                        <p:strVal val="hidden"/>
                                      </p:to>
                                    </p:set>
                                  </p:childTnLst>
                                </p:cTn>
                              </p:par>
                              <p:par>
                                <p:cTn id="5669" nodeType="withEffect" fill="hold" presetClass="exit" presetID="1">
                                  <p:stCondLst>
                                    <p:cond delay="0"/>
                                  </p:stCondLst>
                                  <p:childTnLst>
                                    <p:set>
                                      <p:cBhvr>
                                        <p:cTn id="5670" dur="1" fill="hold">
                                          <p:stCondLst>
                                            <p:cond delay="0"/>
                                          </p:stCondLst>
                                        </p:cTn>
                                        <p:tgtEl>
                                          <p:spTgt spid="1438"/>
                                        </p:tgtEl>
                                        <p:attrNameLst>
                                          <p:attrName>style.visibility</p:attrName>
                                        </p:attrNameLst>
                                      </p:cBhvr>
                                      <p:to>
                                        <p:strVal val="hidden"/>
                                      </p:to>
                                    </p:set>
                                  </p:childTnLst>
                                </p:cTn>
                              </p:par>
                              <p:par>
                                <p:cTn id="5671" nodeType="withEffect" fill="hold" presetClass="exit" presetID="1">
                                  <p:stCondLst>
                                    <p:cond delay="0"/>
                                  </p:stCondLst>
                                  <p:childTnLst>
                                    <p:set>
                                      <p:cBhvr>
                                        <p:cTn id="5672" dur="1" fill="hold">
                                          <p:stCondLst>
                                            <p:cond delay="0"/>
                                          </p:stCondLst>
                                        </p:cTn>
                                        <p:tgtEl>
                                          <p:spTgt spid="1443"/>
                                        </p:tgtEl>
                                        <p:attrNameLst>
                                          <p:attrName>style.visibility</p:attrName>
                                        </p:attrNameLst>
                                      </p:cBhvr>
                                      <p:to>
                                        <p:strVal val="hidden"/>
                                      </p:to>
                                    </p:set>
                                  </p:childTnLst>
                                </p:cTn>
                              </p:par>
                              <p:par>
                                <p:cTn id="5673" nodeType="withEffect" fill="hold" presetClass="exit" presetID="1">
                                  <p:stCondLst>
                                    <p:cond delay="0"/>
                                  </p:stCondLst>
                                  <p:childTnLst>
                                    <p:set>
                                      <p:cBhvr>
                                        <p:cTn id="5674" dur="1" fill="hold">
                                          <p:stCondLst>
                                            <p:cond delay="0"/>
                                          </p:stCondLst>
                                        </p:cTn>
                                        <p:tgtEl>
                                          <p:spTgt spid="1442"/>
                                        </p:tgtEl>
                                        <p:attrNameLst>
                                          <p:attrName>style.visibility</p:attrName>
                                        </p:attrNameLst>
                                      </p:cBhvr>
                                      <p:to>
                                        <p:strVal val="hidden"/>
                                      </p:to>
                                    </p:set>
                                  </p:childTnLst>
                                </p:cTn>
                              </p:par>
                              <p:par>
                                <p:cTn id="5675" nodeType="withEffect" fill="hold" presetClass="exit" presetID="1">
                                  <p:stCondLst>
                                    <p:cond delay="0"/>
                                  </p:stCondLst>
                                  <p:childTnLst>
                                    <p:set>
                                      <p:cBhvr>
                                        <p:cTn id="5676" dur="1" fill="hold">
                                          <p:stCondLst>
                                            <p:cond delay="0"/>
                                          </p:stCondLst>
                                        </p:cTn>
                                        <p:tgtEl>
                                          <p:spTgt spid="1447"/>
                                        </p:tgtEl>
                                        <p:attrNameLst>
                                          <p:attrName>style.visibility</p:attrName>
                                        </p:attrNameLst>
                                      </p:cBhvr>
                                      <p:to>
                                        <p:strVal val="hidden"/>
                                      </p:to>
                                    </p:set>
                                  </p:childTnLst>
                                </p:cTn>
                              </p:par>
                              <p:par>
                                <p:cTn id="5677" nodeType="withEffect" fill="hold" presetClass="exit" presetID="1">
                                  <p:stCondLst>
                                    <p:cond delay="0"/>
                                  </p:stCondLst>
                                  <p:childTnLst>
                                    <p:set>
                                      <p:cBhvr>
                                        <p:cTn id="5678" dur="1" fill="hold">
                                          <p:stCondLst>
                                            <p:cond delay="0"/>
                                          </p:stCondLst>
                                        </p:cTn>
                                        <p:tgtEl>
                                          <p:spTgt spid="14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679" restart="whenNotActive" nodeType="interactiveSeq" fill="hold">
                <p:stCondLst>
                  <p:cond delay="0" evt="onClick">
                    <p:tgtEl>
                      <p:spTgt spid="1432"/>
                    </p:tgtEl>
                  </p:cond>
                </p:stCondLst>
                <p:childTnLst>
                  <p:par>
                    <p:cTn id="5680" fill="hold">
                      <p:stCondLst>
                        <p:cond delay="0" evt="onClick">
                          <p:tgtEl>
                            <p:spTgt spid="1432"/>
                          </p:tgtEl>
                        </p:cond>
                      </p:stCondLst>
                      <p:childTnLst>
                        <p:par>
                          <p:cTn id="5681" fill="hold">
                            <p:stCondLst>
                              <p:cond delay="0"/>
                            </p:stCondLst>
                            <p:childTnLst>
                              <p:par>
                                <p:cTn id="5682" nodeType="clickEffect" fill="hold" presetClass="entr" presetID="16" presetSubtype="21">
                                  <p:stCondLst>
                                    <p:cond delay="0"/>
                                  </p:stCondLst>
                                  <p:childTnLst>
                                    <p:set>
                                      <p:cBhvr>
                                        <p:cTn id="5683" dur="1" fill="hold">
                                          <p:stCondLst>
                                            <p:cond delay="0"/>
                                          </p:stCondLst>
                                        </p:cTn>
                                        <p:tgtEl>
                                          <p:spTgt spid="1435"/>
                                        </p:tgtEl>
                                        <p:attrNameLst>
                                          <p:attrName>style.visibility</p:attrName>
                                        </p:attrNameLst>
                                      </p:cBhvr>
                                      <p:to>
                                        <p:strVal val="visible"/>
                                      </p:to>
                                    </p:set>
                                    <p:animEffect filter="barn(inVertical)" transition="in">
                                      <p:cBhvr additive="repl">
                                        <p:cTn id="5684" dur="500"/>
                                        <p:tgtEl>
                                          <p:spTgt spid="1435"/>
                                        </p:tgtEl>
                                      </p:cBhvr>
                                    </p:animEffect>
                                  </p:childTnLst>
                                </p:cTn>
                              </p:par>
                              <p:par>
                                <p:cTn id="5685" nodeType="withEffect" fill="hold" presetClass="entr" presetID="16" presetSubtype="21">
                                  <p:stCondLst>
                                    <p:cond delay="0"/>
                                  </p:stCondLst>
                                  <p:childTnLst>
                                    <p:set>
                                      <p:cBhvr>
                                        <p:cTn id="5686" dur="1" fill="hold">
                                          <p:stCondLst>
                                            <p:cond delay="0"/>
                                          </p:stCondLst>
                                        </p:cTn>
                                        <p:tgtEl>
                                          <p:spTgt spid="1434"/>
                                        </p:tgtEl>
                                        <p:attrNameLst>
                                          <p:attrName>style.visibility</p:attrName>
                                        </p:attrNameLst>
                                      </p:cBhvr>
                                      <p:to>
                                        <p:strVal val="visible"/>
                                      </p:to>
                                    </p:set>
                                    <p:animEffect filter="barn(inVertical)" transition="in">
                                      <p:cBhvr additive="repl">
                                        <p:cTn id="5687" dur="500"/>
                                        <p:tgtEl>
                                          <p:spTgt spid="1434"/>
                                        </p:tgtEl>
                                      </p:cBhvr>
                                    </p:animEffect>
                                  </p:childTnLst>
                                </p:cTn>
                              </p:par>
                              <p:par>
                                <p:cTn id="5688" nodeType="withEffect" fill="hold" presetClass="emph" presetID="1" presetSubtype="2">
                                  <p:stCondLst>
                                    <p:cond delay="0"/>
                                  </p:stCondLst>
                                  <p:childTnLst>
                                    <p:animClr clrSpc="rgb">
                                      <p:cBhvr>
                                        <p:cTn id="5689" dur="500" fill="hold"/>
                                        <p:tgtEl>
                                          <p:spTgt spid="1433"/>
                                        </p:tgtEl>
                                        <p:attrNameLst>
                                          <p:attrName>fillcolor</p:attrName>
                                        </p:attrNameLst>
                                      </p:cBhvr>
                                      <p:to>
                                        <a:srgbClr val="8a80e4"/>
                                      </p:to>
                                    </p:animClr>
                                    <p:set>
                                      <p:cBhvr>
                                        <p:cTn id="5690" dur="500" fill="hold"/>
                                        <p:tgtEl>
                                          <p:spTgt spid="1433"/>
                                        </p:tgtEl>
                                        <p:attrNameLst>
                                          <p:attrName>fill.type</p:attrName>
                                        </p:attrNameLst>
                                      </p:cBhvr>
                                      <p:to>
                                        <p:strVal val="solid"/>
                                      </p:to>
                                    </p:set>
                                    <p:set>
                                      <p:cBhvr>
                                        <p:cTn id="5691" dur="500" fill="hold"/>
                                        <p:tgtEl>
                                          <p:spTgt spid="1433"/>
                                        </p:tgtEl>
                                        <p:attrNameLst>
                                          <p:attrName>fill.on</p:attrName>
                                        </p:attrNameLst>
                                      </p:cBhvr>
                                      <p:to>
                                        <p:strVal val="true"/>
                                      </p:to>
                                    </p:set>
                                  </p:childTnLst>
                                </p:cTn>
                              </p:par>
                              <p:par>
                                <p:cTn id="5692" nodeType="withEffect" fill="hold" presetClass="emph" presetID="1" presetSubtype="2">
                                  <p:stCondLst>
                                    <p:cond delay="0"/>
                                  </p:stCondLst>
                                  <p:childTnLst>
                                    <p:animClr clrSpc="rgb">
                                      <p:cBhvr>
                                        <p:cTn id="5693" dur="500" fill="hold"/>
                                        <p:tgtEl>
                                          <p:spTgt spid="1437"/>
                                        </p:tgtEl>
                                        <p:attrNameLst>
                                          <p:attrName>fillcolor</p:attrName>
                                        </p:attrNameLst>
                                      </p:cBhvr>
                                      <p:to>
                                        <a:srgbClr val="95b3d7"/>
                                      </p:to>
                                    </p:animClr>
                                    <p:set>
                                      <p:cBhvr>
                                        <p:cTn id="5694" dur="500" fill="hold"/>
                                        <p:tgtEl>
                                          <p:spTgt spid="1437"/>
                                        </p:tgtEl>
                                        <p:attrNameLst>
                                          <p:attrName>fill.type</p:attrName>
                                        </p:attrNameLst>
                                      </p:cBhvr>
                                      <p:to>
                                        <p:strVal val="solid"/>
                                      </p:to>
                                    </p:set>
                                    <p:set>
                                      <p:cBhvr>
                                        <p:cTn id="5695" dur="500" fill="hold"/>
                                        <p:tgtEl>
                                          <p:spTgt spid="1437"/>
                                        </p:tgtEl>
                                        <p:attrNameLst>
                                          <p:attrName>fill.on</p:attrName>
                                        </p:attrNameLst>
                                      </p:cBhvr>
                                      <p:to>
                                        <p:strVal val="true"/>
                                      </p:to>
                                    </p:set>
                                  </p:childTnLst>
                                </p:cTn>
                              </p:par>
                              <p:par>
                                <p:cTn id="5696" nodeType="withEffect" fill="hold" presetClass="emph" presetID="1" presetSubtype="2">
                                  <p:stCondLst>
                                    <p:cond delay="0"/>
                                  </p:stCondLst>
                                  <p:childTnLst>
                                    <p:animClr clrSpc="rgb">
                                      <p:cBhvr>
                                        <p:cTn id="5697" dur="500" fill="hold"/>
                                        <p:tgtEl>
                                          <p:spTgt spid="1441"/>
                                        </p:tgtEl>
                                        <p:attrNameLst>
                                          <p:attrName>fillcolor</p:attrName>
                                        </p:attrNameLst>
                                      </p:cBhvr>
                                      <p:to>
                                        <a:srgbClr val="95b3d7"/>
                                      </p:to>
                                    </p:animClr>
                                    <p:set>
                                      <p:cBhvr>
                                        <p:cTn id="5698" dur="500" fill="hold"/>
                                        <p:tgtEl>
                                          <p:spTgt spid="1441"/>
                                        </p:tgtEl>
                                        <p:attrNameLst>
                                          <p:attrName>fill.type</p:attrName>
                                        </p:attrNameLst>
                                      </p:cBhvr>
                                      <p:to>
                                        <p:strVal val="solid"/>
                                      </p:to>
                                    </p:set>
                                    <p:set>
                                      <p:cBhvr>
                                        <p:cTn id="5699" dur="500" fill="hold"/>
                                        <p:tgtEl>
                                          <p:spTgt spid="1441"/>
                                        </p:tgtEl>
                                        <p:attrNameLst>
                                          <p:attrName>fill.on</p:attrName>
                                        </p:attrNameLst>
                                      </p:cBhvr>
                                      <p:to>
                                        <p:strVal val="true"/>
                                      </p:to>
                                    </p:set>
                                  </p:childTnLst>
                                </p:cTn>
                              </p:par>
                              <p:par>
                                <p:cTn id="5700" nodeType="withEffect" fill="hold" presetClass="emph" presetID="1" presetSubtype="2">
                                  <p:stCondLst>
                                    <p:cond delay="0"/>
                                  </p:stCondLst>
                                  <p:childTnLst>
                                    <p:animClr clrSpc="rgb">
                                      <p:cBhvr>
                                        <p:cTn id="5701" dur="500" fill="hold"/>
                                        <p:tgtEl>
                                          <p:spTgt spid="1445"/>
                                        </p:tgtEl>
                                        <p:attrNameLst>
                                          <p:attrName>fillcolor</p:attrName>
                                        </p:attrNameLst>
                                      </p:cBhvr>
                                      <p:to>
                                        <a:srgbClr val="95b3d7"/>
                                      </p:to>
                                    </p:animClr>
                                    <p:set>
                                      <p:cBhvr>
                                        <p:cTn id="5702" dur="500" fill="hold"/>
                                        <p:tgtEl>
                                          <p:spTgt spid="1445"/>
                                        </p:tgtEl>
                                        <p:attrNameLst>
                                          <p:attrName>fill.type</p:attrName>
                                        </p:attrNameLst>
                                      </p:cBhvr>
                                      <p:to>
                                        <p:strVal val="solid"/>
                                      </p:to>
                                    </p:set>
                                    <p:set>
                                      <p:cBhvr>
                                        <p:cTn id="5703" dur="500" fill="hold"/>
                                        <p:tgtEl>
                                          <p:spTgt spid="1445"/>
                                        </p:tgtEl>
                                        <p:attrNameLst>
                                          <p:attrName>fill.on</p:attrName>
                                        </p:attrNameLst>
                                      </p:cBhvr>
                                      <p:to>
                                        <p:strVal val="true"/>
                                      </p:to>
                                    </p:set>
                                  </p:childTnLst>
                                </p:cTn>
                              </p:par>
                              <p:par>
                                <p:cTn id="5704" nodeType="withEffect" fill="hold" presetClass="exit" presetID="10">
                                  <p:stCondLst>
                                    <p:cond delay="0"/>
                                  </p:stCondLst>
                                  <p:childTnLst>
                                    <p:animEffect filter="fade" transition="out">
                                      <p:cBhvr additive="repl">
                                        <p:cTn id="5705" dur="500"/>
                                        <p:tgtEl>
                                          <p:spTgt spid="1439"/>
                                        </p:tgtEl>
                                      </p:cBhvr>
                                    </p:animEffect>
                                    <p:set>
                                      <p:cBhvr>
                                        <p:cTn id="5706" dur="1" fill="hold">
                                          <p:stCondLst>
                                            <p:cond delay="499"/>
                                          </p:stCondLst>
                                        </p:cTn>
                                        <p:tgtEl>
                                          <p:spTgt spid="1439"/>
                                        </p:tgtEl>
                                        <p:attrNameLst>
                                          <p:attrName>style.visibility</p:attrName>
                                        </p:attrNameLst>
                                      </p:cBhvr>
                                      <p:to>
                                        <p:strVal val="hidden"/>
                                      </p:to>
                                    </p:set>
                                  </p:childTnLst>
                                </p:cTn>
                              </p:par>
                              <p:par>
                                <p:cTn id="5707" nodeType="withEffect" fill="hold" presetClass="exit" presetID="10">
                                  <p:stCondLst>
                                    <p:cond delay="0"/>
                                  </p:stCondLst>
                                  <p:childTnLst>
                                    <p:animEffect filter="fade" transition="out">
                                      <p:cBhvr additive="repl">
                                        <p:cTn id="5708" dur="500"/>
                                        <p:tgtEl>
                                          <p:spTgt spid="1438"/>
                                        </p:tgtEl>
                                      </p:cBhvr>
                                    </p:animEffect>
                                    <p:set>
                                      <p:cBhvr>
                                        <p:cTn id="5709" dur="1" fill="hold">
                                          <p:stCondLst>
                                            <p:cond delay="499"/>
                                          </p:stCondLst>
                                        </p:cTn>
                                        <p:tgtEl>
                                          <p:spTgt spid="1438"/>
                                        </p:tgtEl>
                                        <p:attrNameLst>
                                          <p:attrName>style.visibility</p:attrName>
                                        </p:attrNameLst>
                                      </p:cBhvr>
                                      <p:to>
                                        <p:strVal val="hidden"/>
                                      </p:to>
                                    </p:set>
                                  </p:childTnLst>
                                </p:cTn>
                              </p:par>
                              <p:par>
                                <p:cTn id="5710" nodeType="withEffect" fill="hold" presetClass="exit" presetID="10">
                                  <p:stCondLst>
                                    <p:cond delay="0"/>
                                  </p:stCondLst>
                                  <p:childTnLst>
                                    <p:animEffect filter="fade" transition="out">
                                      <p:cBhvr additive="repl">
                                        <p:cTn id="5711" dur="500"/>
                                        <p:tgtEl>
                                          <p:spTgt spid="1443"/>
                                        </p:tgtEl>
                                      </p:cBhvr>
                                    </p:animEffect>
                                    <p:set>
                                      <p:cBhvr>
                                        <p:cTn id="5712" dur="1" fill="hold">
                                          <p:stCondLst>
                                            <p:cond delay="499"/>
                                          </p:stCondLst>
                                        </p:cTn>
                                        <p:tgtEl>
                                          <p:spTgt spid="1443"/>
                                        </p:tgtEl>
                                        <p:attrNameLst>
                                          <p:attrName>style.visibility</p:attrName>
                                        </p:attrNameLst>
                                      </p:cBhvr>
                                      <p:to>
                                        <p:strVal val="hidden"/>
                                      </p:to>
                                    </p:set>
                                  </p:childTnLst>
                                </p:cTn>
                              </p:par>
                              <p:par>
                                <p:cTn id="5713" nodeType="withEffect" fill="hold" presetClass="exit" presetID="10">
                                  <p:stCondLst>
                                    <p:cond delay="0"/>
                                  </p:stCondLst>
                                  <p:childTnLst>
                                    <p:animEffect filter="fade" transition="out">
                                      <p:cBhvr additive="repl">
                                        <p:cTn id="5714" dur="500"/>
                                        <p:tgtEl>
                                          <p:spTgt spid="1442"/>
                                        </p:tgtEl>
                                      </p:cBhvr>
                                    </p:animEffect>
                                    <p:set>
                                      <p:cBhvr>
                                        <p:cTn id="5715" dur="1" fill="hold">
                                          <p:stCondLst>
                                            <p:cond delay="499"/>
                                          </p:stCondLst>
                                        </p:cTn>
                                        <p:tgtEl>
                                          <p:spTgt spid="1442"/>
                                        </p:tgtEl>
                                        <p:attrNameLst>
                                          <p:attrName>style.visibility</p:attrName>
                                        </p:attrNameLst>
                                      </p:cBhvr>
                                      <p:to>
                                        <p:strVal val="hidden"/>
                                      </p:to>
                                    </p:set>
                                  </p:childTnLst>
                                </p:cTn>
                              </p:par>
                              <p:par>
                                <p:cTn id="5716" nodeType="withEffect" fill="hold" presetClass="exit" presetID="10">
                                  <p:stCondLst>
                                    <p:cond delay="0"/>
                                  </p:stCondLst>
                                  <p:childTnLst>
                                    <p:animEffect filter="fade" transition="out">
                                      <p:cBhvr additive="repl">
                                        <p:cTn id="5717" dur="500"/>
                                        <p:tgtEl>
                                          <p:spTgt spid="1447"/>
                                        </p:tgtEl>
                                      </p:cBhvr>
                                    </p:animEffect>
                                    <p:set>
                                      <p:cBhvr>
                                        <p:cTn id="5718" dur="1" fill="hold">
                                          <p:stCondLst>
                                            <p:cond delay="499"/>
                                          </p:stCondLst>
                                        </p:cTn>
                                        <p:tgtEl>
                                          <p:spTgt spid="1447"/>
                                        </p:tgtEl>
                                        <p:attrNameLst>
                                          <p:attrName>style.visibility</p:attrName>
                                        </p:attrNameLst>
                                      </p:cBhvr>
                                      <p:to>
                                        <p:strVal val="hidden"/>
                                      </p:to>
                                    </p:set>
                                  </p:childTnLst>
                                </p:cTn>
                              </p:par>
                              <p:par>
                                <p:cTn id="5719" nodeType="withEffect" fill="hold" presetClass="exit" presetID="10">
                                  <p:stCondLst>
                                    <p:cond delay="0"/>
                                  </p:stCondLst>
                                  <p:childTnLst>
                                    <p:animEffect filter="fade" transition="out">
                                      <p:cBhvr additive="repl">
                                        <p:cTn id="5720" dur="500"/>
                                        <p:tgtEl>
                                          <p:spTgt spid="1446"/>
                                        </p:tgtEl>
                                      </p:cBhvr>
                                    </p:animEffect>
                                    <p:set>
                                      <p:cBhvr>
                                        <p:cTn id="5721" dur="1" fill="hold">
                                          <p:stCondLst>
                                            <p:cond delay="499"/>
                                          </p:stCondLst>
                                        </p:cTn>
                                        <p:tgtEl>
                                          <p:spTgt spid="14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722" restart="whenNotActive" nodeType="interactiveSeq" fill="hold">
                <p:stCondLst>
                  <p:cond delay="0" evt="onClick">
                    <p:tgtEl>
                      <p:spTgt spid="1435"/>
                    </p:tgtEl>
                  </p:cond>
                </p:stCondLst>
                <p:childTnLst>
                  <p:par>
                    <p:cTn id="5723" fill="hold">
                      <p:stCondLst>
                        <p:cond delay="0" evt="onClick">
                          <p:tgtEl>
                            <p:spTgt spid="1435"/>
                          </p:tgtEl>
                        </p:cond>
                      </p:stCondLst>
                      <p:childTnLst>
                        <p:par>
                          <p:cTn id="5724" fill="hold">
                            <p:stCondLst>
                              <p:cond delay="0"/>
                            </p:stCondLst>
                            <p:childTnLst>
                              <p:par>
                                <p:cTn id="5725" nodeType="clickEffect" fill="hold" presetClass="exit" presetID="9">
                                  <p:stCondLst>
                                    <p:cond delay="0"/>
                                  </p:stCondLst>
                                  <p:childTnLst>
                                    <p:animEffect filter="dissolve" transition="out">
                                      <p:cBhvr additive="repl">
                                        <p:cTn id="5726" dur="500"/>
                                        <p:tgtEl>
                                          <p:spTgt spid="1435"/>
                                        </p:tgtEl>
                                      </p:cBhvr>
                                    </p:animEffect>
                                    <p:set>
                                      <p:cBhvr>
                                        <p:cTn id="5727" dur="1" fill="hold">
                                          <p:stCondLst>
                                            <p:cond delay="499"/>
                                          </p:stCondLst>
                                        </p:cTn>
                                        <p:tgtEl>
                                          <p:spTgt spid="1435"/>
                                        </p:tgtEl>
                                        <p:attrNameLst>
                                          <p:attrName>style.visibility</p:attrName>
                                        </p:attrNameLst>
                                      </p:cBhvr>
                                      <p:to>
                                        <p:strVal val="hidden"/>
                                      </p:to>
                                    </p:set>
                                  </p:childTnLst>
                                </p:cTn>
                              </p:par>
                              <p:par>
                                <p:cTn id="5728" nodeType="withEffect" fill="hold" presetClass="exit" presetID="9">
                                  <p:stCondLst>
                                    <p:cond delay="0"/>
                                  </p:stCondLst>
                                  <p:childTnLst>
                                    <p:animEffect filter="dissolve" transition="out">
                                      <p:cBhvr additive="repl">
                                        <p:cTn id="5729" dur="500"/>
                                        <p:tgtEl>
                                          <p:spTgt spid="1434"/>
                                        </p:tgtEl>
                                      </p:cBhvr>
                                    </p:animEffect>
                                    <p:set>
                                      <p:cBhvr>
                                        <p:cTn id="5730" dur="1" fill="hold">
                                          <p:stCondLst>
                                            <p:cond delay="499"/>
                                          </p:stCondLst>
                                        </p:cTn>
                                        <p:tgtEl>
                                          <p:spTgt spid="1434"/>
                                        </p:tgtEl>
                                        <p:attrNameLst>
                                          <p:attrName>style.visibility</p:attrName>
                                        </p:attrNameLst>
                                      </p:cBhvr>
                                      <p:to>
                                        <p:strVal val="hidden"/>
                                      </p:to>
                                    </p:set>
                                  </p:childTnLst>
                                </p:cTn>
                              </p:par>
                              <p:par>
                                <p:cTn id="5731" nodeType="withEffect" fill="hold" presetClass="emph" presetID="1" presetSubtype="2">
                                  <p:stCondLst>
                                    <p:cond delay="0"/>
                                  </p:stCondLst>
                                  <p:childTnLst>
                                    <p:animClr clrSpc="rgb">
                                      <p:cBhvr>
                                        <p:cTn id="5732" dur="500" fill="hold"/>
                                        <p:tgtEl>
                                          <p:spTgt spid="1433"/>
                                        </p:tgtEl>
                                        <p:attrNameLst>
                                          <p:attrName>fillcolor</p:attrName>
                                        </p:attrNameLst>
                                      </p:cBhvr>
                                      <p:to>
                                        <a:srgbClr val="95b3d7"/>
                                      </p:to>
                                    </p:animClr>
                                    <p:set>
                                      <p:cBhvr>
                                        <p:cTn id="5733" dur="500" fill="hold"/>
                                        <p:tgtEl>
                                          <p:spTgt spid="1433"/>
                                        </p:tgtEl>
                                        <p:attrNameLst>
                                          <p:attrName>fill.type</p:attrName>
                                        </p:attrNameLst>
                                      </p:cBhvr>
                                      <p:to>
                                        <p:strVal val="solid"/>
                                      </p:to>
                                    </p:set>
                                    <p:set>
                                      <p:cBhvr>
                                        <p:cTn id="5734" dur="500" fill="hold"/>
                                        <p:tgtEl>
                                          <p:spTgt spid="143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735" restart="whenNotActive" nodeType="interactiveSeq" fill="hold">
                <p:stCondLst>
                  <p:cond delay="0" evt="onClick">
                    <p:tgtEl>
                      <p:spTgt spid="1436"/>
                    </p:tgtEl>
                  </p:cond>
                </p:stCondLst>
                <p:childTnLst>
                  <p:par>
                    <p:cTn id="5736" fill="hold">
                      <p:stCondLst>
                        <p:cond delay="0" evt="onClick">
                          <p:tgtEl>
                            <p:spTgt spid="1436"/>
                          </p:tgtEl>
                        </p:cond>
                      </p:stCondLst>
                      <p:childTnLst>
                        <p:par>
                          <p:cTn id="5737" fill="hold">
                            <p:stCondLst>
                              <p:cond delay="0"/>
                            </p:stCondLst>
                            <p:childTnLst>
                              <p:par>
                                <p:cTn id="5738" nodeType="clickEffect" fill="hold" presetClass="entr" presetID="16" presetSubtype="21">
                                  <p:stCondLst>
                                    <p:cond delay="0"/>
                                  </p:stCondLst>
                                  <p:childTnLst>
                                    <p:set>
                                      <p:cBhvr>
                                        <p:cTn id="5739" dur="1" fill="hold">
                                          <p:stCondLst>
                                            <p:cond delay="0"/>
                                          </p:stCondLst>
                                        </p:cTn>
                                        <p:tgtEl>
                                          <p:spTgt spid="1439"/>
                                        </p:tgtEl>
                                        <p:attrNameLst>
                                          <p:attrName>style.visibility</p:attrName>
                                        </p:attrNameLst>
                                      </p:cBhvr>
                                      <p:to>
                                        <p:strVal val="visible"/>
                                      </p:to>
                                    </p:set>
                                    <p:animEffect filter="barn(inVertical)" transition="in">
                                      <p:cBhvr additive="repl">
                                        <p:cTn id="5740" dur="500"/>
                                        <p:tgtEl>
                                          <p:spTgt spid="1439"/>
                                        </p:tgtEl>
                                      </p:cBhvr>
                                    </p:animEffect>
                                  </p:childTnLst>
                                </p:cTn>
                              </p:par>
                              <p:par>
                                <p:cTn id="5741" nodeType="withEffect" fill="hold" presetClass="entr" presetID="16" presetSubtype="21">
                                  <p:stCondLst>
                                    <p:cond delay="0"/>
                                  </p:stCondLst>
                                  <p:childTnLst>
                                    <p:set>
                                      <p:cBhvr>
                                        <p:cTn id="5742" dur="1" fill="hold">
                                          <p:stCondLst>
                                            <p:cond delay="0"/>
                                          </p:stCondLst>
                                        </p:cTn>
                                        <p:tgtEl>
                                          <p:spTgt spid="1438"/>
                                        </p:tgtEl>
                                        <p:attrNameLst>
                                          <p:attrName>style.visibility</p:attrName>
                                        </p:attrNameLst>
                                      </p:cBhvr>
                                      <p:to>
                                        <p:strVal val="visible"/>
                                      </p:to>
                                    </p:set>
                                    <p:animEffect filter="barn(inVertical)" transition="in">
                                      <p:cBhvr additive="repl">
                                        <p:cTn id="5743" dur="500"/>
                                        <p:tgtEl>
                                          <p:spTgt spid="1438"/>
                                        </p:tgtEl>
                                      </p:cBhvr>
                                    </p:animEffect>
                                  </p:childTnLst>
                                </p:cTn>
                              </p:par>
                              <p:par>
                                <p:cTn id="5744" nodeType="withEffect" fill="hold" presetClass="emph" presetID="1" presetSubtype="2">
                                  <p:stCondLst>
                                    <p:cond delay="0"/>
                                  </p:stCondLst>
                                  <p:childTnLst>
                                    <p:animClr clrSpc="rgb">
                                      <p:cBhvr>
                                        <p:cTn id="5745" dur="500" fill="hold"/>
                                        <p:tgtEl>
                                          <p:spTgt spid="1437"/>
                                        </p:tgtEl>
                                        <p:attrNameLst>
                                          <p:attrName>fillcolor</p:attrName>
                                        </p:attrNameLst>
                                      </p:cBhvr>
                                      <p:to>
                                        <a:srgbClr val="8a80e4"/>
                                      </p:to>
                                    </p:animClr>
                                    <p:set>
                                      <p:cBhvr>
                                        <p:cTn id="5746" dur="500" fill="hold"/>
                                        <p:tgtEl>
                                          <p:spTgt spid="1437"/>
                                        </p:tgtEl>
                                        <p:attrNameLst>
                                          <p:attrName>fill.type</p:attrName>
                                        </p:attrNameLst>
                                      </p:cBhvr>
                                      <p:to>
                                        <p:strVal val="solid"/>
                                      </p:to>
                                    </p:set>
                                    <p:set>
                                      <p:cBhvr>
                                        <p:cTn id="5747" dur="500" fill="hold"/>
                                        <p:tgtEl>
                                          <p:spTgt spid="1437"/>
                                        </p:tgtEl>
                                        <p:attrNameLst>
                                          <p:attrName>fill.on</p:attrName>
                                        </p:attrNameLst>
                                      </p:cBhvr>
                                      <p:to>
                                        <p:strVal val="true"/>
                                      </p:to>
                                    </p:set>
                                  </p:childTnLst>
                                </p:cTn>
                              </p:par>
                              <p:par>
                                <p:cTn id="5748" nodeType="withEffect" fill="hold" presetClass="emph" presetID="1" presetSubtype="2">
                                  <p:stCondLst>
                                    <p:cond delay="0"/>
                                  </p:stCondLst>
                                  <p:childTnLst>
                                    <p:animClr clrSpc="rgb">
                                      <p:cBhvr>
                                        <p:cTn id="5749" dur="500" fill="hold"/>
                                        <p:tgtEl>
                                          <p:spTgt spid="1433"/>
                                        </p:tgtEl>
                                        <p:attrNameLst>
                                          <p:attrName>fillcolor</p:attrName>
                                        </p:attrNameLst>
                                      </p:cBhvr>
                                      <p:to>
                                        <a:srgbClr val="95b3d7"/>
                                      </p:to>
                                    </p:animClr>
                                    <p:set>
                                      <p:cBhvr>
                                        <p:cTn id="5750" dur="500" fill="hold"/>
                                        <p:tgtEl>
                                          <p:spTgt spid="1433"/>
                                        </p:tgtEl>
                                        <p:attrNameLst>
                                          <p:attrName>fill.type</p:attrName>
                                        </p:attrNameLst>
                                      </p:cBhvr>
                                      <p:to>
                                        <p:strVal val="solid"/>
                                      </p:to>
                                    </p:set>
                                    <p:set>
                                      <p:cBhvr>
                                        <p:cTn id="5751" dur="500" fill="hold"/>
                                        <p:tgtEl>
                                          <p:spTgt spid="1433"/>
                                        </p:tgtEl>
                                        <p:attrNameLst>
                                          <p:attrName>fill.on</p:attrName>
                                        </p:attrNameLst>
                                      </p:cBhvr>
                                      <p:to>
                                        <p:strVal val="true"/>
                                      </p:to>
                                    </p:set>
                                  </p:childTnLst>
                                </p:cTn>
                              </p:par>
                              <p:par>
                                <p:cTn id="5752" nodeType="withEffect" fill="hold" presetClass="emph" presetID="1" presetSubtype="2">
                                  <p:stCondLst>
                                    <p:cond delay="0"/>
                                  </p:stCondLst>
                                  <p:childTnLst>
                                    <p:animClr clrSpc="rgb">
                                      <p:cBhvr>
                                        <p:cTn id="5753" dur="500" fill="hold"/>
                                        <p:tgtEl>
                                          <p:spTgt spid="1441"/>
                                        </p:tgtEl>
                                        <p:attrNameLst>
                                          <p:attrName>fillcolor</p:attrName>
                                        </p:attrNameLst>
                                      </p:cBhvr>
                                      <p:to>
                                        <a:srgbClr val="95b3d7"/>
                                      </p:to>
                                    </p:animClr>
                                    <p:set>
                                      <p:cBhvr>
                                        <p:cTn id="5754" dur="500" fill="hold"/>
                                        <p:tgtEl>
                                          <p:spTgt spid="1441"/>
                                        </p:tgtEl>
                                        <p:attrNameLst>
                                          <p:attrName>fill.type</p:attrName>
                                        </p:attrNameLst>
                                      </p:cBhvr>
                                      <p:to>
                                        <p:strVal val="solid"/>
                                      </p:to>
                                    </p:set>
                                    <p:set>
                                      <p:cBhvr>
                                        <p:cTn id="5755" dur="500" fill="hold"/>
                                        <p:tgtEl>
                                          <p:spTgt spid="1441"/>
                                        </p:tgtEl>
                                        <p:attrNameLst>
                                          <p:attrName>fill.on</p:attrName>
                                        </p:attrNameLst>
                                      </p:cBhvr>
                                      <p:to>
                                        <p:strVal val="true"/>
                                      </p:to>
                                    </p:set>
                                  </p:childTnLst>
                                </p:cTn>
                              </p:par>
                              <p:par>
                                <p:cTn id="5756" nodeType="withEffect" fill="hold" presetClass="emph" presetID="1" presetSubtype="2">
                                  <p:stCondLst>
                                    <p:cond delay="0"/>
                                  </p:stCondLst>
                                  <p:childTnLst>
                                    <p:animClr clrSpc="rgb">
                                      <p:cBhvr>
                                        <p:cTn id="5757" dur="500" fill="hold"/>
                                        <p:tgtEl>
                                          <p:spTgt spid="1445"/>
                                        </p:tgtEl>
                                        <p:attrNameLst>
                                          <p:attrName>fillcolor</p:attrName>
                                        </p:attrNameLst>
                                      </p:cBhvr>
                                      <p:to>
                                        <a:srgbClr val="95b3d7"/>
                                      </p:to>
                                    </p:animClr>
                                    <p:set>
                                      <p:cBhvr>
                                        <p:cTn id="5758" dur="500" fill="hold"/>
                                        <p:tgtEl>
                                          <p:spTgt spid="1445"/>
                                        </p:tgtEl>
                                        <p:attrNameLst>
                                          <p:attrName>fill.type</p:attrName>
                                        </p:attrNameLst>
                                      </p:cBhvr>
                                      <p:to>
                                        <p:strVal val="solid"/>
                                      </p:to>
                                    </p:set>
                                    <p:set>
                                      <p:cBhvr>
                                        <p:cTn id="5759" dur="500" fill="hold"/>
                                        <p:tgtEl>
                                          <p:spTgt spid="1445"/>
                                        </p:tgtEl>
                                        <p:attrNameLst>
                                          <p:attrName>fill.on</p:attrName>
                                        </p:attrNameLst>
                                      </p:cBhvr>
                                      <p:to>
                                        <p:strVal val="true"/>
                                      </p:to>
                                    </p:set>
                                  </p:childTnLst>
                                </p:cTn>
                              </p:par>
                              <p:par>
                                <p:cTn id="5760" nodeType="withEffect" fill="hold" presetClass="exit" presetID="10">
                                  <p:stCondLst>
                                    <p:cond delay="0"/>
                                  </p:stCondLst>
                                  <p:childTnLst>
                                    <p:animEffect filter="fade" transition="out">
                                      <p:cBhvr additive="repl">
                                        <p:cTn id="5761" dur="500"/>
                                        <p:tgtEl>
                                          <p:spTgt spid="1435"/>
                                        </p:tgtEl>
                                      </p:cBhvr>
                                    </p:animEffect>
                                    <p:set>
                                      <p:cBhvr>
                                        <p:cTn id="5762" dur="1" fill="hold">
                                          <p:stCondLst>
                                            <p:cond delay="499"/>
                                          </p:stCondLst>
                                        </p:cTn>
                                        <p:tgtEl>
                                          <p:spTgt spid="1435"/>
                                        </p:tgtEl>
                                        <p:attrNameLst>
                                          <p:attrName>style.visibility</p:attrName>
                                        </p:attrNameLst>
                                      </p:cBhvr>
                                      <p:to>
                                        <p:strVal val="hidden"/>
                                      </p:to>
                                    </p:set>
                                  </p:childTnLst>
                                </p:cTn>
                              </p:par>
                              <p:par>
                                <p:cTn id="5763" nodeType="withEffect" fill="hold" presetClass="exit" presetID="10">
                                  <p:stCondLst>
                                    <p:cond delay="0"/>
                                  </p:stCondLst>
                                  <p:childTnLst>
                                    <p:animEffect filter="fade" transition="out">
                                      <p:cBhvr additive="repl">
                                        <p:cTn id="5764" dur="500"/>
                                        <p:tgtEl>
                                          <p:spTgt spid="1434"/>
                                        </p:tgtEl>
                                      </p:cBhvr>
                                    </p:animEffect>
                                    <p:set>
                                      <p:cBhvr>
                                        <p:cTn id="5765" dur="1" fill="hold">
                                          <p:stCondLst>
                                            <p:cond delay="499"/>
                                          </p:stCondLst>
                                        </p:cTn>
                                        <p:tgtEl>
                                          <p:spTgt spid="1434"/>
                                        </p:tgtEl>
                                        <p:attrNameLst>
                                          <p:attrName>style.visibility</p:attrName>
                                        </p:attrNameLst>
                                      </p:cBhvr>
                                      <p:to>
                                        <p:strVal val="hidden"/>
                                      </p:to>
                                    </p:set>
                                  </p:childTnLst>
                                </p:cTn>
                              </p:par>
                              <p:par>
                                <p:cTn id="5766" nodeType="withEffect" fill="hold" presetClass="exit" presetID="10">
                                  <p:stCondLst>
                                    <p:cond delay="0"/>
                                  </p:stCondLst>
                                  <p:childTnLst>
                                    <p:animEffect filter="fade" transition="out">
                                      <p:cBhvr additive="repl">
                                        <p:cTn id="5767" dur="500"/>
                                        <p:tgtEl>
                                          <p:spTgt spid="1443"/>
                                        </p:tgtEl>
                                      </p:cBhvr>
                                    </p:animEffect>
                                    <p:set>
                                      <p:cBhvr>
                                        <p:cTn id="5768" dur="1" fill="hold">
                                          <p:stCondLst>
                                            <p:cond delay="499"/>
                                          </p:stCondLst>
                                        </p:cTn>
                                        <p:tgtEl>
                                          <p:spTgt spid="1443"/>
                                        </p:tgtEl>
                                        <p:attrNameLst>
                                          <p:attrName>style.visibility</p:attrName>
                                        </p:attrNameLst>
                                      </p:cBhvr>
                                      <p:to>
                                        <p:strVal val="hidden"/>
                                      </p:to>
                                    </p:set>
                                  </p:childTnLst>
                                </p:cTn>
                              </p:par>
                              <p:par>
                                <p:cTn id="5769" nodeType="withEffect" fill="hold" presetClass="exit" presetID="10">
                                  <p:stCondLst>
                                    <p:cond delay="0"/>
                                  </p:stCondLst>
                                  <p:childTnLst>
                                    <p:animEffect filter="fade" transition="out">
                                      <p:cBhvr additive="repl">
                                        <p:cTn id="5770" dur="500"/>
                                        <p:tgtEl>
                                          <p:spTgt spid="1442"/>
                                        </p:tgtEl>
                                      </p:cBhvr>
                                    </p:animEffect>
                                    <p:set>
                                      <p:cBhvr>
                                        <p:cTn id="5771" dur="1" fill="hold">
                                          <p:stCondLst>
                                            <p:cond delay="499"/>
                                          </p:stCondLst>
                                        </p:cTn>
                                        <p:tgtEl>
                                          <p:spTgt spid="1442"/>
                                        </p:tgtEl>
                                        <p:attrNameLst>
                                          <p:attrName>style.visibility</p:attrName>
                                        </p:attrNameLst>
                                      </p:cBhvr>
                                      <p:to>
                                        <p:strVal val="hidden"/>
                                      </p:to>
                                    </p:set>
                                  </p:childTnLst>
                                </p:cTn>
                              </p:par>
                              <p:par>
                                <p:cTn id="5772" nodeType="withEffect" fill="hold" presetClass="exit" presetID="10">
                                  <p:stCondLst>
                                    <p:cond delay="0"/>
                                  </p:stCondLst>
                                  <p:childTnLst>
                                    <p:animEffect filter="fade" transition="out">
                                      <p:cBhvr additive="repl">
                                        <p:cTn id="5773" dur="500"/>
                                        <p:tgtEl>
                                          <p:spTgt spid="1447"/>
                                        </p:tgtEl>
                                      </p:cBhvr>
                                    </p:animEffect>
                                    <p:set>
                                      <p:cBhvr>
                                        <p:cTn id="5774" dur="1" fill="hold">
                                          <p:stCondLst>
                                            <p:cond delay="499"/>
                                          </p:stCondLst>
                                        </p:cTn>
                                        <p:tgtEl>
                                          <p:spTgt spid="1447"/>
                                        </p:tgtEl>
                                        <p:attrNameLst>
                                          <p:attrName>style.visibility</p:attrName>
                                        </p:attrNameLst>
                                      </p:cBhvr>
                                      <p:to>
                                        <p:strVal val="hidden"/>
                                      </p:to>
                                    </p:set>
                                  </p:childTnLst>
                                </p:cTn>
                              </p:par>
                              <p:par>
                                <p:cTn id="5775" nodeType="withEffect" fill="hold" presetClass="exit" presetID="10">
                                  <p:stCondLst>
                                    <p:cond delay="0"/>
                                  </p:stCondLst>
                                  <p:childTnLst>
                                    <p:animEffect filter="fade" transition="out">
                                      <p:cBhvr additive="repl">
                                        <p:cTn id="5776" dur="500"/>
                                        <p:tgtEl>
                                          <p:spTgt spid="1446"/>
                                        </p:tgtEl>
                                      </p:cBhvr>
                                    </p:animEffect>
                                    <p:set>
                                      <p:cBhvr>
                                        <p:cTn id="5777" dur="1" fill="hold">
                                          <p:stCondLst>
                                            <p:cond delay="499"/>
                                          </p:stCondLst>
                                        </p:cTn>
                                        <p:tgtEl>
                                          <p:spTgt spid="14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778" restart="whenNotActive" nodeType="interactiveSeq" fill="hold">
                <p:stCondLst>
                  <p:cond delay="0" evt="onClick">
                    <p:tgtEl>
                      <p:spTgt spid="1439"/>
                    </p:tgtEl>
                  </p:cond>
                </p:stCondLst>
                <p:childTnLst>
                  <p:par>
                    <p:cTn id="5779" fill="hold">
                      <p:stCondLst>
                        <p:cond delay="0" evt="onClick">
                          <p:tgtEl>
                            <p:spTgt spid="1439"/>
                          </p:tgtEl>
                        </p:cond>
                      </p:stCondLst>
                      <p:childTnLst>
                        <p:par>
                          <p:cTn id="5780" fill="hold">
                            <p:stCondLst>
                              <p:cond delay="0"/>
                            </p:stCondLst>
                            <p:childTnLst>
                              <p:par>
                                <p:cTn id="5781" nodeType="clickEffect" fill="hold" presetClass="exit" presetID="9">
                                  <p:stCondLst>
                                    <p:cond delay="0"/>
                                  </p:stCondLst>
                                  <p:childTnLst>
                                    <p:animEffect filter="dissolve" transition="out">
                                      <p:cBhvr additive="repl">
                                        <p:cTn id="5782" dur="500"/>
                                        <p:tgtEl>
                                          <p:spTgt spid="1439"/>
                                        </p:tgtEl>
                                      </p:cBhvr>
                                    </p:animEffect>
                                    <p:set>
                                      <p:cBhvr>
                                        <p:cTn id="5783" dur="1" fill="hold">
                                          <p:stCondLst>
                                            <p:cond delay="499"/>
                                          </p:stCondLst>
                                        </p:cTn>
                                        <p:tgtEl>
                                          <p:spTgt spid="1439"/>
                                        </p:tgtEl>
                                        <p:attrNameLst>
                                          <p:attrName>style.visibility</p:attrName>
                                        </p:attrNameLst>
                                      </p:cBhvr>
                                      <p:to>
                                        <p:strVal val="hidden"/>
                                      </p:to>
                                    </p:set>
                                  </p:childTnLst>
                                </p:cTn>
                              </p:par>
                              <p:par>
                                <p:cTn id="5784" nodeType="withEffect" fill="hold" presetClass="exit" presetID="9">
                                  <p:stCondLst>
                                    <p:cond delay="0"/>
                                  </p:stCondLst>
                                  <p:childTnLst>
                                    <p:animEffect filter="dissolve" transition="out">
                                      <p:cBhvr additive="repl">
                                        <p:cTn id="5785" dur="500"/>
                                        <p:tgtEl>
                                          <p:spTgt spid="1438"/>
                                        </p:tgtEl>
                                      </p:cBhvr>
                                    </p:animEffect>
                                    <p:set>
                                      <p:cBhvr>
                                        <p:cTn id="5786" dur="1" fill="hold">
                                          <p:stCondLst>
                                            <p:cond delay="499"/>
                                          </p:stCondLst>
                                        </p:cTn>
                                        <p:tgtEl>
                                          <p:spTgt spid="1438"/>
                                        </p:tgtEl>
                                        <p:attrNameLst>
                                          <p:attrName>style.visibility</p:attrName>
                                        </p:attrNameLst>
                                      </p:cBhvr>
                                      <p:to>
                                        <p:strVal val="hidden"/>
                                      </p:to>
                                    </p:set>
                                  </p:childTnLst>
                                </p:cTn>
                              </p:par>
                              <p:par>
                                <p:cTn id="5787" nodeType="withEffect" fill="hold" presetClass="emph" presetID="1" presetSubtype="2">
                                  <p:stCondLst>
                                    <p:cond delay="0"/>
                                  </p:stCondLst>
                                  <p:childTnLst>
                                    <p:animClr clrSpc="rgb">
                                      <p:cBhvr>
                                        <p:cTn id="5788" dur="500" fill="hold"/>
                                        <p:tgtEl>
                                          <p:spTgt spid="1437"/>
                                        </p:tgtEl>
                                        <p:attrNameLst>
                                          <p:attrName>fillcolor</p:attrName>
                                        </p:attrNameLst>
                                      </p:cBhvr>
                                      <p:to>
                                        <a:srgbClr val="95b3d7"/>
                                      </p:to>
                                    </p:animClr>
                                    <p:set>
                                      <p:cBhvr>
                                        <p:cTn id="5789" dur="500" fill="hold"/>
                                        <p:tgtEl>
                                          <p:spTgt spid="1437"/>
                                        </p:tgtEl>
                                        <p:attrNameLst>
                                          <p:attrName>fill.type</p:attrName>
                                        </p:attrNameLst>
                                      </p:cBhvr>
                                      <p:to>
                                        <p:strVal val="solid"/>
                                      </p:to>
                                    </p:set>
                                    <p:set>
                                      <p:cBhvr>
                                        <p:cTn id="5790" dur="500" fill="hold"/>
                                        <p:tgtEl>
                                          <p:spTgt spid="143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791" restart="whenNotActive" nodeType="interactiveSeq" fill="hold">
                <p:stCondLst>
                  <p:cond delay="0" evt="onClick">
                    <p:tgtEl>
                      <p:spTgt spid="1440"/>
                    </p:tgtEl>
                  </p:cond>
                </p:stCondLst>
                <p:childTnLst>
                  <p:par>
                    <p:cTn id="5792" fill="hold">
                      <p:stCondLst>
                        <p:cond delay="0" evt="onClick">
                          <p:tgtEl>
                            <p:spTgt spid="1440"/>
                          </p:tgtEl>
                        </p:cond>
                      </p:stCondLst>
                      <p:childTnLst>
                        <p:par>
                          <p:cTn id="5793" fill="hold">
                            <p:stCondLst>
                              <p:cond delay="0"/>
                            </p:stCondLst>
                            <p:childTnLst>
                              <p:par>
                                <p:cTn id="5794" nodeType="clickEffect" fill="hold" presetClass="entr" presetID="16" presetSubtype="21">
                                  <p:stCondLst>
                                    <p:cond delay="0"/>
                                  </p:stCondLst>
                                  <p:childTnLst>
                                    <p:set>
                                      <p:cBhvr>
                                        <p:cTn id="5795" dur="1" fill="hold">
                                          <p:stCondLst>
                                            <p:cond delay="0"/>
                                          </p:stCondLst>
                                        </p:cTn>
                                        <p:tgtEl>
                                          <p:spTgt spid="1443"/>
                                        </p:tgtEl>
                                        <p:attrNameLst>
                                          <p:attrName>style.visibility</p:attrName>
                                        </p:attrNameLst>
                                      </p:cBhvr>
                                      <p:to>
                                        <p:strVal val="visible"/>
                                      </p:to>
                                    </p:set>
                                    <p:animEffect filter="barn(inVertical)" transition="in">
                                      <p:cBhvr additive="repl">
                                        <p:cTn id="5796" dur="500"/>
                                        <p:tgtEl>
                                          <p:spTgt spid="1443"/>
                                        </p:tgtEl>
                                      </p:cBhvr>
                                    </p:animEffect>
                                  </p:childTnLst>
                                </p:cTn>
                              </p:par>
                              <p:par>
                                <p:cTn id="5797" nodeType="withEffect" fill="hold" presetClass="entr" presetID="16" presetSubtype="21">
                                  <p:stCondLst>
                                    <p:cond delay="0"/>
                                  </p:stCondLst>
                                  <p:childTnLst>
                                    <p:set>
                                      <p:cBhvr>
                                        <p:cTn id="5798" dur="1" fill="hold">
                                          <p:stCondLst>
                                            <p:cond delay="0"/>
                                          </p:stCondLst>
                                        </p:cTn>
                                        <p:tgtEl>
                                          <p:spTgt spid="1442"/>
                                        </p:tgtEl>
                                        <p:attrNameLst>
                                          <p:attrName>style.visibility</p:attrName>
                                        </p:attrNameLst>
                                      </p:cBhvr>
                                      <p:to>
                                        <p:strVal val="visible"/>
                                      </p:to>
                                    </p:set>
                                    <p:animEffect filter="barn(inVertical)" transition="in">
                                      <p:cBhvr additive="repl">
                                        <p:cTn id="5799" dur="500"/>
                                        <p:tgtEl>
                                          <p:spTgt spid="1442"/>
                                        </p:tgtEl>
                                      </p:cBhvr>
                                    </p:animEffect>
                                  </p:childTnLst>
                                </p:cTn>
                              </p:par>
                              <p:par>
                                <p:cTn id="5800" nodeType="withEffect" fill="hold" presetClass="emph" presetID="1" presetSubtype="2">
                                  <p:stCondLst>
                                    <p:cond delay="0"/>
                                  </p:stCondLst>
                                  <p:childTnLst>
                                    <p:animClr clrSpc="rgb">
                                      <p:cBhvr>
                                        <p:cTn id="5801" dur="500" fill="hold"/>
                                        <p:tgtEl>
                                          <p:spTgt spid="1441"/>
                                        </p:tgtEl>
                                        <p:attrNameLst>
                                          <p:attrName>fillcolor</p:attrName>
                                        </p:attrNameLst>
                                      </p:cBhvr>
                                      <p:to>
                                        <a:srgbClr val="8a80e4"/>
                                      </p:to>
                                    </p:animClr>
                                    <p:set>
                                      <p:cBhvr>
                                        <p:cTn id="5802" dur="500" fill="hold"/>
                                        <p:tgtEl>
                                          <p:spTgt spid="1441"/>
                                        </p:tgtEl>
                                        <p:attrNameLst>
                                          <p:attrName>fill.type</p:attrName>
                                        </p:attrNameLst>
                                      </p:cBhvr>
                                      <p:to>
                                        <p:strVal val="solid"/>
                                      </p:to>
                                    </p:set>
                                    <p:set>
                                      <p:cBhvr>
                                        <p:cTn id="5803" dur="500" fill="hold"/>
                                        <p:tgtEl>
                                          <p:spTgt spid="1441"/>
                                        </p:tgtEl>
                                        <p:attrNameLst>
                                          <p:attrName>fill.on</p:attrName>
                                        </p:attrNameLst>
                                      </p:cBhvr>
                                      <p:to>
                                        <p:strVal val="true"/>
                                      </p:to>
                                    </p:set>
                                  </p:childTnLst>
                                </p:cTn>
                              </p:par>
                              <p:par>
                                <p:cTn id="5804" nodeType="withEffect" fill="hold" presetClass="emph" presetID="1" presetSubtype="2">
                                  <p:stCondLst>
                                    <p:cond delay="0"/>
                                  </p:stCondLst>
                                  <p:childTnLst>
                                    <p:animClr clrSpc="rgb">
                                      <p:cBhvr>
                                        <p:cTn id="5805" dur="500" fill="hold"/>
                                        <p:tgtEl>
                                          <p:spTgt spid="1433"/>
                                        </p:tgtEl>
                                        <p:attrNameLst>
                                          <p:attrName>fillcolor</p:attrName>
                                        </p:attrNameLst>
                                      </p:cBhvr>
                                      <p:to>
                                        <a:srgbClr val="95b3d7"/>
                                      </p:to>
                                    </p:animClr>
                                    <p:set>
                                      <p:cBhvr>
                                        <p:cTn id="5806" dur="500" fill="hold"/>
                                        <p:tgtEl>
                                          <p:spTgt spid="1433"/>
                                        </p:tgtEl>
                                        <p:attrNameLst>
                                          <p:attrName>fill.type</p:attrName>
                                        </p:attrNameLst>
                                      </p:cBhvr>
                                      <p:to>
                                        <p:strVal val="solid"/>
                                      </p:to>
                                    </p:set>
                                    <p:set>
                                      <p:cBhvr>
                                        <p:cTn id="5807" dur="500" fill="hold"/>
                                        <p:tgtEl>
                                          <p:spTgt spid="1433"/>
                                        </p:tgtEl>
                                        <p:attrNameLst>
                                          <p:attrName>fill.on</p:attrName>
                                        </p:attrNameLst>
                                      </p:cBhvr>
                                      <p:to>
                                        <p:strVal val="true"/>
                                      </p:to>
                                    </p:set>
                                  </p:childTnLst>
                                </p:cTn>
                              </p:par>
                              <p:par>
                                <p:cTn id="5808" nodeType="withEffect" fill="hold" presetClass="emph" presetID="1" presetSubtype="2">
                                  <p:stCondLst>
                                    <p:cond delay="0"/>
                                  </p:stCondLst>
                                  <p:childTnLst>
                                    <p:animClr clrSpc="rgb">
                                      <p:cBhvr>
                                        <p:cTn id="5809" dur="500" fill="hold"/>
                                        <p:tgtEl>
                                          <p:spTgt spid="1437"/>
                                        </p:tgtEl>
                                        <p:attrNameLst>
                                          <p:attrName>fillcolor</p:attrName>
                                        </p:attrNameLst>
                                      </p:cBhvr>
                                      <p:to>
                                        <a:srgbClr val="95b3d7"/>
                                      </p:to>
                                    </p:animClr>
                                    <p:set>
                                      <p:cBhvr>
                                        <p:cTn id="5810" dur="500" fill="hold"/>
                                        <p:tgtEl>
                                          <p:spTgt spid="1437"/>
                                        </p:tgtEl>
                                        <p:attrNameLst>
                                          <p:attrName>fill.type</p:attrName>
                                        </p:attrNameLst>
                                      </p:cBhvr>
                                      <p:to>
                                        <p:strVal val="solid"/>
                                      </p:to>
                                    </p:set>
                                    <p:set>
                                      <p:cBhvr>
                                        <p:cTn id="5811" dur="500" fill="hold"/>
                                        <p:tgtEl>
                                          <p:spTgt spid="1437"/>
                                        </p:tgtEl>
                                        <p:attrNameLst>
                                          <p:attrName>fill.on</p:attrName>
                                        </p:attrNameLst>
                                      </p:cBhvr>
                                      <p:to>
                                        <p:strVal val="true"/>
                                      </p:to>
                                    </p:set>
                                  </p:childTnLst>
                                </p:cTn>
                              </p:par>
                              <p:par>
                                <p:cTn id="5812" nodeType="withEffect" fill="hold" presetClass="emph" presetID="1" presetSubtype="2">
                                  <p:stCondLst>
                                    <p:cond delay="0"/>
                                  </p:stCondLst>
                                  <p:childTnLst>
                                    <p:animClr clrSpc="rgb">
                                      <p:cBhvr>
                                        <p:cTn id="5813" dur="500" fill="hold"/>
                                        <p:tgtEl>
                                          <p:spTgt spid="1445"/>
                                        </p:tgtEl>
                                        <p:attrNameLst>
                                          <p:attrName>fillcolor</p:attrName>
                                        </p:attrNameLst>
                                      </p:cBhvr>
                                      <p:to>
                                        <a:srgbClr val="95b3d7"/>
                                      </p:to>
                                    </p:animClr>
                                    <p:set>
                                      <p:cBhvr>
                                        <p:cTn id="5814" dur="500" fill="hold"/>
                                        <p:tgtEl>
                                          <p:spTgt spid="1445"/>
                                        </p:tgtEl>
                                        <p:attrNameLst>
                                          <p:attrName>fill.type</p:attrName>
                                        </p:attrNameLst>
                                      </p:cBhvr>
                                      <p:to>
                                        <p:strVal val="solid"/>
                                      </p:to>
                                    </p:set>
                                    <p:set>
                                      <p:cBhvr>
                                        <p:cTn id="5815" dur="500" fill="hold"/>
                                        <p:tgtEl>
                                          <p:spTgt spid="1445"/>
                                        </p:tgtEl>
                                        <p:attrNameLst>
                                          <p:attrName>fill.on</p:attrName>
                                        </p:attrNameLst>
                                      </p:cBhvr>
                                      <p:to>
                                        <p:strVal val="true"/>
                                      </p:to>
                                    </p:set>
                                  </p:childTnLst>
                                </p:cTn>
                              </p:par>
                              <p:par>
                                <p:cTn id="5816" nodeType="withEffect" fill="hold" presetClass="exit" presetID="10">
                                  <p:stCondLst>
                                    <p:cond delay="0"/>
                                  </p:stCondLst>
                                  <p:childTnLst>
                                    <p:animEffect filter="fade" transition="out">
                                      <p:cBhvr additive="repl">
                                        <p:cTn id="5817" dur="500"/>
                                        <p:tgtEl>
                                          <p:spTgt spid="1435"/>
                                        </p:tgtEl>
                                      </p:cBhvr>
                                    </p:animEffect>
                                    <p:set>
                                      <p:cBhvr>
                                        <p:cTn id="5818" dur="1" fill="hold">
                                          <p:stCondLst>
                                            <p:cond delay="499"/>
                                          </p:stCondLst>
                                        </p:cTn>
                                        <p:tgtEl>
                                          <p:spTgt spid="1435"/>
                                        </p:tgtEl>
                                        <p:attrNameLst>
                                          <p:attrName>style.visibility</p:attrName>
                                        </p:attrNameLst>
                                      </p:cBhvr>
                                      <p:to>
                                        <p:strVal val="hidden"/>
                                      </p:to>
                                    </p:set>
                                  </p:childTnLst>
                                </p:cTn>
                              </p:par>
                              <p:par>
                                <p:cTn id="5819" nodeType="withEffect" fill="hold" presetClass="exit" presetID="10">
                                  <p:stCondLst>
                                    <p:cond delay="0"/>
                                  </p:stCondLst>
                                  <p:childTnLst>
                                    <p:animEffect filter="fade" transition="out">
                                      <p:cBhvr additive="repl">
                                        <p:cTn id="5820" dur="500"/>
                                        <p:tgtEl>
                                          <p:spTgt spid="1434"/>
                                        </p:tgtEl>
                                      </p:cBhvr>
                                    </p:animEffect>
                                    <p:set>
                                      <p:cBhvr>
                                        <p:cTn id="5821" dur="1" fill="hold">
                                          <p:stCondLst>
                                            <p:cond delay="499"/>
                                          </p:stCondLst>
                                        </p:cTn>
                                        <p:tgtEl>
                                          <p:spTgt spid="1434"/>
                                        </p:tgtEl>
                                        <p:attrNameLst>
                                          <p:attrName>style.visibility</p:attrName>
                                        </p:attrNameLst>
                                      </p:cBhvr>
                                      <p:to>
                                        <p:strVal val="hidden"/>
                                      </p:to>
                                    </p:set>
                                  </p:childTnLst>
                                </p:cTn>
                              </p:par>
                              <p:par>
                                <p:cTn id="5822" nodeType="withEffect" fill="hold" presetClass="exit" presetID="10">
                                  <p:stCondLst>
                                    <p:cond delay="0"/>
                                  </p:stCondLst>
                                  <p:childTnLst>
                                    <p:animEffect filter="fade" transition="out">
                                      <p:cBhvr additive="repl">
                                        <p:cTn id="5823" dur="500"/>
                                        <p:tgtEl>
                                          <p:spTgt spid="1439"/>
                                        </p:tgtEl>
                                      </p:cBhvr>
                                    </p:animEffect>
                                    <p:set>
                                      <p:cBhvr>
                                        <p:cTn id="5824" dur="1" fill="hold">
                                          <p:stCondLst>
                                            <p:cond delay="499"/>
                                          </p:stCondLst>
                                        </p:cTn>
                                        <p:tgtEl>
                                          <p:spTgt spid="1439"/>
                                        </p:tgtEl>
                                        <p:attrNameLst>
                                          <p:attrName>style.visibility</p:attrName>
                                        </p:attrNameLst>
                                      </p:cBhvr>
                                      <p:to>
                                        <p:strVal val="hidden"/>
                                      </p:to>
                                    </p:set>
                                  </p:childTnLst>
                                </p:cTn>
                              </p:par>
                              <p:par>
                                <p:cTn id="5825" nodeType="withEffect" fill="hold" presetClass="exit" presetID="10">
                                  <p:stCondLst>
                                    <p:cond delay="0"/>
                                  </p:stCondLst>
                                  <p:childTnLst>
                                    <p:animEffect filter="fade" transition="out">
                                      <p:cBhvr additive="repl">
                                        <p:cTn id="5826" dur="500"/>
                                        <p:tgtEl>
                                          <p:spTgt spid="1438"/>
                                        </p:tgtEl>
                                      </p:cBhvr>
                                    </p:animEffect>
                                    <p:set>
                                      <p:cBhvr>
                                        <p:cTn id="5827" dur="1" fill="hold">
                                          <p:stCondLst>
                                            <p:cond delay="499"/>
                                          </p:stCondLst>
                                        </p:cTn>
                                        <p:tgtEl>
                                          <p:spTgt spid="1438"/>
                                        </p:tgtEl>
                                        <p:attrNameLst>
                                          <p:attrName>style.visibility</p:attrName>
                                        </p:attrNameLst>
                                      </p:cBhvr>
                                      <p:to>
                                        <p:strVal val="hidden"/>
                                      </p:to>
                                    </p:set>
                                  </p:childTnLst>
                                </p:cTn>
                              </p:par>
                              <p:par>
                                <p:cTn id="5828" nodeType="withEffect" fill="hold" presetClass="exit" presetID="10">
                                  <p:stCondLst>
                                    <p:cond delay="0"/>
                                  </p:stCondLst>
                                  <p:childTnLst>
                                    <p:animEffect filter="fade" transition="out">
                                      <p:cBhvr additive="repl">
                                        <p:cTn id="5829" dur="500"/>
                                        <p:tgtEl>
                                          <p:spTgt spid="1447"/>
                                        </p:tgtEl>
                                      </p:cBhvr>
                                    </p:animEffect>
                                    <p:set>
                                      <p:cBhvr>
                                        <p:cTn id="5830" dur="1" fill="hold">
                                          <p:stCondLst>
                                            <p:cond delay="499"/>
                                          </p:stCondLst>
                                        </p:cTn>
                                        <p:tgtEl>
                                          <p:spTgt spid="1447"/>
                                        </p:tgtEl>
                                        <p:attrNameLst>
                                          <p:attrName>style.visibility</p:attrName>
                                        </p:attrNameLst>
                                      </p:cBhvr>
                                      <p:to>
                                        <p:strVal val="hidden"/>
                                      </p:to>
                                    </p:set>
                                  </p:childTnLst>
                                </p:cTn>
                              </p:par>
                              <p:par>
                                <p:cTn id="5831" nodeType="withEffect" fill="hold" presetClass="exit" presetID="10">
                                  <p:stCondLst>
                                    <p:cond delay="0"/>
                                  </p:stCondLst>
                                  <p:childTnLst>
                                    <p:animEffect filter="fade" transition="out">
                                      <p:cBhvr additive="repl">
                                        <p:cTn id="5832" dur="500"/>
                                        <p:tgtEl>
                                          <p:spTgt spid="1446"/>
                                        </p:tgtEl>
                                      </p:cBhvr>
                                    </p:animEffect>
                                    <p:set>
                                      <p:cBhvr>
                                        <p:cTn id="5833" dur="1" fill="hold">
                                          <p:stCondLst>
                                            <p:cond delay="499"/>
                                          </p:stCondLst>
                                        </p:cTn>
                                        <p:tgtEl>
                                          <p:spTgt spid="144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834" restart="whenNotActive" nodeType="interactiveSeq" fill="hold">
                <p:stCondLst>
                  <p:cond delay="0" evt="onClick">
                    <p:tgtEl>
                      <p:spTgt spid="1443"/>
                    </p:tgtEl>
                  </p:cond>
                </p:stCondLst>
                <p:childTnLst>
                  <p:par>
                    <p:cTn id="5835" fill="hold">
                      <p:stCondLst>
                        <p:cond delay="0" evt="onClick">
                          <p:tgtEl>
                            <p:spTgt spid="1443"/>
                          </p:tgtEl>
                        </p:cond>
                      </p:stCondLst>
                      <p:childTnLst>
                        <p:par>
                          <p:cTn id="5836" fill="hold">
                            <p:stCondLst>
                              <p:cond delay="0"/>
                            </p:stCondLst>
                            <p:childTnLst>
                              <p:par>
                                <p:cTn id="5837" nodeType="clickEffect" fill="hold" presetClass="exit" presetID="9">
                                  <p:stCondLst>
                                    <p:cond delay="0"/>
                                  </p:stCondLst>
                                  <p:childTnLst>
                                    <p:animEffect filter="dissolve" transition="out">
                                      <p:cBhvr additive="repl">
                                        <p:cTn id="5838" dur="500"/>
                                        <p:tgtEl>
                                          <p:spTgt spid="1443"/>
                                        </p:tgtEl>
                                      </p:cBhvr>
                                    </p:animEffect>
                                    <p:set>
                                      <p:cBhvr>
                                        <p:cTn id="5839" dur="1" fill="hold">
                                          <p:stCondLst>
                                            <p:cond delay="499"/>
                                          </p:stCondLst>
                                        </p:cTn>
                                        <p:tgtEl>
                                          <p:spTgt spid="1443"/>
                                        </p:tgtEl>
                                        <p:attrNameLst>
                                          <p:attrName>style.visibility</p:attrName>
                                        </p:attrNameLst>
                                      </p:cBhvr>
                                      <p:to>
                                        <p:strVal val="hidden"/>
                                      </p:to>
                                    </p:set>
                                  </p:childTnLst>
                                </p:cTn>
                              </p:par>
                              <p:par>
                                <p:cTn id="5840" nodeType="withEffect" fill="hold" presetClass="exit" presetID="9">
                                  <p:stCondLst>
                                    <p:cond delay="0"/>
                                  </p:stCondLst>
                                  <p:childTnLst>
                                    <p:animEffect filter="dissolve" transition="out">
                                      <p:cBhvr additive="repl">
                                        <p:cTn id="5841" dur="500"/>
                                        <p:tgtEl>
                                          <p:spTgt spid="1442"/>
                                        </p:tgtEl>
                                      </p:cBhvr>
                                    </p:animEffect>
                                    <p:set>
                                      <p:cBhvr>
                                        <p:cTn id="5842" dur="1" fill="hold">
                                          <p:stCondLst>
                                            <p:cond delay="499"/>
                                          </p:stCondLst>
                                        </p:cTn>
                                        <p:tgtEl>
                                          <p:spTgt spid="1442"/>
                                        </p:tgtEl>
                                        <p:attrNameLst>
                                          <p:attrName>style.visibility</p:attrName>
                                        </p:attrNameLst>
                                      </p:cBhvr>
                                      <p:to>
                                        <p:strVal val="hidden"/>
                                      </p:to>
                                    </p:set>
                                  </p:childTnLst>
                                </p:cTn>
                              </p:par>
                              <p:par>
                                <p:cTn id="5843" nodeType="withEffect" fill="hold" presetClass="emph" presetID="1" presetSubtype="2">
                                  <p:stCondLst>
                                    <p:cond delay="0"/>
                                  </p:stCondLst>
                                  <p:childTnLst>
                                    <p:animClr clrSpc="rgb">
                                      <p:cBhvr>
                                        <p:cTn id="5844" dur="500" fill="hold"/>
                                        <p:tgtEl>
                                          <p:spTgt spid="1441"/>
                                        </p:tgtEl>
                                        <p:attrNameLst>
                                          <p:attrName>fillcolor</p:attrName>
                                        </p:attrNameLst>
                                      </p:cBhvr>
                                      <p:to>
                                        <a:srgbClr val="95b3d7"/>
                                      </p:to>
                                    </p:animClr>
                                    <p:set>
                                      <p:cBhvr>
                                        <p:cTn id="5845" dur="500" fill="hold"/>
                                        <p:tgtEl>
                                          <p:spTgt spid="1441"/>
                                        </p:tgtEl>
                                        <p:attrNameLst>
                                          <p:attrName>fill.type</p:attrName>
                                        </p:attrNameLst>
                                      </p:cBhvr>
                                      <p:to>
                                        <p:strVal val="solid"/>
                                      </p:to>
                                    </p:set>
                                    <p:set>
                                      <p:cBhvr>
                                        <p:cTn id="5846" dur="500" fill="hold"/>
                                        <p:tgtEl>
                                          <p:spTgt spid="1441"/>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5847" restart="whenNotActive" nodeType="interactiveSeq" fill="hold">
                <p:stCondLst>
                  <p:cond delay="0" evt="onClick">
                    <p:tgtEl>
                      <p:spTgt spid="1444"/>
                    </p:tgtEl>
                  </p:cond>
                </p:stCondLst>
                <p:childTnLst>
                  <p:par>
                    <p:cTn id="5848" fill="hold">
                      <p:stCondLst>
                        <p:cond delay="0" evt="onClick">
                          <p:tgtEl>
                            <p:spTgt spid="1444"/>
                          </p:tgtEl>
                        </p:cond>
                      </p:stCondLst>
                      <p:childTnLst>
                        <p:par>
                          <p:cTn id="5849" fill="hold">
                            <p:stCondLst>
                              <p:cond delay="0"/>
                            </p:stCondLst>
                            <p:childTnLst>
                              <p:par>
                                <p:cTn id="5850" nodeType="clickEffect" fill="hold" presetClass="entr" presetID="16" presetSubtype="21">
                                  <p:stCondLst>
                                    <p:cond delay="0"/>
                                  </p:stCondLst>
                                  <p:childTnLst>
                                    <p:set>
                                      <p:cBhvr>
                                        <p:cTn id="5851" dur="1" fill="hold">
                                          <p:stCondLst>
                                            <p:cond delay="0"/>
                                          </p:stCondLst>
                                        </p:cTn>
                                        <p:tgtEl>
                                          <p:spTgt spid="1447"/>
                                        </p:tgtEl>
                                        <p:attrNameLst>
                                          <p:attrName>style.visibility</p:attrName>
                                        </p:attrNameLst>
                                      </p:cBhvr>
                                      <p:to>
                                        <p:strVal val="visible"/>
                                      </p:to>
                                    </p:set>
                                    <p:animEffect filter="barn(inVertical)" transition="in">
                                      <p:cBhvr additive="repl">
                                        <p:cTn id="5852" dur="500"/>
                                        <p:tgtEl>
                                          <p:spTgt spid="1447"/>
                                        </p:tgtEl>
                                      </p:cBhvr>
                                    </p:animEffect>
                                  </p:childTnLst>
                                </p:cTn>
                              </p:par>
                              <p:par>
                                <p:cTn id="5853" nodeType="withEffect" fill="hold" presetClass="entr" presetID="16" presetSubtype="21">
                                  <p:stCondLst>
                                    <p:cond delay="0"/>
                                  </p:stCondLst>
                                  <p:childTnLst>
                                    <p:set>
                                      <p:cBhvr>
                                        <p:cTn id="5854" dur="1" fill="hold">
                                          <p:stCondLst>
                                            <p:cond delay="0"/>
                                          </p:stCondLst>
                                        </p:cTn>
                                        <p:tgtEl>
                                          <p:spTgt spid="1446"/>
                                        </p:tgtEl>
                                        <p:attrNameLst>
                                          <p:attrName>style.visibility</p:attrName>
                                        </p:attrNameLst>
                                      </p:cBhvr>
                                      <p:to>
                                        <p:strVal val="visible"/>
                                      </p:to>
                                    </p:set>
                                    <p:animEffect filter="barn(inVertical)" transition="in">
                                      <p:cBhvr additive="repl">
                                        <p:cTn id="5855" dur="500"/>
                                        <p:tgtEl>
                                          <p:spTgt spid="1446"/>
                                        </p:tgtEl>
                                      </p:cBhvr>
                                    </p:animEffect>
                                  </p:childTnLst>
                                </p:cTn>
                              </p:par>
                              <p:par>
                                <p:cTn id="5856" nodeType="withEffect" fill="hold" presetClass="emph" presetID="1" presetSubtype="2">
                                  <p:stCondLst>
                                    <p:cond delay="0"/>
                                  </p:stCondLst>
                                  <p:childTnLst>
                                    <p:animClr clrSpc="rgb">
                                      <p:cBhvr>
                                        <p:cTn id="5857" dur="500" fill="hold"/>
                                        <p:tgtEl>
                                          <p:spTgt spid="1445"/>
                                        </p:tgtEl>
                                        <p:attrNameLst>
                                          <p:attrName>fillcolor</p:attrName>
                                        </p:attrNameLst>
                                      </p:cBhvr>
                                      <p:to>
                                        <a:srgbClr val="8a80e4"/>
                                      </p:to>
                                    </p:animClr>
                                    <p:set>
                                      <p:cBhvr>
                                        <p:cTn id="5858" dur="500" fill="hold"/>
                                        <p:tgtEl>
                                          <p:spTgt spid="1445"/>
                                        </p:tgtEl>
                                        <p:attrNameLst>
                                          <p:attrName>fill.type</p:attrName>
                                        </p:attrNameLst>
                                      </p:cBhvr>
                                      <p:to>
                                        <p:strVal val="solid"/>
                                      </p:to>
                                    </p:set>
                                    <p:set>
                                      <p:cBhvr>
                                        <p:cTn id="5859" dur="500" fill="hold"/>
                                        <p:tgtEl>
                                          <p:spTgt spid="1445"/>
                                        </p:tgtEl>
                                        <p:attrNameLst>
                                          <p:attrName>fill.on</p:attrName>
                                        </p:attrNameLst>
                                      </p:cBhvr>
                                      <p:to>
                                        <p:strVal val="true"/>
                                      </p:to>
                                    </p:set>
                                  </p:childTnLst>
                                </p:cTn>
                              </p:par>
                              <p:par>
                                <p:cTn id="5860" nodeType="withEffect" fill="hold" presetClass="emph" presetID="1" presetSubtype="2">
                                  <p:stCondLst>
                                    <p:cond delay="0"/>
                                  </p:stCondLst>
                                  <p:childTnLst>
                                    <p:animClr clrSpc="rgb">
                                      <p:cBhvr>
                                        <p:cTn id="5861" dur="500" fill="hold"/>
                                        <p:tgtEl>
                                          <p:spTgt spid="1433"/>
                                        </p:tgtEl>
                                        <p:attrNameLst>
                                          <p:attrName>fillcolor</p:attrName>
                                        </p:attrNameLst>
                                      </p:cBhvr>
                                      <p:to>
                                        <a:srgbClr val="95b3d7"/>
                                      </p:to>
                                    </p:animClr>
                                    <p:set>
                                      <p:cBhvr>
                                        <p:cTn id="5862" dur="500" fill="hold"/>
                                        <p:tgtEl>
                                          <p:spTgt spid="1433"/>
                                        </p:tgtEl>
                                        <p:attrNameLst>
                                          <p:attrName>fill.type</p:attrName>
                                        </p:attrNameLst>
                                      </p:cBhvr>
                                      <p:to>
                                        <p:strVal val="solid"/>
                                      </p:to>
                                    </p:set>
                                    <p:set>
                                      <p:cBhvr>
                                        <p:cTn id="5863" dur="500" fill="hold"/>
                                        <p:tgtEl>
                                          <p:spTgt spid="1433"/>
                                        </p:tgtEl>
                                        <p:attrNameLst>
                                          <p:attrName>fill.on</p:attrName>
                                        </p:attrNameLst>
                                      </p:cBhvr>
                                      <p:to>
                                        <p:strVal val="true"/>
                                      </p:to>
                                    </p:set>
                                  </p:childTnLst>
                                </p:cTn>
                              </p:par>
                              <p:par>
                                <p:cTn id="5864" nodeType="withEffect" fill="hold" presetClass="emph" presetID="1" presetSubtype="2">
                                  <p:stCondLst>
                                    <p:cond delay="0"/>
                                  </p:stCondLst>
                                  <p:childTnLst>
                                    <p:animClr clrSpc="rgb">
                                      <p:cBhvr>
                                        <p:cTn id="5865" dur="500" fill="hold"/>
                                        <p:tgtEl>
                                          <p:spTgt spid="1437"/>
                                        </p:tgtEl>
                                        <p:attrNameLst>
                                          <p:attrName>fillcolor</p:attrName>
                                        </p:attrNameLst>
                                      </p:cBhvr>
                                      <p:to>
                                        <a:srgbClr val="95b3d7"/>
                                      </p:to>
                                    </p:animClr>
                                    <p:set>
                                      <p:cBhvr>
                                        <p:cTn id="5866" dur="500" fill="hold"/>
                                        <p:tgtEl>
                                          <p:spTgt spid="1437"/>
                                        </p:tgtEl>
                                        <p:attrNameLst>
                                          <p:attrName>fill.type</p:attrName>
                                        </p:attrNameLst>
                                      </p:cBhvr>
                                      <p:to>
                                        <p:strVal val="solid"/>
                                      </p:to>
                                    </p:set>
                                    <p:set>
                                      <p:cBhvr>
                                        <p:cTn id="5867" dur="500" fill="hold"/>
                                        <p:tgtEl>
                                          <p:spTgt spid="1437"/>
                                        </p:tgtEl>
                                        <p:attrNameLst>
                                          <p:attrName>fill.on</p:attrName>
                                        </p:attrNameLst>
                                      </p:cBhvr>
                                      <p:to>
                                        <p:strVal val="true"/>
                                      </p:to>
                                    </p:set>
                                  </p:childTnLst>
                                </p:cTn>
                              </p:par>
                              <p:par>
                                <p:cTn id="5868" nodeType="withEffect" fill="hold" presetClass="emph" presetID="1" presetSubtype="2">
                                  <p:stCondLst>
                                    <p:cond delay="0"/>
                                  </p:stCondLst>
                                  <p:childTnLst>
                                    <p:animClr clrSpc="rgb">
                                      <p:cBhvr>
                                        <p:cTn id="5869" dur="500" fill="hold"/>
                                        <p:tgtEl>
                                          <p:spTgt spid="1441"/>
                                        </p:tgtEl>
                                        <p:attrNameLst>
                                          <p:attrName>fillcolor</p:attrName>
                                        </p:attrNameLst>
                                      </p:cBhvr>
                                      <p:to>
                                        <a:srgbClr val="95b3d7"/>
                                      </p:to>
                                    </p:animClr>
                                    <p:set>
                                      <p:cBhvr>
                                        <p:cTn id="5870" dur="500" fill="hold"/>
                                        <p:tgtEl>
                                          <p:spTgt spid="1441"/>
                                        </p:tgtEl>
                                        <p:attrNameLst>
                                          <p:attrName>fill.type</p:attrName>
                                        </p:attrNameLst>
                                      </p:cBhvr>
                                      <p:to>
                                        <p:strVal val="solid"/>
                                      </p:to>
                                    </p:set>
                                    <p:set>
                                      <p:cBhvr>
                                        <p:cTn id="5871" dur="500" fill="hold"/>
                                        <p:tgtEl>
                                          <p:spTgt spid="1441"/>
                                        </p:tgtEl>
                                        <p:attrNameLst>
                                          <p:attrName>fill.on</p:attrName>
                                        </p:attrNameLst>
                                      </p:cBhvr>
                                      <p:to>
                                        <p:strVal val="true"/>
                                      </p:to>
                                    </p:set>
                                  </p:childTnLst>
                                </p:cTn>
                              </p:par>
                              <p:par>
                                <p:cTn id="5872" nodeType="withEffect" fill="hold" presetClass="exit" presetID="10">
                                  <p:stCondLst>
                                    <p:cond delay="0"/>
                                  </p:stCondLst>
                                  <p:childTnLst>
                                    <p:animEffect filter="fade" transition="out">
                                      <p:cBhvr additive="repl">
                                        <p:cTn id="5873" dur="500"/>
                                        <p:tgtEl>
                                          <p:spTgt spid="1435"/>
                                        </p:tgtEl>
                                      </p:cBhvr>
                                    </p:animEffect>
                                    <p:set>
                                      <p:cBhvr>
                                        <p:cTn id="5874" dur="1" fill="hold">
                                          <p:stCondLst>
                                            <p:cond delay="499"/>
                                          </p:stCondLst>
                                        </p:cTn>
                                        <p:tgtEl>
                                          <p:spTgt spid="1435"/>
                                        </p:tgtEl>
                                        <p:attrNameLst>
                                          <p:attrName>style.visibility</p:attrName>
                                        </p:attrNameLst>
                                      </p:cBhvr>
                                      <p:to>
                                        <p:strVal val="hidden"/>
                                      </p:to>
                                    </p:set>
                                  </p:childTnLst>
                                </p:cTn>
                              </p:par>
                              <p:par>
                                <p:cTn id="5875" nodeType="withEffect" fill="hold" presetClass="exit" presetID="10">
                                  <p:stCondLst>
                                    <p:cond delay="0"/>
                                  </p:stCondLst>
                                  <p:childTnLst>
                                    <p:animEffect filter="fade" transition="out">
                                      <p:cBhvr additive="repl">
                                        <p:cTn id="5876" dur="500"/>
                                        <p:tgtEl>
                                          <p:spTgt spid="1434"/>
                                        </p:tgtEl>
                                      </p:cBhvr>
                                    </p:animEffect>
                                    <p:set>
                                      <p:cBhvr>
                                        <p:cTn id="5877" dur="1" fill="hold">
                                          <p:stCondLst>
                                            <p:cond delay="499"/>
                                          </p:stCondLst>
                                        </p:cTn>
                                        <p:tgtEl>
                                          <p:spTgt spid="1434"/>
                                        </p:tgtEl>
                                        <p:attrNameLst>
                                          <p:attrName>style.visibility</p:attrName>
                                        </p:attrNameLst>
                                      </p:cBhvr>
                                      <p:to>
                                        <p:strVal val="hidden"/>
                                      </p:to>
                                    </p:set>
                                  </p:childTnLst>
                                </p:cTn>
                              </p:par>
                              <p:par>
                                <p:cTn id="5878" nodeType="withEffect" fill="hold" presetClass="exit" presetID="10">
                                  <p:stCondLst>
                                    <p:cond delay="0"/>
                                  </p:stCondLst>
                                  <p:childTnLst>
                                    <p:animEffect filter="fade" transition="out">
                                      <p:cBhvr additive="repl">
                                        <p:cTn id="5879" dur="500"/>
                                        <p:tgtEl>
                                          <p:spTgt spid="1439"/>
                                        </p:tgtEl>
                                      </p:cBhvr>
                                    </p:animEffect>
                                    <p:set>
                                      <p:cBhvr>
                                        <p:cTn id="5880" dur="1" fill="hold">
                                          <p:stCondLst>
                                            <p:cond delay="499"/>
                                          </p:stCondLst>
                                        </p:cTn>
                                        <p:tgtEl>
                                          <p:spTgt spid="1439"/>
                                        </p:tgtEl>
                                        <p:attrNameLst>
                                          <p:attrName>style.visibility</p:attrName>
                                        </p:attrNameLst>
                                      </p:cBhvr>
                                      <p:to>
                                        <p:strVal val="hidden"/>
                                      </p:to>
                                    </p:set>
                                  </p:childTnLst>
                                </p:cTn>
                              </p:par>
                              <p:par>
                                <p:cTn id="5881" nodeType="withEffect" fill="hold" presetClass="exit" presetID="10">
                                  <p:stCondLst>
                                    <p:cond delay="0"/>
                                  </p:stCondLst>
                                  <p:childTnLst>
                                    <p:animEffect filter="fade" transition="out">
                                      <p:cBhvr additive="repl">
                                        <p:cTn id="5882" dur="500"/>
                                        <p:tgtEl>
                                          <p:spTgt spid="1438"/>
                                        </p:tgtEl>
                                      </p:cBhvr>
                                    </p:animEffect>
                                    <p:set>
                                      <p:cBhvr>
                                        <p:cTn id="5883" dur="1" fill="hold">
                                          <p:stCondLst>
                                            <p:cond delay="499"/>
                                          </p:stCondLst>
                                        </p:cTn>
                                        <p:tgtEl>
                                          <p:spTgt spid="1438"/>
                                        </p:tgtEl>
                                        <p:attrNameLst>
                                          <p:attrName>style.visibility</p:attrName>
                                        </p:attrNameLst>
                                      </p:cBhvr>
                                      <p:to>
                                        <p:strVal val="hidden"/>
                                      </p:to>
                                    </p:set>
                                  </p:childTnLst>
                                </p:cTn>
                              </p:par>
                              <p:par>
                                <p:cTn id="5884" nodeType="withEffect" fill="hold" presetClass="exit" presetID="10">
                                  <p:stCondLst>
                                    <p:cond delay="0"/>
                                  </p:stCondLst>
                                  <p:childTnLst>
                                    <p:animEffect filter="fade" transition="out">
                                      <p:cBhvr additive="repl">
                                        <p:cTn id="5885" dur="500"/>
                                        <p:tgtEl>
                                          <p:spTgt spid="1443"/>
                                        </p:tgtEl>
                                      </p:cBhvr>
                                    </p:animEffect>
                                    <p:set>
                                      <p:cBhvr>
                                        <p:cTn id="5886" dur="1" fill="hold">
                                          <p:stCondLst>
                                            <p:cond delay="499"/>
                                          </p:stCondLst>
                                        </p:cTn>
                                        <p:tgtEl>
                                          <p:spTgt spid="1443"/>
                                        </p:tgtEl>
                                        <p:attrNameLst>
                                          <p:attrName>style.visibility</p:attrName>
                                        </p:attrNameLst>
                                      </p:cBhvr>
                                      <p:to>
                                        <p:strVal val="hidden"/>
                                      </p:to>
                                    </p:set>
                                  </p:childTnLst>
                                </p:cTn>
                              </p:par>
                              <p:par>
                                <p:cTn id="5887" nodeType="withEffect" fill="hold" presetClass="exit" presetID="10">
                                  <p:stCondLst>
                                    <p:cond delay="0"/>
                                  </p:stCondLst>
                                  <p:childTnLst>
                                    <p:animEffect filter="fade" transition="out">
                                      <p:cBhvr additive="repl">
                                        <p:cTn id="5888" dur="500"/>
                                        <p:tgtEl>
                                          <p:spTgt spid="1442"/>
                                        </p:tgtEl>
                                      </p:cBhvr>
                                    </p:animEffect>
                                    <p:set>
                                      <p:cBhvr>
                                        <p:cTn id="5889" dur="1" fill="hold">
                                          <p:stCondLst>
                                            <p:cond delay="499"/>
                                          </p:stCondLst>
                                        </p:cTn>
                                        <p:tgtEl>
                                          <p:spTgt spid="144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890" restart="whenNotActive" nodeType="interactiveSeq" fill="hold">
                <p:stCondLst>
                  <p:cond delay="0" evt="onClick">
                    <p:tgtEl>
                      <p:spTgt spid="1447"/>
                    </p:tgtEl>
                  </p:cond>
                </p:stCondLst>
                <p:childTnLst>
                  <p:par>
                    <p:cTn id="5891" fill="hold">
                      <p:stCondLst>
                        <p:cond delay="0" evt="onClick">
                          <p:tgtEl>
                            <p:spTgt spid="1447"/>
                          </p:tgtEl>
                        </p:cond>
                      </p:stCondLst>
                      <p:childTnLst>
                        <p:par>
                          <p:cTn id="5892" fill="hold">
                            <p:stCondLst>
                              <p:cond delay="0"/>
                            </p:stCondLst>
                            <p:childTnLst>
                              <p:par>
                                <p:cTn id="5893" nodeType="clickEffect" fill="hold" presetClass="exit" presetID="9">
                                  <p:stCondLst>
                                    <p:cond delay="0"/>
                                  </p:stCondLst>
                                  <p:childTnLst>
                                    <p:animEffect filter="dissolve" transition="out">
                                      <p:cBhvr additive="repl">
                                        <p:cTn id="5894" dur="500"/>
                                        <p:tgtEl>
                                          <p:spTgt spid="1447"/>
                                        </p:tgtEl>
                                      </p:cBhvr>
                                    </p:animEffect>
                                    <p:set>
                                      <p:cBhvr>
                                        <p:cTn id="5895" dur="1" fill="hold">
                                          <p:stCondLst>
                                            <p:cond delay="499"/>
                                          </p:stCondLst>
                                        </p:cTn>
                                        <p:tgtEl>
                                          <p:spTgt spid="1447"/>
                                        </p:tgtEl>
                                        <p:attrNameLst>
                                          <p:attrName>style.visibility</p:attrName>
                                        </p:attrNameLst>
                                      </p:cBhvr>
                                      <p:to>
                                        <p:strVal val="hidden"/>
                                      </p:to>
                                    </p:set>
                                  </p:childTnLst>
                                </p:cTn>
                              </p:par>
                              <p:par>
                                <p:cTn id="5896" nodeType="withEffect" fill="hold" presetClass="exit" presetID="9">
                                  <p:stCondLst>
                                    <p:cond delay="0"/>
                                  </p:stCondLst>
                                  <p:childTnLst>
                                    <p:animEffect filter="dissolve" transition="out">
                                      <p:cBhvr additive="repl">
                                        <p:cTn id="5897" dur="500"/>
                                        <p:tgtEl>
                                          <p:spTgt spid="1446"/>
                                        </p:tgtEl>
                                      </p:cBhvr>
                                    </p:animEffect>
                                    <p:set>
                                      <p:cBhvr>
                                        <p:cTn id="5898" dur="1" fill="hold">
                                          <p:stCondLst>
                                            <p:cond delay="499"/>
                                          </p:stCondLst>
                                        </p:cTn>
                                        <p:tgtEl>
                                          <p:spTgt spid="1446"/>
                                        </p:tgtEl>
                                        <p:attrNameLst>
                                          <p:attrName>style.visibility</p:attrName>
                                        </p:attrNameLst>
                                      </p:cBhvr>
                                      <p:to>
                                        <p:strVal val="hidden"/>
                                      </p:to>
                                    </p:set>
                                  </p:childTnLst>
                                </p:cTn>
                              </p:par>
                              <p:par>
                                <p:cTn id="5899" nodeType="withEffect" fill="hold" presetClass="emph" presetID="1" presetSubtype="2">
                                  <p:stCondLst>
                                    <p:cond delay="0"/>
                                  </p:stCondLst>
                                  <p:childTnLst>
                                    <p:animClr clrSpc="rgb">
                                      <p:cBhvr>
                                        <p:cTn id="5900" dur="500" fill="hold"/>
                                        <p:tgtEl>
                                          <p:spTgt spid="1445"/>
                                        </p:tgtEl>
                                        <p:attrNameLst>
                                          <p:attrName>fillcolor</p:attrName>
                                        </p:attrNameLst>
                                      </p:cBhvr>
                                      <p:to>
                                        <a:srgbClr val="95b3d7"/>
                                      </p:to>
                                    </p:animClr>
                                    <p:set>
                                      <p:cBhvr>
                                        <p:cTn id="5901" dur="500" fill="hold"/>
                                        <p:tgtEl>
                                          <p:spTgt spid="1445"/>
                                        </p:tgtEl>
                                        <p:attrNameLst>
                                          <p:attrName>fill.type</p:attrName>
                                        </p:attrNameLst>
                                      </p:cBhvr>
                                      <p:to>
                                        <p:strVal val="solid"/>
                                      </p:to>
                                    </p:set>
                                    <p:set>
                                      <p:cBhvr>
                                        <p:cTn id="5902" dur="500" fill="hold"/>
                                        <p:tgtEl>
                                          <p:spTgt spid="144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8"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449"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450"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1"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 </a:t>
            </a:r>
            <a:r>
              <a:rPr b="0" lang="pt-BR" sz="2800" spc="-1" strike="noStrike">
                <a:solidFill>
                  <a:schemeClr val="lt1"/>
                </a:solidFill>
                <a:latin typeface="Calibri"/>
              </a:rPr>
              <a:t>QUESTÃO 04</a:t>
            </a:r>
            <a:br>
              <a:rPr sz="4400"/>
            </a:br>
            <a:endParaRPr b="0" lang="pt-BR" sz="2800" spc="-1" strike="noStrike">
              <a:solidFill>
                <a:schemeClr val="dk1"/>
              </a:solidFill>
              <a:latin typeface="Arial"/>
            </a:endParaRPr>
          </a:p>
        </p:txBody>
      </p:sp>
      <p:sp>
        <p:nvSpPr>
          <p:cNvPr id="1452" name="PlaceHolder 2"/>
          <p:cNvSpPr>
            <a:spLocks noGrp="1"/>
          </p:cNvSpPr>
          <p:nvPr>
            <p:ph type="subTitle"/>
          </p:nvPr>
        </p:nvSpPr>
        <p:spPr>
          <a:xfrm>
            <a:off x="1398600" y="1335240"/>
            <a:ext cx="7058160" cy="49212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Qual tipo de manutenção deverá ser realizada com o auxílio do manual do fabricante?</a:t>
            </a:r>
            <a:endParaRPr b="0" lang="pt-BR" sz="1600" spc="-1" strike="noStrike">
              <a:solidFill>
                <a:srgbClr val="000000"/>
              </a:solidFill>
              <a:latin typeface="Arial"/>
            </a:endParaRPr>
          </a:p>
        </p:txBody>
      </p:sp>
      <p:sp>
        <p:nvSpPr>
          <p:cNvPr id="1453"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454"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Corretiva</a:t>
            </a:r>
            <a:endParaRPr b="0" lang="pt-BR" sz="1800" spc="-1" strike="noStrike">
              <a:solidFill>
                <a:srgbClr val="000000"/>
              </a:solidFill>
              <a:latin typeface="Arial"/>
            </a:endParaRPr>
          </a:p>
        </p:txBody>
      </p:sp>
      <p:sp>
        <p:nvSpPr>
          <p:cNvPr id="1455" name="Botão de ação: Personalizar 5">
            <a:hlinkClick r:id="" action="ppaction://hlinkshowjump?jump=nex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56"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57"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458"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Preventiva </a:t>
            </a:r>
            <a:endParaRPr b="0" lang="pt-BR" sz="1800" spc="-1" strike="noStrike">
              <a:solidFill>
                <a:srgbClr val="000000"/>
              </a:solidFill>
              <a:latin typeface="Arial"/>
            </a:endParaRPr>
          </a:p>
        </p:txBody>
      </p:sp>
      <p:sp>
        <p:nvSpPr>
          <p:cNvPr id="1459"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60"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61"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462"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 </a:t>
            </a:r>
            <a:r>
              <a:rPr b="0" lang="pt-BR" sz="1800" spc="-1" strike="noStrike">
                <a:solidFill>
                  <a:schemeClr val="dk2">
                    <a:lumMod val="75000"/>
                  </a:schemeClr>
                </a:solidFill>
                <a:latin typeface="Calibri"/>
              </a:rPr>
              <a:t>Emergência</a:t>
            </a:r>
            <a:endParaRPr b="0" lang="pt-BR" sz="1800" spc="-1" strike="noStrike">
              <a:solidFill>
                <a:srgbClr val="000000"/>
              </a:solidFill>
              <a:latin typeface="Arial"/>
            </a:endParaRPr>
          </a:p>
        </p:txBody>
      </p:sp>
      <p:sp>
        <p:nvSpPr>
          <p:cNvPr id="1463" name="Botão de ação: Personalizar 14">
            <a:hlinkClick r:id="" action="ppaction://hlinkshowjump?jump=las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64"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65"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466"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Periódica</a:t>
            </a:r>
            <a:endParaRPr b="0" lang="pt-BR" sz="1800" spc="-1" strike="noStrike">
              <a:solidFill>
                <a:srgbClr val="000000"/>
              </a:solidFill>
              <a:latin typeface="Arial"/>
            </a:endParaRPr>
          </a:p>
        </p:txBody>
      </p:sp>
      <p:sp>
        <p:nvSpPr>
          <p:cNvPr id="1467"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68"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5903" dur="indefinite" restart="never" nodeType="tmRoot">
          <p:childTnLst>
            <p:seq>
              <p:cTn id="5904" dur="indefinite" nodeType="mainSeq">
                <p:childTnLst>
                  <p:par>
                    <p:cTn id="5905" fill="hold">
                      <p:stCondLst>
                        <p:cond delay="0"/>
                      </p:stCondLst>
                      <p:childTnLst>
                        <p:par>
                          <p:cTn id="5906" fill="hold">
                            <p:stCondLst>
                              <p:cond delay="0"/>
                            </p:stCondLst>
                            <p:childTnLst>
                              <p:par>
                                <p:cTn id="5907" nodeType="withEffect" fill="hold" presetClass="entr" presetID="10">
                                  <p:stCondLst>
                                    <p:cond delay="0"/>
                                  </p:stCondLst>
                                  <p:childTnLst>
                                    <p:set>
                                      <p:cBhvr>
                                        <p:cTn id="5908" dur="1" fill="hold">
                                          <p:stCondLst>
                                            <p:cond delay="0"/>
                                          </p:stCondLst>
                                        </p:cTn>
                                        <p:tgtEl>
                                          <p:spTgt spid="1454"/>
                                        </p:tgtEl>
                                        <p:attrNameLst>
                                          <p:attrName>style.visibility</p:attrName>
                                        </p:attrNameLst>
                                      </p:cBhvr>
                                      <p:to>
                                        <p:strVal val="visible"/>
                                      </p:to>
                                    </p:set>
                                    <p:animEffect filter="fade" transition="in">
                                      <p:cBhvr additive="repl">
                                        <p:cTn id="5909" dur="500"/>
                                        <p:tgtEl>
                                          <p:spTgt spid="1454"/>
                                        </p:tgtEl>
                                      </p:cBhvr>
                                    </p:animEffect>
                                  </p:childTnLst>
                                </p:cTn>
                              </p:par>
                              <p:par>
                                <p:cTn id="5910" nodeType="withEffect" fill="hold" presetClass="entr" presetID="10">
                                  <p:stCondLst>
                                    <p:cond delay="0"/>
                                  </p:stCondLst>
                                  <p:childTnLst>
                                    <p:set>
                                      <p:cBhvr>
                                        <p:cTn id="5911" dur="1" fill="hold">
                                          <p:stCondLst>
                                            <p:cond delay="0"/>
                                          </p:stCondLst>
                                        </p:cTn>
                                        <p:tgtEl>
                                          <p:spTgt spid="1453"/>
                                        </p:tgtEl>
                                        <p:attrNameLst>
                                          <p:attrName>style.visibility</p:attrName>
                                        </p:attrNameLst>
                                      </p:cBhvr>
                                      <p:to>
                                        <p:strVal val="visible"/>
                                      </p:to>
                                    </p:set>
                                    <p:animEffect filter="fade" transition="in">
                                      <p:cBhvr additive="repl">
                                        <p:cTn id="5912" dur="500"/>
                                        <p:tgtEl>
                                          <p:spTgt spid="1453"/>
                                        </p:tgtEl>
                                      </p:cBhvr>
                                    </p:animEffect>
                                  </p:childTnLst>
                                </p:cTn>
                              </p:par>
                              <p:par>
                                <p:cTn id="5913" nodeType="withEffect" fill="hold" presetClass="entr" presetID="10">
                                  <p:stCondLst>
                                    <p:cond delay="0"/>
                                  </p:stCondLst>
                                  <p:childTnLst>
                                    <p:set>
                                      <p:cBhvr>
                                        <p:cTn id="5914" dur="1" fill="hold">
                                          <p:stCondLst>
                                            <p:cond delay="0"/>
                                          </p:stCondLst>
                                        </p:cTn>
                                        <p:tgtEl>
                                          <p:spTgt spid="1457"/>
                                        </p:tgtEl>
                                        <p:attrNameLst>
                                          <p:attrName>style.visibility</p:attrName>
                                        </p:attrNameLst>
                                      </p:cBhvr>
                                      <p:to>
                                        <p:strVal val="visible"/>
                                      </p:to>
                                    </p:set>
                                    <p:animEffect filter="fade" transition="in">
                                      <p:cBhvr additive="repl">
                                        <p:cTn id="5915" dur="500"/>
                                        <p:tgtEl>
                                          <p:spTgt spid="1457"/>
                                        </p:tgtEl>
                                      </p:cBhvr>
                                    </p:animEffect>
                                  </p:childTnLst>
                                </p:cTn>
                              </p:par>
                              <p:par>
                                <p:cTn id="5916" nodeType="withEffect" fill="hold" presetClass="entr" presetID="10">
                                  <p:stCondLst>
                                    <p:cond delay="0"/>
                                  </p:stCondLst>
                                  <p:childTnLst>
                                    <p:set>
                                      <p:cBhvr>
                                        <p:cTn id="5917" dur="1" fill="hold">
                                          <p:stCondLst>
                                            <p:cond delay="0"/>
                                          </p:stCondLst>
                                        </p:cTn>
                                        <p:tgtEl>
                                          <p:spTgt spid="1458"/>
                                        </p:tgtEl>
                                        <p:attrNameLst>
                                          <p:attrName>style.visibility</p:attrName>
                                        </p:attrNameLst>
                                      </p:cBhvr>
                                      <p:to>
                                        <p:strVal val="visible"/>
                                      </p:to>
                                    </p:set>
                                    <p:animEffect filter="fade" transition="in">
                                      <p:cBhvr additive="repl">
                                        <p:cTn id="5918" dur="500"/>
                                        <p:tgtEl>
                                          <p:spTgt spid="1458"/>
                                        </p:tgtEl>
                                      </p:cBhvr>
                                    </p:animEffect>
                                  </p:childTnLst>
                                </p:cTn>
                              </p:par>
                              <p:par>
                                <p:cTn id="5919" nodeType="withEffect" fill="hold" presetClass="entr" presetID="10">
                                  <p:stCondLst>
                                    <p:cond delay="0"/>
                                  </p:stCondLst>
                                  <p:childTnLst>
                                    <p:set>
                                      <p:cBhvr>
                                        <p:cTn id="5920" dur="1" fill="hold">
                                          <p:stCondLst>
                                            <p:cond delay="0"/>
                                          </p:stCondLst>
                                        </p:cTn>
                                        <p:tgtEl>
                                          <p:spTgt spid="1461"/>
                                        </p:tgtEl>
                                        <p:attrNameLst>
                                          <p:attrName>style.visibility</p:attrName>
                                        </p:attrNameLst>
                                      </p:cBhvr>
                                      <p:to>
                                        <p:strVal val="visible"/>
                                      </p:to>
                                    </p:set>
                                    <p:animEffect filter="fade" transition="in">
                                      <p:cBhvr additive="repl">
                                        <p:cTn id="5921" dur="500"/>
                                        <p:tgtEl>
                                          <p:spTgt spid="1461"/>
                                        </p:tgtEl>
                                      </p:cBhvr>
                                    </p:animEffect>
                                  </p:childTnLst>
                                </p:cTn>
                              </p:par>
                              <p:par>
                                <p:cTn id="5922" nodeType="withEffect" fill="hold" presetClass="entr" presetID="10">
                                  <p:stCondLst>
                                    <p:cond delay="0"/>
                                  </p:stCondLst>
                                  <p:childTnLst>
                                    <p:set>
                                      <p:cBhvr>
                                        <p:cTn id="5923" dur="1" fill="hold">
                                          <p:stCondLst>
                                            <p:cond delay="0"/>
                                          </p:stCondLst>
                                        </p:cTn>
                                        <p:tgtEl>
                                          <p:spTgt spid="1462"/>
                                        </p:tgtEl>
                                        <p:attrNameLst>
                                          <p:attrName>style.visibility</p:attrName>
                                        </p:attrNameLst>
                                      </p:cBhvr>
                                      <p:to>
                                        <p:strVal val="visible"/>
                                      </p:to>
                                    </p:set>
                                    <p:animEffect filter="fade" transition="in">
                                      <p:cBhvr additive="repl">
                                        <p:cTn id="5924" dur="500"/>
                                        <p:tgtEl>
                                          <p:spTgt spid="1462"/>
                                        </p:tgtEl>
                                      </p:cBhvr>
                                    </p:animEffect>
                                  </p:childTnLst>
                                </p:cTn>
                              </p:par>
                              <p:par>
                                <p:cTn id="5925" nodeType="withEffect" fill="hold" presetClass="entr" presetID="10">
                                  <p:stCondLst>
                                    <p:cond delay="0"/>
                                  </p:stCondLst>
                                  <p:childTnLst>
                                    <p:set>
                                      <p:cBhvr>
                                        <p:cTn id="5926" dur="1" fill="hold">
                                          <p:stCondLst>
                                            <p:cond delay="0"/>
                                          </p:stCondLst>
                                        </p:cTn>
                                        <p:tgtEl>
                                          <p:spTgt spid="1465"/>
                                        </p:tgtEl>
                                        <p:attrNameLst>
                                          <p:attrName>style.visibility</p:attrName>
                                        </p:attrNameLst>
                                      </p:cBhvr>
                                      <p:to>
                                        <p:strVal val="visible"/>
                                      </p:to>
                                    </p:set>
                                    <p:animEffect filter="fade" transition="in">
                                      <p:cBhvr additive="repl">
                                        <p:cTn id="5927" dur="500"/>
                                        <p:tgtEl>
                                          <p:spTgt spid="1465"/>
                                        </p:tgtEl>
                                      </p:cBhvr>
                                    </p:animEffect>
                                  </p:childTnLst>
                                </p:cTn>
                              </p:par>
                              <p:par>
                                <p:cTn id="5928" nodeType="withEffect" fill="hold" presetClass="entr" presetID="10">
                                  <p:stCondLst>
                                    <p:cond delay="0"/>
                                  </p:stCondLst>
                                  <p:childTnLst>
                                    <p:set>
                                      <p:cBhvr>
                                        <p:cTn id="5929" dur="1" fill="hold">
                                          <p:stCondLst>
                                            <p:cond delay="0"/>
                                          </p:stCondLst>
                                        </p:cTn>
                                        <p:tgtEl>
                                          <p:spTgt spid="1466"/>
                                        </p:tgtEl>
                                        <p:attrNameLst>
                                          <p:attrName>style.visibility</p:attrName>
                                        </p:attrNameLst>
                                      </p:cBhvr>
                                      <p:to>
                                        <p:strVal val="visible"/>
                                      </p:to>
                                    </p:set>
                                    <p:animEffect filter="fade" transition="in">
                                      <p:cBhvr additive="repl">
                                        <p:cTn id="5930" dur="500"/>
                                        <p:tgtEl>
                                          <p:spTgt spid="1466"/>
                                        </p:tgtEl>
                                      </p:cBhvr>
                                    </p:animEffect>
                                  </p:childTnLst>
                                </p:cTn>
                              </p:par>
                              <p:par>
                                <p:cTn id="5931" nodeType="withEffect" fill="hold" presetClass="exit" presetID="1">
                                  <p:stCondLst>
                                    <p:cond delay="0"/>
                                  </p:stCondLst>
                                  <p:childTnLst>
                                    <p:set>
                                      <p:cBhvr>
                                        <p:cTn id="5932" dur="1" fill="hold">
                                          <p:stCondLst>
                                            <p:cond delay="0"/>
                                          </p:stCondLst>
                                        </p:cTn>
                                        <p:tgtEl>
                                          <p:spTgt spid="1456"/>
                                        </p:tgtEl>
                                        <p:attrNameLst>
                                          <p:attrName>style.visibility</p:attrName>
                                        </p:attrNameLst>
                                      </p:cBhvr>
                                      <p:to>
                                        <p:strVal val="hidden"/>
                                      </p:to>
                                    </p:set>
                                  </p:childTnLst>
                                </p:cTn>
                              </p:par>
                              <p:par>
                                <p:cTn id="5933" nodeType="withEffect" fill="hold" presetClass="exit" presetID="1">
                                  <p:stCondLst>
                                    <p:cond delay="0"/>
                                  </p:stCondLst>
                                  <p:childTnLst>
                                    <p:set>
                                      <p:cBhvr>
                                        <p:cTn id="5934" dur="1" fill="hold">
                                          <p:stCondLst>
                                            <p:cond delay="0"/>
                                          </p:stCondLst>
                                        </p:cTn>
                                        <p:tgtEl>
                                          <p:spTgt spid="1455"/>
                                        </p:tgtEl>
                                        <p:attrNameLst>
                                          <p:attrName>style.visibility</p:attrName>
                                        </p:attrNameLst>
                                      </p:cBhvr>
                                      <p:to>
                                        <p:strVal val="hidden"/>
                                      </p:to>
                                    </p:set>
                                  </p:childTnLst>
                                </p:cTn>
                              </p:par>
                              <p:par>
                                <p:cTn id="5935" nodeType="withEffect" fill="hold" presetClass="exit" presetID="1">
                                  <p:stCondLst>
                                    <p:cond delay="0"/>
                                  </p:stCondLst>
                                  <p:childTnLst>
                                    <p:set>
                                      <p:cBhvr>
                                        <p:cTn id="5936" dur="1" fill="hold">
                                          <p:stCondLst>
                                            <p:cond delay="0"/>
                                          </p:stCondLst>
                                        </p:cTn>
                                        <p:tgtEl>
                                          <p:spTgt spid="1460"/>
                                        </p:tgtEl>
                                        <p:attrNameLst>
                                          <p:attrName>style.visibility</p:attrName>
                                        </p:attrNameLst>
                                      </p:cBhvr>
                                      <p:to>
                                        <p:strVal val="hidden"/>
                                      </p:to>
                                    </p:set>
                                  </p:childTnLst>
                                </p:cTn>
                              </p:par>
                              <p:par>
                                <p:cTn id="5937" nodeType="withEffect" fill="hold" presetClass="exit" presetID="1">
                                  <p:stCondLst>
                                    <p:cond delay="0"/>
                                  </p:stCondLst>
                                  <p:childTnLst>
                                    <p:set>
                                      <p:cBhvr>
                                        <p:cTn id="5938" dur="1" fill="hold">
                                          <p:stCondLst>
                                            <p:cond delay="0"/>
                                          </p:stCondLst>
                                        </p:cTn>
                                        <p:tgtEl>
                                          <p:spTgt spid="1459"/>
                                        </p:tgtEl>
                                        <p:attrNameLst>
                                          <p:attrName>style.visibility</p:attrName>
                                        </p:attrNameLst>
                                      </p:cBhvr>
                                      <p:to>
                                        <p:strVal val="hidden"/>
                                      </p:to>
                                    </p:set>
                                  </p:childTnLst>
                                </p:cTn>
                              </p:par>
                              <p:par>
                                <p:cTn id="5939" nodeType="withEffect" fill="hold" presetClass="exit" presetID="1">
                                  <p:stCondLst>
                                    <p:cond delay="0"/>
                                  </p:stCondLst>
                                  <p:childTnLst>
                                    <p:set>
                                      <p:cBhvr>
                                        <p:cTn id="5940" dur="1" fill="hold">
                                          <p:stCondLst>
                                            <p:cond delay="0"/>
                                          </p:stCondLst>
                                        </p:cTn>
                                        <p:tgtEl>
                                          <p:spTgt spid="1464"/>
                                        </p:tgtEl>
                                        <p:attrNameLst>
                                          <p:attrName>style.visibility</p:attrName>
                                        </p:attrNameLst>
                                      </p:cBhvr>
                                      <p:to>
                                        <p:strVal val="hidden"/>
                                      </p:to>
                                    </p:set>
                                  </p:childTnLst>
                                </p:cTn>
                              </p:par>
                              <p:par>
                                <p:cTn id="5941" nodeType="withEffect" fill="hold" presetClass="exit" presetID="1">
                                  <p:stCondLst>
                                    <p:cond delay="0"/>
                                  </p:stCondLst>
                                  <p:childTnLst>
                                    <p:set>
                                      <p:cBhvr>
                                        <p:cTn id="5942" dur="1" fill="hold">
                                          <p:stCondLst>
                                            <p:cond delay="0"/>
                                          </p:stCondLst>
                                        </p:cTn>
                                        <p:tgtEl>
                                          <p:spTgt spid="1463"/>
                                        </p:tgtEl>
                                        <p:attrNameLst>
                                          <p:attrName>style.visibility</p:attrName>
                                        </p:attrNameLst>
                                      </p:cBhvr>
                                      <p:to>
                                        <p:strVal val="hidden"/>
                                      </p:to>
                                    </p:set>
                                  </p:childTnLst>
                                </p:cTn>
                              </p:par>
                              <p:par>
                                <p:cTn id="5943" nodeType="withEffect" fill="hold" presetClass="exit" presetID="1">
                                  <p:stCondLst>
                                    <p:cond delay="0"/>
                                  </p:stCondLst>
                                  <p:childTnLst>
                                    <p:set>
                                      <p:cBhvr>
                                        <p:cTn id="5944" dur="1" fill="hold">
                                          <p:stCondLst>
                                            <p:cond delay="0"/>
                                          </p:stCondLst>
                                        </p:cTn>
                                        <p:tgtEl>
                                          <p:spTgt spid="1468"/>
                                        </p:tgtEl>
                                        <p:attrNameLst>
                                          <p:attrName>style.visibility</p:attrName>
                                        </p:attrNameLst>
                                      </p:cBhvr>
                                      <p:to>
                                        <p:strVal val="hidden"/>
                                      </p:to>
                                    </p:set>
                                  </p:childTnLst>
                                </p:cTn>
                              </p:par>
                              <p:par>
                                <p:cTn id="5945" nodeType="withEffect" fill="hold" presetClass="exit" presetID="1">
                                  <p:stCondLst>
                                    <p:cond delay="0"/>
                                  </p:stCondLst>
                                  <p:childTnLst>
                                    <p:set>
                                      <p:cBhvr>
                                        <p:cTn id="5946" dur="1" fill="hold">
                                          <p:stCondLst>
                                            <p:cond delay="0"/>
                                          </p:stCondLst>
                                        </p:cTn>
                                        <p:tgtEl>
                                          <p:spTgt spid="14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947" restart="whenNotActive" nodeType="interactiveSeq" fill="hold">
                <p:stCondLst>
                  <p:cond delay="0" evt="onClick">
                    <p:tgtEl>
                      <p:spTgt spid="1453"/>
                    </p:tgtEl>
                  </p:cond>
                </p:stCondLst>
                <p:childTnLst>
                  <p:par>
                    <p:cTn id="5948" fill="hold">
                      <p:stCondLst>
                        <p:cond delay="0" evt="onClick">
                          <p:tgtEl>
                            <p:spTgt spid="1453"/>
                          </p:tgtEl>
                        </p:cond>
                      </p:stCondLst>
                      <p:childTnLst>
                        <p:par>
                          <p:cTn id="5949" fill="hold">
                            <p:stCondLst>
                              <p:cond delay="0"/>
                            </p:stCondLst>
                            <p:childTnLst>
                              <p:par>
                                <p:cTn id="5950" nodeType="clickEffect" fill="hold" presetClass="entr" presetID="16" presetSubtype="21">
                                  <p:stCondLst>
                                    <p:cond delay="0"/>
                                  </p:stCondLst>
                                  <p:childTnLst>
                                    <p:set>
                                      <p:cBhvr>
                                        <p:cTn id="5951" dur="1" fill="hold">
                                          <p:stCondLst>
                                            <p:cond delay="0"/>
                                          </p:stCondLst>
                                        </p:cTn>
                                        <p:tgtEl>
                                          <p:spTgt spid="1456"/>
                                        </p:tgtEl>
                                        <p:attrNameLst>
                                          <p:attrName>style.visibility</p:attrName>
                                        </p:attrNameLst>
                                      </p:cBhvr>
                                      <p:to>
                                        <p:strVal val="visible"/>
                                      </p:to>
                                    </p:set>
                                    <p:animEffect filter="barn(inVertical)" transition="in">
                                      <p:cBhvr additive="repl">
                                        <p:cTn id="5952" dur="500"/>
                                        <p:tgtEl>
                                          <p:spTgt spid="1456"/>
                                        </p:tgtEl>
                                      </p:cBhvr>
                                    </p:animEffect>
                                  </p:childTnLst>
                                </p:cTn>
                              </p:par>
                              <p:par>
                                <p:cTn id="5953" nodeType="withEffect" fill="hold" presetClass="entr" presetID="16" presetSubtype="21">
                                  <p:stCondLst>
                                    <p:cond delay="0"/>
                                  </p:stCondLst>
                                  <p:childTnLst>
                                    <p:set>
                                      <p:cBhvr>
                                        <p:cTn id="5954" dur="1" fill="hold">
                                          <p:stCondLst>
                                            <p:cond delay="0"/>
                                          </p:stCondLst>
                                        </p:cTn>
                                        <p:tgtEl>
                                          <p:spTgt spid="1455"/>
                                        </p:tgtEl>
                                        <p:attrNameLst>
                                          <p:attrName>style.visibility</p:attrName>
                                        </p:attrNameLst>
                                      </p:cBhvr>
                                      <p:to>
                                        <p:strVal val="visible"/>
                                      </p:to>
                                    </p:set>
                                    <p:animEffect filter="barn(inVertical)" transition="in">
                                      <p:cBhvr additive="repl">
                                        <p:cTn id="5955" dur="500"/>
                                        <p:tgtEl>
                                          <p:spTgt spid="1455"/>
                                        </p:tgtEl>
                                      </p:cBhvr>
                                    </p:animEffect>
                                  </p:childTnLst>
                                </p:cTn>
                              </p:par>
                              <p:par>
                                <p:cTn id="5956" nodeType="withEffect" fill="hold" presetClass="emph" presetID="1" presetSubtype="2">
                                  <p:stCondLst>
                                    <p:cond delay="0"/>
                                  </p:stCondLst>
                                  <p:childTnLst>
                                    <p:animClr clrSpc="rgb">
                                      <p:cBhvr>
                                        <p:cTn id="5957" dur="500" fill="hold"/>
                                        <p:tgtEl>
                                          <p:spTgt spid="1454"/>
                                        </p:tgtEl>
                                        <p:attrNameLst>
                                          <p:attrName>fillcolor</p:attrName>
                                        </p:attrNameLst>
                                      </p:cBhvr>
                                      <p:to>
                                        <a:srgbClr val="8a80e4"/>
                                      </p:to>
                                    </p:animClr>
                                    <p:set>
                                      <p:cBhvr>
                                        <p:cTn id="5958" dur="500" fill="hold"/>
                                        <p:tgtEl>
                                          <p:spTgt spid="1454"/>
                                        </p:tgtEl>
                                        <p:attrNameLst>
                                          <p:attrName>fill.type</p:attrName>
                                        </p:attrNameLst>
                                      </p:cBhvr>
                                      <p:to>
                                        <p:strVal val="solid"/>
                                      </p:to>
                                    </p:set>
                                    <p:set>
                                      <p:cBhvr>
                                        <p:cTn id="5959" dur="500" fill="hold"/>
                                        <p:tgtEl>
                                          <p:spTgt spid="1454"/>
                                        </p:tgtEl>
                                        <p:attrNameLst>
                                          <p:attrName>fill.on</p:attrName>
                                        </p:attrNameLst>
                                      </p:cBhvr>
                                      <p:to>
                                        <p:strVal val="true"/>
                                      </p:to>
                                    </p:set>
                                  </p:childTnLst>
                                </p:cTn>
                              </p:par>
                              <p:par>
                                <p:cTn id="5960" nodeType="withEffect" fill="hold" presetClass="emph" presetID="1" presetSubtype="2">
                                  <p:stCondLst>
                                    <p:cond delay="0"/>
                                  </p:stCondLst>
                                  <p:childTnLst>
                                    <p:animClr clrSpc="rgb">
                                      <p:cBhvr>
                                        <p:cTn id="5961" dur="500" fill="hold"/>
                                        <p:tgtEl>
                                          <p:spTgt spid="1458"/>
                                        </p:tgtEl>
                                        <p:attrNameLst>
                                          <p:attrName>fillcolor</p:attrName>
                                        </p:attrNameLst>
                                      </p:cBhvr>
                                      <p:to>
                                        <a:srgbClr val="95b3d7"/>
                                      </p:to>
                                    </p:animClr>
                                    <p:set>
                                      <p:cBhvr>
                                        <p:cTn id="5962" dur="500" fill="hold"/>
                                        <p:tgtEl>
                                          <p:spTgt spid="1458"/>
                                        </p:tgtEl>
                                        <p:attrNameLst>
                                          <p:attrName>fill.type</p:attrName>
                                        </p:attrNameLst>
                                      </p:cBhvr>
                                      <p:to>
                                        <p:strVal val="solid"/>
                                      </p:to>
                                    </p:set>
                                    <p:set>
                                      <p:cBhvr>
                                        <p:cTn id="5963" dur="500" fill="hold"/>
                                        <p:tgtEl>
                                          <p:spTgt spid="1458"/>
                                        </p:tgtEl>
                                        <p:attrNameLst>
                                          <p:attrName>fill.on</p:attrName>
                                        </p:attrNameLst>
                                      </p:cBhvr>
                                      <p:to>
                                        <p:strVal val="true"/>
                                      </p:to>
                                    </p:set>
                                  </p:childTnLst>
                                </p:cTn>
                              </p:par>
                              <p:par>
                                <p:cTn id="5964" nodeType="withEffect" fill="hold" presetClass="emph" presetID="1" presetSubtype="2">
                                  <p:stCondLst>
                                    <p:cond delay="0"/>
                                  </p:stCondLst>
                                  <p:childTnLst>
                                    <p:animClr clrSpc="rgb">
                                      <p:cBhvr>
                                        <p:cTn id="5965" dur="500" fill="hold"/>
                                        <p:tgtEl>
                                          <p:spTgt spid="1462"/>
                                        </p:tgtEl>
                                        <p:attrNameLst>
                                          <p:attrName>fillcolor</p:attrName>
                                        </p:attrNameLst>
                                      </p:cBhvr>
                                      <p:to>
                                        <a:srgbClr val="95b3d7"/>
                                      </p:to>
                                    </p:animClr>
                                    <p:set>
                                      <p:cBhvr>
                                        <p:cTn id="5966" dur="500" fill="hold"/>
                                        <p:tgtEl>
                                          <p:spTgt spid="1462"/>
                                        </p:tgtEl>
                                        <p:attrNameLst>
                                          <p:attrName>fill.type</p:attrName>
                                        </p:attrNameLst>
                                      </p:cBhvr>
                                      <p:to>
                                        <p:strVal val="solid"/>
                                      </p:to>
                                    </p:set>
                                    <p:set>
                                      <p:cBhvr>
                                        <p:cTn id="5967" dur="500" fill="hold"/>
                                        <p:tgtEl>
                                          <p:spTgt spid="1462"/>
                                        </p:tgtEl>
                                        <p:attrNameLst>
                                          <p:attrName>fill.on</p:attrName>
                                        </p:attrNameLst>
                                      </p:cBhvr>
                                      <p:to>
                                        <p:strVal val="true"/>
                                      </p:to>
                                    </p:set>
                                  </p:childTnLst>
                                </p:cTn>
                              </p:par>
                              <p:par>
                                <p:cTn id="5968" nodeType="withEffect" fill="hold" presetClass="emph" presetID="1" presetSubtype="2">
                                  <p:stCondLst>
                                    <p:cond delay="0"/>
                                  </p:stCondLst>
                                  <p:childTnLst>
                                    <p:animClr clrSpc="rgb">
                                      <p:cBhvr>
                                        <p:cTn id="5969" dur="500" fill="hold"/>
                                        <p:tgtEl>
                                          <p:spTgt spid="1466"/>
                                        </p:tgtEl>
                                        <p:attrNameLst>
                                          <p:attrName>fillcolor</p:attrName>
                                        </p:attrNameLst>
                                      </p:cBhvr>
                                      <p:to>
                                        <a:srgbClr val="95b3d7"/>
                                      </p:to>
                                    </p:animClr>
                                    <p:set>
                                      <p:cBhvr>
                                        <p:cTn id="5970" dur="500" fill="hold"/>
                                        <p:tgtEl>
                                          <p:spTgt spid="1466"/>
                                        </p:tgtEl>
                                        <p:attrNameLst>
                                          <p:attrName>fill.type</p:attrName>
                                        </p:attrNameLst>
                                      </p:cBhvr>
                                      <p:to>
                                        <p:strVal val="solid"/>
                                      </p:to>
                                    </p:set>
                                    <p:set>
                                      <p:cBhvr>
                                        <p:cTn id="5971" dur="500" fill="hold"/>
                                        <p:tgtEl>
                                          <p:spTgt spid="1466"/>
                                        </p:tgtEl>
                                        <p:attrNameLst>
                                          <p:attrName>fill.on</p:attrName>
                                        </p:attrNameLst>
                                      </p:cBhvr>
                                      <p:to>
                                        <p:strVal val="true"/>
                                      </p:to>
                                    </p:set>
                                  </p:childTnLst>
                                </p:cTn>
                              </p:par>
                              <p:par>
                                <p:cTn id="5972" nodeType="withEffect" fill="hold" presetClass="exit" presetID="10">
                                  <p:stCondLst>
                                    <p:cond delay="0"/>
                                  </p:stCondLst>
                                  <p:childTnLst>
                                    <p:animEffect filter="fade" transition="out">
                                      <p:cBhvr additive="repl">
                                        <p:cTn id="5973" dur="500"/>
                                        <p:tgtEl>
                                          <p:spTgt spid="1460"/>
                                        </p:tgtEl>
                                      </p:cBhvr>
                                    </p:animEffect>
                                    <p:set>
                                      <p:cBhvr>
                                        <p:cTn id="5974" dur="1" fill="hold">
                                          <p:stCondLst>
                                            <p:cond delay="499"/>
                                          </p:stCondLst>
                                        </p:cTn>
                                        <p:tgtEl>
                                          <p:spTgt spid="1460"/>
                                        </p:tgtEl>
                                        <p:attrNameLst>
                                          <p:attrName>style.visibility</p:attrName>
                                        </p:attrNameLst>
                                      </p:cBhvr>
                                      <p:to>
                                        <p:strVal val="hidden"/>
                                      </p:to>
                                    </p:set>
                                  </p:childTnLst>
                                </p:cTn>
                              </p:par>
                              <p:par>
                                <p:cTn id="5975" nodeType="withEffect" fill="hold" presetClass="exit" presetID="10">
                                  <p:stCondLst>
                                    <p:cond delay="0"/>
                                  </p:stCondLst>
                                  <p:childTnLst>
                                    <p:animEffect filter="fade" transition="out">
                                      <p:cBhvr additive="repl">
                                        <p:cTn id="5976" dur="500"/>
                                        <p:tgtEl>
                                          <p:spTgt spid="1459"/>
                                        </p:tgtEl>
                                      </p:cBhvr>
                                    </p:animEffect>
                                    <p:set>
                                      <p:cBhvr>
                                        <p:cTn id="5977" dur="1" fill="hold">
                                          <p:stCondLst>
                                            <p:cond delay="499"/>
                                          </p:stCondLst>
                                        </p:cTn>
                                        <p:tgtEl>
                                          <p:spTgt spid="1459"/>
                                        </p:tgtEl>
                                        <p:attrNameLst>
                                          <p:attrName>style.visibility</p:attrName>
                                        </p:attrNameLst>
                                      </p:cBhvr>
                                      <p:to>
                                        <p:strVal val="hidden"/>
                                      </p:to>
                                    </p:set>
                                  </p:childTnLst>
                                </p:cTn>
                              </p:par>
                              <p:par>
                                <p:cTn id="5978" nodeType="withEffect" fill="hold" presetClass="exit" presetID="10">
                                  <p:stCondLst>
                                    <p:cond delay="0"/>
                                  </p:stCondLst>
                                  <p:childTnLst>
                                    <p:animEffect filter="fade" transition="out">
                                      <p:cBhvr additive="repl">
                                        <p:cTn id="5979" dur="500"/>
                                        <p:tgtEl>
                                          <p:spTgt spid="1464"/>
                                        </p:tgtEl>
                                      </p:cBhvr>
                                    </p:animEffect>
                                    <p:set>
                                      <p:cBhvr>
                                        <p:cTn id="5980" dur="1" fill="hold">
                                          <p:stCondLst>
                                            <p:cond delay="499"/>
                                          </p:stCondLst>
                                        </p:cTn>
                                        <p:tgtEl>
                                          <p:spTgt spid="1464"/>
                                        </p:tgtEl>
                                        <p:attrNameLst>
                                          <p:attrName>style.visibility</p:attrName>
                                        </p:attrNameLst>
                                      </p:cBhvr>
                                      <p:to>
                                        <p:strVal val="hidden"/>
                                      </p:to>
                                    </p:set>
                                  </p:childTnLst>
                                </p:cTn>
                              </p:par>
                              <p:par>
                                <p:cTn id="5981" nodeType="withEffect" fill="hold" presetClass="exit" presetID="10">
                                  <p:stCondLst>
                                    <p:cond delay="0"/>
                                  </p:stCondLst>
                                  <p:childTnLst>
                                    <p:animEffect filter="fade" transition="out">
                                      <p:cBhvr additive="repl">
                                        <p:cTn id="5982" dur="500"/>
                                        <p:tgtEl>
                                          <p:spTgt spid="1463"/>
                                        </p:tgtEl>
                                      </p:cBhvr>
                                    </p:animEffect>
                                    <p:set>
                                      <p:cBhvr>
                                        <p:cTn id="5983" dur="1" fill="hold">
                                          <p:stCondLst>
                                            <p:cond delay="499"/>
                                          </p:stCondLst>
                                        </p:cTn>
                                        <p:tgtEl>
                                          <p:spTgt spid="1463"/>
                                        </p:tgtEl>
                                        <p:attrNameLst>
                                          <p:attrName>style.visibility</p:attrName>
                                        </p:attrNameLst>
                                      </p:cBhvr>
                                      <p:to>
                                        <p:strVal val="hidden"/>
                                      </p:to>
                                    </p:set>
                                  </p:childTnLst>
                                </p:cTn>
                              </p:par>
                              <p:par>
                                <p:cTn id="5984" nodeType="withEffect" fill="hold" presetClass="exit" presetID="10">
                                  <p:stCondLst>
                                    <p:cond delay="0"/>
                                  </p:stCondLst>
                                  <p:childTnLst>
                                    <p:animEffect filter="fade" transition="out">
                                      <p:cBhvr additive="repl">
                                        <p:cTn id="5985" dur="500"/>
                                        <p:tgtEl>
                                          <p:spTgt spid="1468"/>
                                        </p:tgtEl>
                                      </p:cBhvr>
                                    </p:animEffect>
                                    <p:set>
                                      <p:cBhvr>
                                        <p:cTn id="5986" dur="1" fill="hold">
                                          <p:stCondLst>
                                            <p:cond delay="499"/>
                                          </p:stCondLst>
                                        </p:cTn>
                                        <p:tgtEl>
                                          <p:spTgt spid="1468"/>
                                        </p:tgtEl>
                                        <p:attrNameLst>
                                          <p:attrName>style.visibility</p:attrName>
                                        </p:attrNameLst>
                                      </p:cBhvr>
                                      <p:to>
                                        <p:strVal val="hidden"/>
                                      </p:to>
                                    </p:set>
                                  </p:childTnLst>
                                </p:cTn>
                              </p:par>
                              <p:par>
                                <p:cTn id="5987" nodeType="withEffect" fill="hold" presetClass="exit" presetID="10">
                                  <p:stCondLst>
                                    <p:cond delay="0"/>
                                  </p:stCondLst>
                                  <p:childTnLst>
                                    <p:animEffect filter="fade" transition="out">
                                      <p:cBhvr additive="repl">
                                        <p:cTn id="5988" dur="500"/>
                                        <p:tgtEl>
                                          <p:spTgt spid="1467"/>
                                        </p:tgtEl>
                                      </p:cBhvr>
                                    </p:animEffect>
                                    <p:set>
                                      <p:cBhvr>
                                        <p:cTn id="5989" dur="1" fill="hold">
                                          <p:stCondLst>
                                            <p:cond delay="499"/>
                                          </p:stCondLst>
                                        </p:cTn>
                                        <p:tgtEl>
                                          <p:spTgt spid="14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5990" restart="whenNotActive" nodeType="interactiveSeq" fill="hold">
                <p:stCondLst>
                  <p:cond delay="0" evt="onClick">
                    <p:tgtEl>
                      <p:spTgt spid="1456"/>
                    </p:tgtEl>
                  </p:cond>
                </p:stCondLst>
                <p:childTnLst>
                  <p:par>
                    <p:cTn id="5991" fill="hold">
                      <p:stCondLst>
                        <p:cond delay="0" evt="onClick">
                          <p:tgtEl>
                            <p:spTgt spid="1456"/>
                          </p:tgtEl>
                        </p:cond>
                      </p:stCondLst>
                      <p:childTnLst>
                        <p:par>
                          <p:cTn id="5992" fill="hold">
                            <p:stCondLst>
                              <p:cond delay="0"/>
                            </p:stCondLst>
                            <p:childTnLst>
                              <p:par>
                                <p:cTn id="5993" nodeType="clickEffect" fill="hold" presetClass="exit" presetID="9">
                                  <p:stCondLst>
                                    <p:cond delay="0"/>
                                  </p:stCondLst>
                                  <p:childTnLst>
                                    <p:animEffect filter="dissolve" transition="out">
                                      <p:cBhvr additive="repl">
                                        <p:cTn id="5994" dur="500"/>
                                        <p:tgtEl>
                                          <p:spTgt spid="1456"/>
                                        </p:tgtEl>
                                      </p:cBhvr>
                                    </p:animEffect>
                                    <p:set>
                                      <p:cBhvr>
                                        <p:cTn id="5995" dur="1" fill="hold">
                                          <p:stCondLst>
                                            <p:cond delay="499"/>
                                          </p:stCondLst>
                                        </p:cTn>
                                        <p:tgtEl>
                                          <p:spTgt spid="1456"/>
                                        </p:tgtEl>
                                        <p:attrNameLst>
                                          <p:attrName>style.visibility</p:attrName>
                                        </p:attrNameLst>
                                      </p:cBhvr>
                                      <p:to>
                                        <p:strVal val="hidden"/>
                                      </p:to>
                                    </p:set>
                                  </p:childTnLst>
                                </p:cTn>
                              </p:par>
                              <p:par>
                                <p:cTn id="5996" nodeType="withEffect" fill="hold" presetClass="exit" presetID="9">
                                  <p:stCondLst>
                                    <p:cond delay="0"/>
                                  </p:stCondLst>
                                  <p:childTnLst>
                                    <p:animEffect filter="dissolve" transition="out">
                                      <p:cBhvr additive="repl">
                                        <p:cTn id="5997" dur="500"/>
                                        <p:tgtEl>
                                          <p:spTgt spid="1455"/>
                                        </p:tgtEl>
                                      </p:cBhvr>
                                    </p:animEffect>
                                    <p:set>
                                      <p:cBhvr>
                                        <p:cTn id="5998" dur="1" fill="hold">
                                          <p:stCondLst>
                                            <p:cond delay="499"/>
                                          </p:stCondLst>
                                        </p:cTn>
                                        <p:tgtEl>
                                          <p:spTgt spid="1455"/>
                                        </p:tgtEl>
                                        <p:attrNameLst>
                                          <p:attrName>style.visibility</p:attrName>
                                        </p:attrNameLst>
                                      </p:cBhvr>
                                      <p:to>
                                        <p:strVal val="hidden"/>
                                      </p:to>
                                    </p:set>
                                  </p:childTnLst>
                                </p:cTn>
                              </p:par>
                              <p:par>
                                <p:cTn id="5999" nodeType="withEffect" fill="hold" presetClass="emph" presetID="1" presetSubtype="2">
                                  <p:stCondLst>
                                    <p:cond delay="0"/>
                                  </p:stCondLst>
                                  <p:childTnLst>
                                    <p:animClr clrSpc="rgb">
                                      <p:cBhvr>
                                        <p:cTn id="6000" dur="500" fill="hold"/>
                                        <p:tgtEl>
                                          <p:spTgt spid="1454"/>
                                        </p:tgtEl>
                                        <p:attrNameLst>
                                          <p:attrName>fillcolor</p:attrName>
                                        </p:attrNameLst>
                                      </p:cBhvr>
                                      <p:to>
                                        <a:srgbClr val="95b3d7"/>
                                      </p:to>
                                    </p:animClr>
                                    <p:set>
                                      <p:cBhvr>
                                        <p:cTn id="6001" dur="500" fill="hold"/>
                                        <p:tgtEl>
                                          <p:spTgt spid="1454"/>
                                        </p:tgtEl>
                                        <p:attrNameLst>
                                          <p:attrName>fill.type</p:attrName>
                                        </p:attrNameLst>
                                      </p:cBhvr>
                                      <p:to>
                                        <p:strVal val="solid"/>
                                      </p:to>
                                    </p:set>
                                    <p:set>
                                      <p:cBhvr>
                                        <p:cTn id="6002" dur="500" fill="hold"/>
                                        <p:tgtEl>
                                          <p:spTgt spid="1454"/>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003" restart="whenNotActive" nodeType="interactiveSeq" fill="hold">
                <p:stCondLst>
                  <p:cond delay="0" evt="onClick">
                    <p:tgtEl>
                      <p:spTgt spid="1457"/>
                    </p:tgtEl>
                  </p:cond>
                </p:stCondLst>
                <p:childTnLst>
                  <p:par>
                    <p:cTn id="6004" fill="hold">
                      <p:stCondLst>
                        <p:cond delay="0" evt="onClick">
                          <p:tgtEl>
                            <p:spTgt spid="1457"/>
                          </p:tgtEl>
                        </p:cond>
                      </p:stCondLst>
                      <p:childTnLst>
                        <p:par>
                          <p:cTn id="6005" fill="hold">
                            <p:stCondLst>
                              <p:cond delay="0"/>
                            </p:stCondLst>
                            <p:childTnLst>
                              <p:par>
                                <p:cTn id="6006" nodeType="clickEffect" fill="hold" presetClass="entr" presetID="16" presetSubtype="21">
                                  <p:stCondLst>
                                    <p:cond delay="0"/>
                                  </p:stCondLst>
                                  <p:childTnLst>
                                    <p:set>
                                      <p:cBhvr>
                                        <p:cTn id="6007" dur="1" fill="hold">
                                          <p:stCondLst>
                                            <p:cond delay="0"/>
                                          </p:stCondLst>
                                        </p:cTn>
                                        <p:tgtEl>
                                          <p:spTgt spid="1460"/>
                                        </p:tgtEl>
                                        <p:attrNameLst>
                                          <p:attrName>style.visibility</p:attrName>
                                        </p:attrNameLst>
                                      </p:cBhvr>
                                      <p:to>
                                        <p:strVal val="visible"/>
                                      </p:to>
                                    </p:set>
                                    <p:animEffect filter="barn(inVertical)" transition="in">
                                      <p:cBhvr additive="repl">
                                        <p:cTn id="6008" dur="500"/>
                                        <p:tgtEl>
                                          <p:spTgt spid="1460"/>
                                        </p:tgtEl>
                                      </p:cBhvr>
                                    </p:animEffect>
                                  </p:childTnLst>
                                </p:cTn>
                              </p:par>
                              <p:par>
                                <p:cTn id="6009" nodeType="withEffect" fill="hold" presetClass="entr" presetID="16" presetSubtype="21">
                                  <p:stCondLst>
                                    <p:cond delay="0"/>
                                  </p:stCondLst>
                                  <p:childTnLst>
                                    <p:set>
                                      <p:cBhvr>
                                        <p:cTn id="6010" dur="1" fill="hold">
                                          <p:stCondLst>
                                            <p:cond delay="0"/>
                                          </p:stCondLst>
                                        </p:cTn>
                                        <p:tgtEl>
                                          <p:spTgt spid="1459"/>
                                        </p:tgtEl>
                                        <p:attrNameLst>
                                          <p:attrName>style.visibility</p:attrName>
                                        </p:attrNameLst>
                                      </p:cBhvr>
                                      <p:to>
                                        <p:strVal val="visible"/>
                                      </p:to>
                                    </p:set>
                                    <p:animEffect filter="barn(inVertical)" transition="in">
                                      <p:cBhvr additive="repl">
                                        <p:cTn id="6011" dur="500"/>
                                        <p:tgtEl>
                                          <p:spTgt spid="1459"/>
                                        </p:tgtEl>
                                      </p:cBhvr>
                                    </p:animEffect>
                                  </p:childTnLst>
                                </p:cTn>
                              </p:par>
                              <p:par>
                                <p:cTn id="6012" nodeType="withEffect" fill="hold" presetClass="emph" presetID="1" presetSubtype="2">
                                  <p:stCondLst>
                                    <p:cond delay="0"/>
                                  </p:stCondLst>
                                  <p:childTnLst>
                                    <p:animClr clrSpc="rgb">
                                      <p:cBhvr>
                                        <p:cTn id="6013" dur="500" fill="hold"/>
                                        <p:tgtEl>
                                          <p:spTgt spid="1458"/>
                                        </p:tgtEl>
                                        <p:attrNameLst>
                                          <p:attrName>fillcolor</p:attrName>
                                        </p:attrNameLst>
                                      </p:cBhvr>
                                      <p:to>
                                        <a:srgbClr val="8a80e4"/>
                                      </p:to>
                                    </p:animClr>
                                    <p:set>
                                      <p:cBhvr>
                                        <p:cTn id="6014" dur="500" fill="hold"/>
                                        <p:tgtEl>
                                          <p:spTgt spid="1458"/>
                                        </p:tgtEl>
                                        <p:attrNameLst>
                                          <p:attrName>fill.type</p:attrName>
                                        </p:attrNameLst>
                                      </p:cBhvr>
                                      <p:to>
                                        <p:strVal val="solid"/>
                                      </p:to>
                                    </p:set>
                                    <p:set>
                                      <p:cBhvr>
                                        <p:cTn id="6015" dur="500" fill="hold"/>
                                        <p:tgtEl>
                                          <p:spTgt spid="1458"/>
                                        </p:tgtEl>
                                        <p:attrNameLst>
                                          <p:attrName>fill.on</p:attrName>
                                        </p:attrNameLst>
                                      </p:cBhvr>
                                      <p:to>
                                        <p:strVal val="true"/>
                                      </p:to>
                                    </p:set>
                                  </p:childTnLst>
                                </p:cTn>
                              </p:par>
                              <p:par>
                                <p:cTn id="6016" nodeType="withEffect" fill="hold" presetClass="emph" presetID="1" presetSubtype="2">
                                  <p:stCondLst>
                                    <p:cond delay="0"/>
                                  </p:stCondLst>
                                  <p:childTnLst>
                                    <p:animClr clrSpc="rgb">
                                      <p:cBhvr>
                                        <p:cTn id="6017" dur="500" fill="hold"/>
                                        <p:tgtEl>
                                          <p:spTgt spid="1454"/>
                                        </p:tgtEl>
                                        <p:attrNameLst>
                                          <p:attrName>fillcolor</p:attrName>
                                        </p:attrNameLst>
                                      </p:cBhvr>
                                      <p:to>
                                        <a:srgbClr val="95b3d7"/>
                                      </p:to>
                                    </p:animClr>
                                    <p:set>
                                      <p:cBhvr>
                                        <p:cTn id="6018" dur="500" fill="hold"/>
                                        <p:tgtEl>
                                          <p:spTgt spid="1454"/>
                                        </p:tgtEl>
                                        <p:attrNameLst>
                                          <p:attrName>fill.type</p:attrName>
                                        </p:attrNameLst>
                                      </p:cBhvr>
                                      <p:to>
                                        <p:strVal val="solid"/>
                                      </p:to>
                                    </p:set>
                                    <p:set>
                                      <p:cBhvr>
                                        <p:cTn id="6019" dur="500" fill="hold"/>
                                        <p:tgtEl>
                                          <p:spTgt spid="1454"/>
                                        </p:tgtEl>
                                        <p:attrNameLst>
                                          <p:attrName>fill.on</p:attrName>
                                        </p:attrNameLst>
                                      </p:cBhvr>
                                      <p:to>
                                        <p:strVal val="true"/>
                                      </p:to>
                                    </p:set>
                                  </p:childTnLst>
                                </p:cTn>
                              </p:par>
                              <p:par>
                                <p:cTn id="6020" nodeType="withEffect" fill="hold" presetClass="emph" presetID="1" presetSubtype="2">
                                  <p:stCondLst>
                                    <p:cond delay="0"/>
                                  </p:stCondLst>
                                  <p:childTnLst>
                                    <p:animClr clrSpc="rgb">
                                      <p:cBhvr>
                                        <p:cTn id="6021" dur="500" fill="hold"/>
                                        <p:tgtEl>
                                          <p:spTgt spid="1462"/>
                                        </p:tgtEl>
                                        <p:attrNameLst>
                                          <p:attrName>fillcolor</p:attrName>
                                        </p:attrNameLst>
                                      </p:cBhvr>
                                      <p:to>
                                        <a:srgbClr val="95b3d7"/>
                                      </p:to>
                                    </p:animClr>
                                    <p:set>
                                      <p:cBhvr>
                                        <p:cTn id="6022" dur="500" fill="hold"/>
                                        <p:tgtEl>
                                          <p:spTgt spid="1462"/>
                                        </p:tgtEl>
                                        <p:attrNameLst>
                                          <p:attrName>fill.type</p:attrName>
                                        </p:attrNameLst>
                                      </p:cBhvr>
                                      <p:to>
                                        <p:strVal val="solid"/>
                                      </p:to>
                                    </p:set>
                                    <p:set>
                                      <p:cBhvr>
                                        <p:cTn id="6023" dur="500" fill="hold"/>
                                        <p:tgtEl>
                                          <p:spTgt spid="1462"/>
                                        </p:tgtEl>
                                        <p:attrNameLst>
                                          <p:attrName>fill.on</p:attrName>
                                        </p:attrNameLst>
                                      </p:cBhvr>
                                      <p:to>
                                        <p:strVal val="true"/>
                                      </p:to>
                                    </p:set>
                                  </p:childTnLst>
                                </p:cTn>
                              </p:par>
                              <p:par>
                                <p:cTn id="6024" nodeType="withEffect" fill="hold" presetClass="emph" presetID="1" presetSubtype="2">
                                  <p:stCondLst>
                                    <p:cond delay="0"/>
                                  </p:stCondLst>
                                  <p:childTnLst>
                                    <p:animClr clrSpc="rgb">
                                      <p:cBhvr>
                                        <p:cTn id="6025" dur="500" fill="hold"/>
                                        <p:tgtEl>
                                          <p:spTgt spid="1466"/>
                                        </p:tgtEl>
                                        <p:attrNameLst>
                                          <p:attrName>fillcolor</p:attrName>
                                        </p:attrNameLst>
                                      </p:cBhvr>
                                      <p:to>
                                        <a:srgbClr val="95b3d7"/>
                                      </p:to>
                                    </p:animClr>
                                    <p:set>
                                      <p:cBhvr>
                                        <p:cTn id="6026" dur="500" fill="hold"/>
                                        <p:tgtEl>
                                          <p:spTgt spid="1466"/>
                                        </p:tgtEl>
                                        <p:attrNameLst>
                                          <p:attrName>fill.type</p:attrName>
                                        </p:attrNameLst>
                                      </p:cBhvr>
                                      <p:to>
                                        <p:strVal val="solid"/>
                                      </p:to>
                                    </p:set>
                                    <p:set>
                                      <p:cBhvr>
                                        <p:cTn id="6027" dur="500" fill="hold"/>
                                        <p:tgtEl>
                                          <p:spTgt spid="1466"/>
                                        </p:tgtEl>
                                        <p:attrNameLst>
                                          <p:attrName>fill.on</p:attrName>
                                        </p:attrNameLst>
                                      </p:cBhvr>
                                      <p:to>
                                        <p:strVal val="true"/>
                                      </p:to>
                                    </p:set>
                                  </p:childTnLst>
                                </p:cTn>
                              </p:par>
                              <p:par>
                                <p:cTn id="6028" nodeType="withEffect" fill="hold" presetClass="exit" presetID="10">
                                  <p:stCondLst>
                                    <p:cond delay="0"/>
                                  </p:stCondLst>
                                  <p:childTnLst>
                                    <p:animEffect filter="fade" transition="out">
                                      <p:cBhvr additive="repl">
                                        <p:cTn id="6029" dur="500"/>
                                        <p:tgtEl>
                                          <p:spTgt spid="1456"/>
                                        </p:tgtEl>
                                      </p:cBhvr>
                                    </p:animEffect>
                                    <p:set>
                                      <p:cBhvr>
                                        <p:cTn id="6030" dur="1" fill="hold">
                                          <p:stCondLst>
                                            <p:cond delay="499"/>
                                          </p:stCondLst>
                                        </p:cTn>
                                        <p:tgtEl>
                                          <p:spTgt spid="1456"/>
                                        </p:tgtEl>
                                        <p:attrNameLst>
                                          <p:attrName>style.visibility</p:attrName>
                                        </p:attrNameLst>
                                      </p:cBhvr>
                                      <p:to>
                                        <p:strVal val="hidden"/>
                                      </p:to>
                                    </p:set>
                                  </p:childTnLst>
                                </p:cTn>
                              </p:par>
                              <p:par>
                                <p:cTn id="6031" nodeType="withEffect" fill="hold" presetClass="exit" presetID="10">
                                  <p:stCondLst>
                                    <p:cond delay="0"/>
                                  </p:stCondLst>
                                  <p:childTnLst>
                                    <p:animEffect filter="fade" transition="out">
                                      <p:cBhvr additive="repl">
                                        <p:cTn id="6032" dur="500"/>
                                        <p:tgtEl>
                                          <p:spTgt spid="1455"/>
                                        </p:tgtEl>
                                      </p:cBhvr>
                                    </p:animEffect>
                                    <p:set>
                                      <p:cBhvr>
                                        <p:cTn id="6033" dur="1" fill="hold">
                                          <p:stCondLst>
                                            <p:cond delay="499"/>
                                          </p:stCondLst>
                                        </p:cTn>
                                        <p:tgtEl>
                                          <p:spTgt spid="1455"/>
                                        </p:tgtEl>
                                        <p:attrNameLst>
                                          <p:attrName>style.visibility</p:attrName>
                                        </p:attrNameLst>
                                      </p:cBhvr>
                                      <p:to>
                                        <p:strVal val="hidden"/>
                                      </p:to>
                                    </p:set>
                                  </p:childTnLst>
                                </p:cTn>
                              </p:par>
                              <p:par>
                                <p:cTn id="6034" nodeType="withEffect" fill="hold" presetClass="exit" presetID="10">
                                  <p:stCondLst>
                                    <p:cond delay="0"/>
                                  </p:stCondLst>
                                  <p:childTnLst>
                                    <p:animEffect filter="fade" transition="out">
                                      <p:cBhvr additive="repl">
                                        <p:cTn id="6035" dur="500"/>
                                        <p:tgtEl>
                                          <p:spTgt spid="1464"/>
                                        </p:tgtEl>
                                      </p:cBhvr>
                                    </p:animEffect>
                                    <p:set>
                                      <p:cBhvr>
                                        <p:cTn id="6036" dur="1" fill="hold">
                                          <p:stCondLst>
                                            <p:cond delay="499"/>
                                          </p:stCondLst>
                                        </p:cTn>
                                        <p:tgtEl>
                                          <p:spTgt spid="1464"/>
                                        </p:tgtEl>
                                        <p:attrNameLst>
                                          <p:attrName>style.visibility</p:attrName>
                                        </p:attrNameLst>
                                      </p:cBhvr>
                                      <p:to>
                                        <p:strVal val="hidden"/>
                                      </p:to>
                                    </p:set>
                                  </p:childTnLst>
                                </p:cTn>
                              </p:par>
                              <p:par>
                                <p:cTn id="6037" nodeType="withEffect" fill="hold" presetClass="exit" presetID="10">
                                  <p:stCondLst>
                                    <p:cond delay="0"/>
                                  </p:stCondLst>
                                  <p:childTnLst>
                                    <p:animEffect filter="fade" transition="out">
                                      <p:cBhvr additive="repl">
                                        <p:cTn id="6038" dur="500"/>
                                        <p:tgtEl>
                                          <p:spTgt spid="1463"/>
                                        </p:tgtEl>
                                      </p:cBhvr>
                                    </p:animEffect>
                                    <p:set>
                                      <p:cBhvr>
                                        <p:cTn id="6039" dur="1" fill="hold">
                                          <p:stCondLst>
                                            <p:cond delay="499"/>
                                          </p:stCondLst>
                                        </p:cTn>
                                        <p:tgtEl>
                                          <p:spTgt spid="1463"/>
                                        </p:tgtEl>
                                        <p:attrNameLst>
                                          <p:attrName>style.visibility</p:attrName>
                                        </p:attrNameLst>
                                      </p:cBhvr>
                                      <p:to>
                                        <p:strVal val="hidden"/>
                                      </p:to>
                                    </p:set>
                                  </p:childTnLst>
                                </p:cTn>
                              </p:par>
                              <p:par>
                                <p:cTn id="6040" nodeType="withEffect" fill="hold" presetClass="exit" presetID="10">
                                  <p:stCondLst>
                                    <p:cond delay="0"/>
                                  </p:stCondLst>
                                  <p:childTnLst>
                                    <p:animEffect filter="fade" transition="out">
                                      <p:cBhvr additive="repl">
                                        <p:cTn id="6041" dur="500"/>
                                        <p:tgtEl>
                                          <p:spTgt spid="1468"/>
                                        </p:tgtEl>
                                      </p:cBhvr>
                                    </p:animEffect>
                                    <p:set>
                                      <p:cBhvr>
                                        <p:cTn id="6042" dur="1" fill="hold">
                                          <p:stCondLst>
                                            <p:cond delay="499"/>
                                          </p:stCondLst>
                                        </p:cTn>
                                        <p:tgtEl>
                                          <p:spTgt spid="1468"/>
                                        </p:tgtEl>
                                        <p:attrNameLst>
                                          <p:attrName>style.visibility</p:attrName>
                                        </p:attrNameLst>
                                      </p:cBhvr>
                                      <p:to>
                                        <p:strVal val="hidden"/>
                                      </p:to>
                                    </p:set>
                                  </p:childTnLst>
                                </p:cTn>
                              </p:par>
                              <p:par>
                                <p:cTn id="6043" nodeType="withEffect" fill="hold" presetClass="exit" presetID="10">
                                  <p:stCondLst>
                                    <p:cond delay="0"/>
                                  </p:stCondLst>
                                  <p:childTnLst>
                                    <p:animEffect filter="fade" transition="out">
                                      <p:cBhvr additive="repl">
                                        <p:cTn id="6044" dur="500"/>
                                        <p:tgtEl>
                                          <p:spTgt spid="1467"/>
                                        </p:tgtEl>
                                      </p:cBhvr>
                                    </p:animEffect>
                                    <p:set>
                                      <p:cBhvr>
                                        <p:cTn id="6045" dur="1" fill="hold">
                                          <p:stCondLst>
                                            <p:cond delay="499"/>
                                          </p:stCondLst>
                                        </p:cTn>
                                        <p:tgtEl>
                                          <p:spTgt spid="14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046" restart="whenNotActive" nodeType="interactiveSeq" fill="hold">
                <p:stCondLst>
                  <p:cond delay="0" evt="onClick">
                    <p:tgtEl>
                      <p:spTgt spid="1460"/>
                    </p:tgtEl>
                  </p:cond>
                </p:stCondLst>
                <p:childTnLst>
                  <p:par>
                    <p:cTn id="6047" fill="hold">
                      <p:stCondLst>
                        <p:cond delay="0" evt="onClick">
                          <p:tgtEl>
                            <p:spTgt spid="1460"/>
                          </p:tgtEl>
                        </p:cond>
                      </p:stCondLst>
                      <p:childTnLst>
                        <p:par>
                          <p:cTn id="6048" fill="hold">
                            <p:stCondLst>
                              <p:cond delay="0"/>
                            </p:stCondLst>
                            <p:childTnLst>
                              <p:par>
                                <p:cTn id="6049" nodeType="clickEffect" fill="hold" presetClass="exit" presetID="9">
                                  <p:stCondLst>
                                    <p:cond delay="0"/>
                                  </p:stCondLst>
                                  <p:childTnLst>
                                    <p:animEffect filter="dissolve" transition="out">
                                      <p:cBhvr additive="repl">
                                        <p:cTn id="6050" dur="500"/>
                                        <p:tgtEl>
                                          <p:spTgt spid="1460"/>
                                        </p:tgtEl>
                                      </p:cBhvr>
                                    </p:animEffect>
                                    <p:set>
                                      <p:cBhvr>
                                        <p:cTn id="6051" dur="1" fill="hold">
                                          <p:stCondLst>
                                            <p:cond delay="499"/>
                                          </p:stCondLst>
                                        </p:cTn>
                                        <p:tgtEl>
                                          <p:spTgt spid="1460"/>
                                        </p:tgtEl>
                                        <p:attrNameLst>
                                          <p:attrName>style.visibility</p:attrName>
                                        </p:attrNameLst>
                                      </p:cBhvr>
                                      <p:to>
                                        <p:strVal val="hidden"/>
                                      </p:to>
                                    </p:set>
                                  </p:childTnLst>
                                </p:cTn>
                              </p:par>
                              <p:par>
                                <p:cTn id="6052" nodeType="withEffect" fill="hold" presetClass="exit" presetID="9">
                                  <p:stCondLst>
                                    <p:cond delay="0"/>
                                  </p:stCondLst>
                                  <p:childTnLst>
                                    <p:animEffect filter="dissolve" transition="out">
                                      <p:cBhvr additive="repl">
                                        <p:cTn id="6053" dur="500"/>
                                        <p:tgtEl>
                                          <p:spTgt spid="1459"/>
                                        </p:tgtEl>
                                      </p:cBhvr>
                                    </p:animEffect>
                                    <p:set>
                                      <p:cBhvr>
                                        <p:cTn id="6054" dur="1" fill="hold">
                                          <p:stCondLst>
                                            <p:cond delay="499"/>
                                          </p:stCondLst>
                                        </p:cTn>
                                        <p:tgtEl>
                                          <p:spTgt spid="1459"/>
                                        </p:tgtEl>
                                        <p:attrNameLst>
                                          <p:attrName>style.visibility</p:attrName>
                                        </p:attrNameLst>
                                      </p:cBhvr>
                                      <p:to>
                                        <p:strVal val="hidden"/>
                                      </p:to>
                                    </p:set>
                                  </p:childTnLst>
                                </p:cTn>
                              </p:par>
                              <p:par>
                                <p:cTn id="6055" nodeType="withEffect" fill="hold" presetClass="emph" presetID="1" presetSubtype="2">
                                  <p:stCondLst>
                                    <p:cond delay="0"/>
                                  </p:stCondLst>
                                  <p:childTnLst>
                                    <p:animClr clrSpc="rgb">
                                      <p:cBhvr>
                                        <p:cTn id="6056" dur="500" fill="hold"/>
                                        <p:tgtEl>
                                          <p:spTgt spid="1458"/>
                                        </p:tgtEl>
                                        <p:attrNameLst>
                                          <p:attrName>fillcolor</p:attrName>
                                        </p:attrNameLst>
                                      </p:cBhvr>
                                      <p:to>
                                        <a:srgbClr val="95b3d7"/>
                                      </p:to>
                                    </p:animClr>
                                    <p:set>
                                      <p:cBhvr>
                                        <p:cTn id="6057" dur="500" fill="hold"/>
                                        <p:tgtEl>
                                          <p:spTgt spid="1458"/>
                                        </p:tgtEl>
                                        <p:attrNameLst>
                                          <p:attrName>fill.type</p:attrName>
                                        </p:attrNameLst>
                                      </p:cBhvr>
                                      <p:to>
                                        <p:strVal val="solid"/>
                                      </p:to>
                                    </p:set>
                                    <p:set>
                                      <p:cBhvr>
                                        <p:cTn id="6058" dur="500" fill="hold"/>
                                        <p:tgtEl>
                                          <p:spTgt spid="1458"/>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059" restart="whenNotActive" nodeType="interactiveSeq" fill="hold">
                <p:stCondLst>
                  <p:cond delay="0" evt="onClick">
                    <p:tgtEl>
                      <p:spTgt spid="1461"/>
                    </p:tgtEl>
                  </p:cond>
                </p:stCondLst>
                <p:childTnLst>
                  <p:par>
                    <p:cTn id="6060" fill="hold">
                      <p:stCondLst>
                        <p:cond delay="0" evt="onClick">
                          <p:tgtEl>
                            <p:spTgt spid="1461"/>
                          </p:tgtEl>
                        </p:cond>
                      </p:stCondLst>
                      <p:childTnLst>
                        <p:par>
                          <p:cTn id="6061" fill="hold">
                            <p:stCondLst>
                              <p:cond delay="0"/>
                            </p:stCondLst>
                            <p:childTnLst>
                              <p:par>
                                <p:cTn id="6062" nodeType="clickEffect" fill="hold" presetClass="entr" presetID="16" presetSubtype="21">
                                  <p:stCondLst>
                                    <p:cond delay="0"/>
                                  </p:stCondLst>
                                  <p:childTnLst>
                                    <p:set>
                                      <p:cBhvr>
                                        <p:cTn id="6063" dur="1" fill="hold">
                                          <p:stCondLst>
                                            <p:cond delay="0"/>
                                          </p:stCondLst>
                                        </p:cTn>
                                        <p:tgtEl>
                                          <p:spTgt spid="1464"/>
                                        </p:tgtEl>
                                        <p:attrNameLst>
                                          <p:attrName>style.visibility</p:attrName>
                                        </p:attrNameLst>
                                      </p:cBhvr>
                                      <p:to>
                                        <p:strVal val="visible"/>
                                      </p:to>
                                    </p:set>
                                    <p:animEffect filter="barn(inVertical)" transition="in">
                                      <p:cBhvr additive="repl">
                                        <p:cTn id="6064" dur="500"/>
                                        <p:tgtEl>
                                          <p:spTgt spid="1464"/>
                                        </p:tgtEl>
                                      </p:cBhvr>
                                    </p:animEffect>
                                  </p:childTnLst>
                                </p:cTn>
                              </p:par>
                              <p:par>
                                <p:cTn id="6065" nodeType="withEffect" fill="hold" presetClass="entr" presetID="16" presetSubtype="21">
                                  <p:stCondLst>
                                    <p:cond delay="0"/>
                                  </p:stCondLst>
                                  <p:childTnLst>
                                    <p:set>
                                      <p:cBhvr>
                                        <p:cTn id="6066" dur="1" fill="hold">
                                          <p:stCondLst>
                                            <p:cond delay="0"/>
                                          </p:stCondLst>
                                        </p:cTn>
                                        <p:tgtEl>
                                          <p:spTgt spid="1463"/>
                                        </p:tgtEl>
                                        <p:attrNameLst>
                                          <p:attrName>style.visibility</p:attrName>
                                        </p:attrNameLst>
                                      </p:cBhvr>
                                      <p:to>
                                        <p:strVal val="visible"/>
                                      </p:to>
                                    </p:set>
                                    <p:animEffect filter="barn(inVertical)" transition="in">
                                      <p:cBhvr additive="repl">
                                        <p:cTn id="6067" dur="500"/>
                                        <p:tgtEl>
                                          <p:spTgt spid="1463"/>
                                        </p:tgtEl>
                                      </p:cBhvr>
                                    </p:animEffect>
                                  </p:childTnLst>
                                </p:cTn>
                              </p:par>
                              <p:par>
                                <p:cTn id="6068" nodeType="withEffect" fill="hold" presetClass="emph" presetID="1" presetSubtype="2">
                                  <p:stCondLst>
                                    <p:cond delay="0"/>
                                  </p:stCondLst>
                                  <p:childTnLst>
                                    <p:animClr clrSpc="rgb">
                                      <p:cBhvr>
                                        <p:cTn id="6069" dur="500" fill="hold"/>
                                        <p:tgtEl>
                                          <p:spTgt spid="1462"/>
                                        </p:tgtEl>
                                        <p:attrNameLst>
                                          <p:attrName>fillcolor</p:attrName>
                                        </p:attrNameLst>
                                      </p:cBhvr>
                                      <p:to>
                                        <a:srgbClr val="8a80e4"/>
                                      </p:to>
                                    </p:animClr>
                                    <p:set>
                                      <p:cBhvr>
                                        <p:cTn id="6070" dur="500" fill="hold"/>
                                        <p:tgtEl>
                                          <p:spTgt spid="1462"/>
                                        </p:tgtEl>
                                        <p:attrNameLst>
                                          <p:attrName>fill.type</p:attrName>
                                        </p:attrNameLst>
                                      </p:cBhvr>
                                      <p:to>
                                        <p:strVal val="solid"/>
                                      </p:to>
                                    </p:set>
                                    <p:set>
                                      <p:cBhvr>
                                        <p:cTn id="6071" dur="500" fill="hold"/>
                                        <p:tgtEl>
                                          <p:spTgt spid="1462"/>
                                        </p:tgtEl>
                                        <p:attrNameLst>
                                          <p:attrName>fill.on</p:attrName>
                                        </p:attrNameLst>
                                      </p:cBhvr>
                                      <p:to>
                                        <p:strVal val="true"/>
                                      </p:to>
                                    </p:set>
                                  </p:childTnLst>
                                </p:cTn>
                              </p:par>
                              <p:par>
                                <p:cTn id="6072" nodeType="withEffect" fill="hold" presetClass="emph" presetID="1" presetSubtype="2">
                                  <p:stCondLst>
                                    <p:cond delay="0"/>
                                  </p:stCondLst>
                                  <p:childTnLst>
                                    <p:animClr clrSpc="rgb">
                                      <p:cBhvr>
                                        <p:cTn id="6073" dur="500" fill="hold"/>
                                        <p:tgtEl>
                                          <p:spTgt spid="1454"/>
                                        </p:tgtEl>
                                        <p:attrNameLst>
                                          <p:attrName>fillcolor</p:attrName>
                                        </p:attrNameLst>
                                      </p:cBhvr>
                                      <p:to>
                                        <a:srgbClr val="95b3d7"/>
                                      </p:to>
                                    </p:animClr>
                                    <p:set>
                                      <p:cBhvr>
                                        <p:cTn id="6074" dur="500" fill="hold"/>
                                        <p:tgtEl>
                                          <p:spTgt spid="1454"/>
                                        </p:tgtEl>
                                        <p:attrNameLst>
                                          <p:attrName>fill.type</p:attrName>
                                        </p:attrNameLst>
                                      </p:cBhvr>
                                      <p:to>
                                        <p:strVal val="solid"/>
                                      </p:to>
                                    </p:set>
                                    <p:set>
                                      <p:cBhvr>
                                        <p:cTn id="6075" dur="500" fill="hold"/>
                                        <p:tgtEl>
                                          <p:spTgt spid="1454"/>
                                        </p:tgtEl>
                                        <p:attrNameLst>
                                          <p:attrName>fill.on</p:attrName>
                                        </p:attrNameLst>
                                      </p:cBhvr>
                                      <p:to>
                                        <p:strVal val="true"/>
                                      </p:to>
                                    </p:set>
                                  </p:childTnLst>
                                </p:cTn>
                              </p:par>
                              <p:par>
                                <p:cTn id="6076" nodeType="withEffect" fill="hold" presetClass="emph" presetID="1" presetSubtype="2">
                                  <p:stCondLst>
                                    <p:cond delay="0"/>
                                  </p:stCondLst>
                                  <p:childTnLst>
                                    <p:animClr clrSpc="rgb">
                                      <p:cBhvr>
                                        <p:cTn id="6077" dur="500" fill="hold"/>
                                        <p:tgtEl>
                                          <p:spTgt spid="1458"/>
                                        </p:tgtEl>
                                        <p:attrNameLst>
                                          <p:attrName>fillcolor</p:attrName>
                                        </p:attrNameLst>
                                      </p:cBhvr>
                                      <p:to>
                                        <a:srgbClr val="95b3d7"/>
                                      </p:to>
                                    </p:animClr>
                                    <p:set>
                                      <p:cBhvr>
                                        <p:cTn id="6078" dur="500" fill="hold"/>
                                        <p:tgtEl>
                                          <p:spTgt spid="1458"/>
                                        </p:tgtEl>
                                        <p:attrNameLst>
                                          <p:attrName>fill.type</p:attrName>
                                        </p:attrNameLst>
                                      </p:cBhvr>
                                      <p:to>
                                        <p:strVal val="solid"/>
                                      </p:to>
                                    </p:set>
                                    <p:set>
                                      <p:cBhvr>
                                        <p:cTn id="6079" dur="500" fill="hold"/>
                                        <p:tgtEl>
                                          <p:spTgt spid="1458"/>
                                        </p:tgtEl>
                                        <p:attrNameLst>
                                          <p:attrName>fill.on</p:attrName>
                                        </p:attrNameLst>
                                      </p:cBhvr>
                                      <p:to>
                                        <p:strVal val="true"/>
                                      </p:to>
                                    </p:set>
                                  </p:childTnLst>
                                </p:cTn>
                              </p:par>
                              <p:par>
                                <p:cTn id="6080" nodeType="withEffect" fill="hold" presetClass="emph" presetID="1" presetSubtype="2">
                                  <p:stCondLst>
                                    <p:cond delay="0"/>
                                  </p:stCondLst>
                                  <p:childTnLst>
                                    <p:animClr clrSpc="rgb">
                                      <p:cBhvr>
                                        <p:cTn id="6081" dur="500" fill="hold"/>
                                        <p:tgtEl>
                                          <p:spTgt spid="1466"/>
                                        </p:tgtEl>
                                        <p:attrNameLst>
                                          <p:attrName>fillcolor</p:attrName>
                                        </p:attrNameLst>
                                      </p:cBhvr>
                                      <p:to>
                                        <a:srgbClr val="95b3d7"/>
                                      </p:to>
                                    </p:animClr>
                                    <p:set>
                                      <p:cBhvr>
                                        <p:cTn id="6082" dur="500" fill="hold"/>
                                        <p:tgtEl>
                                          <p:spTgt spid="1466"/>
                                        </p:tgtEl>
                                        <p:attrNameLst>
                                          <p:attrName>fill.type</p:attrName>
                                        </p:attrNameLst>
                                      </p:cBhvr>
                                      <p:to>
                                        <p:strVal val="solid"/>
                                      </p:to>
                                    </p:set>
                                    <p:set>
                                      <p:cBhvr>
                                        <p:cTn id="6083" dur="500" fill="hold"/>
                                        <p:tgtEl>
                                          <p:spTgt spid="1466"/>
                                        </p:tgtEl>
                                        <p:attrNameLst>
                                          <p:attrName>fill.on</p:attrName>
                                        </p:attrNameLst>
                                      </p:cBhvr>
                                      <p:to>
                                        <p:strVal val="true"/>
                                      </p:to>
                                    </p:set>
                                  </p:childTnLst>
                                </p:cTn>
                              </p:par>
                              <p:par>
                                <p:cTn id="6084" nodeType="withEffect" fill="hold" presetClass="exit" presetID="10">
                                  <p:stCondLst>
                                    <p:cond delay="0"/>
                                  </p:stCondLst>
                                  <p:childTnLst>
                                    <p:animEffect filter="fade" transition="out">
                                      <p:cBhvr additive="repl">
                                        <p:cTn id="6085" dur="500"/>
                                        <p:tgtEl>
                                          <p:spTgt spid="1456"/>
                                        </p:tgtEl>
                                      </p:cBhvr>
                                    </p:animEffect>
                                    <p:set>
                                      <p:cBhvr>
                                        <p:cTn id="6086" dur="1" fill="hold">
                                          <p:stCondLst>
                                            <p:cond delay="499"/>
                                          </p:stCondLst>
                                        </p:cTn>
                                        <p:tgtEl>
                                          <p:spTgt spid="1456"/>
                                        </p:tgtEl>
                                        <p:attrNameLst>
                                          <p:attrName>style.visibility</p:attrName>
                                        </p:attrNameLst>
                                      </p:cBhvr>
                                      <p:to>
                                        <p:strVal val="hidden"/>
                                      </p:to>
                                    </p:set>
                                  </p:childTnLst>
                                </p:cTn>
                              </p:par>
                              <p:par>
                                <p:cTn id="6087" nodeType="withEffect" fill="hold" presetClass="exit" presetID="10">
                                  <p:stCondLst>
                                    <p:cond delay="0"/>
                                  </p:stCondLst>
                                  <p:childTnLst>
                                    <p:animEffect filter="fade" transition="out">
                                      <p:cBhvr additive="repl">
                                        <p:cTn id="6088" dur="500"/>
                                        <p:tgtEl>
                                          <p:spTgt spid="1455"/>
                                        </p:tgtEl>
                                      </p:cBhvr>
                                    </p:animEffect>
                                    <p:set>
                                      <p:cBhvr>
                                        <p:cTn id="6089" dur="1" fill="hold">
                                          <p:stCondLst>
                                            <p:cond delay="499"/>
                                          </p:stCondLst>
                                        </p:cTn>
                                        <p:tgtEl>
                                          <p:spTgt spid="1455"/>
                                        </p:tgtEl>
                                        <p:attrNameLst>
                                          <p:attrName>style.visibility</p:attrName>
                                        </p:attrNameLst>
                                      </p:cBhvr>
                                      <p:to>
                                        <p:strVal val="hidden"/>
                                      </p:to>
                                    </p:set>
                                  </p:childTnLst>
                                </p:cTn>
                              </p:par>
                              <p:par>
                                <p:cTn id="6090" nodeType="withEffect" fill="hold" presetClass="exit" presetID="10">
                                  <p:stCondLst>
                                    <p:cond delay="0"/>
                                  </p:stCondLst>
                                  <p:childTnLst>
                                    <p:animEffect filter="fade" transition="out">
                                      <p:cBhvr additive="repl">
                                        <p:cTn id="6091" dur="500"/>
                                        <p:tgtEl>
                                          <p:spTgt spid="1460"/>
                                        </p:tgtEl>
                                      </p:cBhvr>
                                    </p:animEffect>
                                    <p:set>
                                      <p:cBhvr>
                                        <p:cTn id="6092" dur="1" fill="hold">
                                          <p:stCondLst>
                                            <p:cond delay="499"/>
                                          </p:stCondLst>
                                        </p:cTn>
                                        <p:tgtEl>
                                          <p:spTgt spid="1460"/>
                                        </p:tgtEl>
                                        <p:attrNameLst>
                                          <p:attrName>style.visibility</p:attrName>
                                        </p:attrNameLst>
                                      </p:cBhvr>
                                      <p:to>
                                        <p:strVal val="hidden"/>
                                      </p:to>
                                    </p:set>
                                  </p:childTnLst>
                                </p:cTn>
                              </p:par>
                              <p:par>
                                <p:cTn id="6093" nodeType="withEffect" fill="hold" presetClass="exit" presetID="10">
                                  <p:stCondLst>
                                    <p:cond delay="0"/>
                                  </p:stCondLst>
                                  <p:childTnLst>
                                    <p:animEffect filter="fade" transition="out">
                                      <p:cBhvr additive="repl">
                                        <p:cTn id="6094" dur="500"/>
                                        <p:tgtEl>
                                          <p:spTgt spid="1459"/>
                                        </p:tgtEl>
                                      </p:cBhvr>
                                    </p:animEffect>
                                    <p:set>
                                      <p:cBhvr>
                                        <p:cTn id="6095" dur="1" fill="hold">
                                          <p:stCondLst>
                                            <p:cond delay="499"/>
                                          </p:stCondLst>
                                        </p:cTn>
                                        <p:tgtEl>
                                          <p:spTgt spid="1459"/>
                                        </p:tgtEl>
                                        <p:attrNameLst>
                                          <p:attrName>style.visibility</p:attrName>
                                        </p:attrNameLst>
                                      </p:cBhvr>
                                      <p:to>
                                        <p:strVal val="hidden"/>
                                      </p:to>
                                    </p:set>
                                  </p:childTnLst>
                                </p:cTn>
                              </p:par>
                              <p:par>
                                <p:cTn id="6096" nodeType="withEffect" fill="hold" presetClass="exit" presetID="10">
                                  <p:stCondLst>
                                    <p:cond delay="0"/>
                                  </p:stCondLst>
                                  <p:childTnLst>
                                    <p:animEffect filter="fade" transition="out">
                                      <p:cBhvr additive="repl">
                                        <p:cTn id="6097" dur="500"/>
                                        <p:tgtEl>
                                          <p:spTgt spid="1468"/>
                                        </p:tgtEl>
                                      </p:cBhvr>
                                    </p:animEffect>
                                    <p:set>
                                      <p:cBhvr>
                                        <p:cTn id="6098" dur="1" fill="hold">
                                          <p:stCondLst>
                                            <p:cond delay="499"/>
                                          </p:stCondLst>
                                        </p:cTn>
                                        <p:tgtEl>
                                          <p:spTgt spid="1468"/>
                                        </p:tgtEl>
                                        <p:attrNameLst>
                                          <p:attrName>style.visibility</p:attrName>
                                        </p:attrNameLst>
                                      </p:cBhvr>
                                      <p:to>
                                        <p:strVal val="hidden"/>
                                      </p:to>
                                    </p:set>
                                  </p:childTnLst>
                                </p:cTn>
                              </p:par>
                              <p:par>
                                <p:cTn id="6099" nodeType="withEffect" fill="hold" presetClass="exit" presetID="10">
                                  <p:stCondLst>
                                    <p:cond delay="0"/>
                                  </p:stCondLst>
                                  <p:childTnLst>
                                    <p:animEffect filter="fade" transition="out">
                                      <p:cBhvr additive="repl">
                                        <p:cTn id="6100" dur="500"/>
                                        <p:tgtEl>
                                          <p:spTgt spid="1467"/>
                                        </p:tgtEl>
                                      </p:cBhvr>
                                    </p:animEffect>
                                    <p:set>
                                      <p:cBhvr>
                                        <p:cTn id="6101" dur="1" fill="hold">
                                          <p:stCondLst>
                                            <p:cond delay="499"/>
                                          </p:stCondLst>
                                        </p:cTn>
                                        <p:tgtEl>
                                          <p:spTgt spid="146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102" restart="whenNotActive" nodeType="interactiveSeq" fill="hold">
                <p:stCondLst>
                  <p:cond delay="0" evt="onClick">
                    <p:tgtEl>
                      <p:spTgt spid="1464"/>
                    </p:tgtEl>
                  </p:cond>
                </p:stCondLst>
                <p:childTnLst>
                  <p:par>
                    <p:cTn id="6103" fill="hold">
                      <p:stCondLst>
                        <p:cond delay="0" evt="onClick">
                          <p:tgtEl>
                            <p:spTgt spid="1464"/>
                          </p:tgtEl>
                        </p:cond>
                      </p:stCondLst>
                      <p:childTnLst>
                        <p:par>
                          <p:cTn id="6104" fill="hold">
                            <p:stCondLst>
                              <p:cond delay="0"/>
                            </p:stCondLst>
                            <p:childTnLst>
                              <p:par>
                                <p:cTn id="6105" nodeType="clickEffect" fill="hold" presetClass="exit" presetID="9">
                                  <p:stCondLst>
                                    <p:cond delay="0"/>
                                  </p:stCondLst>
                                  <p:childTnLst>
                                    <p:animEffect filter="dissolve" transition="out">
                                      <p:cBhvr additive="repl">
                                        <p:cTn id="6106" dur="500"/>
                                        <p:tgtEl>
                                          <p:spTgt spid="1464"/>
                                        </p:tgtEl>
                                      </p:cBhvr>
                                    </p:animEffect>
                                    <p:set>
                                      <p:cBhvr>
                                        <p:cTn id="6107" dur="1" fill="hold">
                                          <p:stCondLst>
                                            <p:cond delay="499"/>
                                          </p:stCondLst>
                                        </p:cTn>
                                        <p:tgtEl>
                                          <p:spTgt spid="1464"/>
                                        </p:tgtEl>
                                        <p:attrNameLst>
                                          <p:attrName>style.visibility</p:attrName>
                                        </p:attrNameLst>
                                      </p:cBhvr>
                                      <p:to>
                                        <p:strVal val="hidden"/>
                                      </p:to>
                                    </p:set>
                                  </p:childTnLst>
                                </p:cTn>
                              </p:par>
                              <p:par>
                                <p:cTn id="6108" nodeType="withEffect" fill="hold" presetClass="exit" presetID="9">
                                  <p:stCondLst>
                                    <p:cond delay="0"/>
                                  </p:stCondLst>
                                  <p:childTnLst>
                                    <p:animEffect filter="dissolve" transition="out">
                                      <p:cBhvr additive="repl">
                                        <p:cTn id="6109" dur="500"/>
                                        <p:tgtEl>
                                          <p:spTgt spid="1463"/>
                                        </p:tgtEl>
                                      </p:cBhvr>
                                    </p:animEffect>
                                    <p:set>
                                      <p:cBhvr>
                                        <p:cTn id="6110" dur="1" fill="hold">
                                          <p:stCondLst>
                                            <p:cond delay="499"/>
                                          </p:stCondLst>
                                        </p:cTn>
                                        <p:tgtEl>
                                          <p:spTgt spid="1463"/>
                                        </p:tgtEl>
                                        <p:attrNameLst>
                                          <p:attrName>style.visibility</p:attrName>
                                        </p:attrNameLst>
                                      </p:cBhvr>
                                      <p:to>
                                        <p:strVal val="hidden"/>
                                      </p:to>
                                    </p:set>
                                  </p:childTnLst>
                                </p:cTn>
                              </p:par>
                              <p:par>
                                <p:cTn id="6111" nodeType="withEffect" fill="hold" presetClass="emph" presetID="1" presetSubtype="2">
                                  <p:stCondLst>
                                    <p:cond delay="0"/>
                                  </p:stCondLst>
                                  <p:childTnLst>
                                    <p:animClr clrSpc="rgb">
                                      <p:cBhvr>
                                        <p:cTn id="6112" dur="500" fill="hold"/>
                                        <p:tgtEl>
                                          <p:spTgt spid="1462"/>
                                        </p:tgtEl>
                                        <p:attrNameLst>
                                          <p:attrName>fillcolor</p:attrName>
                                        </p:attrNameLst>
                                      </p:cBhvr>
                                      <p:to>
                                        <a:srgbClr val="95b3d7"/>
                                      </p:to>
                                    </p:animClr>
                                    <p:set>
                                      <p:cBhvr>
                                        <p:cTn id="6113" dur="500" fill="hold"/>
                                        <p:tgtEl>
                                          <p:spTgt spid="1462"/>
                                        </p:tgtEl>
                                        <p:attrNameLst>
                                          <p:attrName>fill.type</p:attrName>
                                        </p:attrNameLst>
                                      </p:cBhvr>
                                      <p:to>
                                        <p:strVal val="solid"/>
                                      </p:to>
                                    </p:set>
                                    <p:set>
                                      <p:cBhvr>
                                        <p:cTn id="6114" dur="500" fill="hold"/>
                                        <p:tgtEl>
                                          <p:spTgt spid="1462"/>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115" restart="whenNotActive" nodeType="interactiveSeq" fill="hold">
                <p:stCondLst>
                  <p:cond delay="0" evt="onClick">
                    <p:tgtEl>
                      <p:spTgt spid="1465"/>
                    </p:tgtEl>
                  </p:cond>
                </p:stCondLst>
                <p:childTnLst>
                  <p:par>
                    <p:cTn id="6116" fill="hold">
                      <p:stCondLst>
                        <p:cond delay="0" evt="onClick">
                          <p:tgtEl>
                            <p:spTgt spid="1465"/>
                          </p:tgtEl>
                        </p:cond>
                      </p:stCondLst>
                      <p:childTnLst>
                        <p:par>
                          <p:cTn id="6117" fill="hold">
                            <p:stCondLst>
                              <p:cond delay="0"/>
                            </p:stCondLst>
                            <p:childTnLst>
                              <p:par>
                                <p:cTn id="6118" nodeType="clickEffect" fill="hold" presetClass="entr" presetID="16" presetSubtype="21">
                                  <p:stCondLst>
                                    <p:cond delay="0"/>
                                  </p:stCondLst>
                                  <p:childTnLst>
                                    <p:set>
                                      <p:cBhvr>
                                        <p:cTn id="6119" dur="1" fill="hold">
                                          <p:stCondLst>
                                            <p:cond delay="0"/>
                                          </p:stCondLst>
                                        </p:cTn>
                                        <p:tgtEl>
                                          <p:spTgt spid="1468"/>
                                        </p:tgtEl>
                                        <p:attrNameLst>
                                          <p:attrName>style.visibility</p:attrName>
                                        </p:attrNameLst>
                                      </p:cBhvr>
                                      <p:to>
                                        <p:strVal val="visible"/>
                                      </p:to>
                                    </p:set>
                                    <p:animEffect filter="barn(inVertical)" transition="in">
                                      <p:cBhvr additive="repl">
                                        <p:cTn id="6120" dur="500"/>
                                        <p:tgtEl>
                                          <p:spTgt spid="1468"/>
                                        </p:tgtEl>
                                      </p:cBhvr>
                                    </p:animEffect>
                                  </p:childTnLst>
                                </p:cTn>
                              </p:par>
                              <p:par>
                                <p:cTn id="6121" nodeType="withEffect" fill="hold" presetClass="entr" presetID="16" presetSubtype="21">
                                  <p:stCondLst>
                                    <p:cond delay="0"/>
                                  </p:stCondLst>
                                  <p:childTnLst>
                                    <p:set>
                                      <p:cBhvr>
                                        <p:cTn id="6122" dur="1" fill="hold">
                                          <p:stCondLst>
                                            <p:cond delay="0"/>
                                          </p:stCondLst>
                                        </p:cTn>
                                        <p:tgtEl>
                                          <p:spTgt spid="1467"/>
                                        </p:tgtEl>
                                        <p:attrNameLst>
                                          <p:attrName>style.visibility</p:attrName>
                                        </p:attrNameLst>
                                      </p:cBhvr>
                                      <p:to>
                                        <p:strVal val="visible"/>
                                      </p:to>
                                    </p:set>
                                    <p:animEffect filter="barn(inVertical)" transition="in">
                                      <p:cBhvr additive="repl">
                                        <p:cTn id="6123" dur="500"/>
                                        <p:tgtEl>
                                          <p:spTgt spid="1467"/>
                                        </p:tgtEl>
                                      </p:cBhvr>
                                    </p:animEffect>
                                  </p:childTnLst>
                                </p:cTn>
                              </p:par>
                              <p:par>
                                <p:cTn id="6124" nodeType="withEffect" fill="hold" presetClass="emph" presetID="1" presetSubtype="2">
                                  <p:stCondLst>
                                    <p:cond delay="0"/>
                                  </p:stCondLst>
                                  <p:childTnLst>
                                    <p:animClr clrSpc="rgb">
                                      <p:cBhvr>
                                        <p:cTn id="6125" dur="500" fill="hold"/>
                                        <p:tgtEl>
                                          <p:spTgt spid="1466"/>
                                        </p:tgtEl>
                                        <p:attrNameLst>
                                          <p:attrName>fillcolor</p:attrName>
                                        </p:attrNameLst>
                                      </p:cBhvr>
                                      <p:to>
                                        <a:srgbClr val="8a80e4"/>
                                      </p:to>
                                    </p:animClr>
                                    <p:set>
                                      <p:cBhvr>
                                        <p:cTn id="6126" dur="500" fill="hold"/>
                                        <p:tgtEl>
                                          <p:spTgt spid="1466"/>
                                        </p:tgtEl>
                                        <p:attrNameLst>
                                          <p:attrName>fill.type</p:attrName>
                                        </p:attrNameLst>
                                      </p:cBhvr>
                                      <p:to>
                                        <p:strVal val="solid"/>
                                      </p:to>
                                    </p:set>
                                    <p:set>
                                      <p:cBhvr>
                                        <p:cTn id="6127" dur="500" fill="hold"/>
                                        <p:tgtEl>
                                          <p:spTgt spid="1466"/>
                                        </p:tgtEl>
                                        <p:attrNameLst>
                                          <p:attrName>fill.on</p:attrName>
                                        </p:attrNameLst>
                                      </p:cBhvr>
                                      <p:to>
                                        <p:strVal val="true"/>
                                      </p:to>
                                    </p:set>
                                  </p:childTnLst>
                                </p:cTn>
                              </p:par>
                              <p:par>
                                <p:cTn id="6128" nodeType="withEffect" fill="hold" presetClass="emph" presetID="1" presetSubtype="2">
                                  <p:stCondLst>
                                    <p:cond delay="0"/>
                                  </p:stCondLst>
                                  <p:childTnLst>
                                    <p:animClr clrSpc="rgb">
                                      <p:cBhvr>
                                        <p:cTn id="6129" dur="500" fill="hold"/>
                                        <p:tgtEl>
                                          <p:spTgt spid="1454"/>
                                        </p:tgtEl>
                                        <p:attrNameLst>
                                          <p:attrName>fillcolor</p:attrName>
                                        </p:attrNameLst>
                                      </p:cBhvr>
                                      <p:to>
                                        <a:srgbClr val="95b3d7"/>
                                      </p:to>
                                    </p:animClr>
                                    <p:set>
                                      <p:cBhvr>
                                        <p:cTn id="6130" dur="500" fill="hold"/>
                                        <p:tgtEl>
                                          <p:spTgt spid="1454"/>
                                        </p:tgtEl>
                                        <p:attrNameLst>
                                          <p:attrName>fill.type</p:attrName>
                                        </p:attrNameLst>
                                      </p:cBhvr>
                                      <p:to>
                                        <p:strVal val="solid"/>
                                      </p:to>
                                    </p:set>
                                    <p:set>
                                      <p:cBhvr>
                                        <p:cTn id="6131" dur="500" fill="hold"/>
                                        <p:tgtEl>
                                          <p:spTgt spid="1454"/>
                                        </p:tgtEl>
                                        <p:attrNameLst>
                                          <p:attrName>fill.on</p:attrName>
                                        </p:attrNameLst>
                                      </p:cBhvr>
                                      <p:to>
                                        <p:strVal val="true"/>
                                      </p:to>
                                    </p:set>
                                  </p:childTnLst>
                                </p:cTn>
                              </p:par>
                              <p:par>
                                <p:cTn id="6132" nodeType="withEffect" fill="hold" presetClass="emph" presetID="1" presetSubtype="2">
                                  <p:stCondLst>
                                    <p:cond delay="0"/>
                                  </p:stCondLst>
                                  <p:childTnLst>
                                    <p:animClr clrSpc="rgb">
                                      <p:cBhvr>
                                        <p:cTn id="6133" dur="500" fill="hold"/>
                                        <p:tgtEl>
                                          <p:spTgt spid="1458"/>
                                        </p:tgtEl>
                                        <p:attrNameLst>
                                          <p:attrName>fillcolor</p:attrName>
                                        </p:attrNameLst>
                                      </p:cBhvr>
                                      <p:to>
                                        <a:srgbClr val="95b3d7"/>
                                      </p:to>
                                    </p:animClr>
                                    <p:set>
                                      <p:cBhvr>
                                        <p:cTn id="6134" dur="500" fill="hold"/>
                                        <p:tgtEl>
                                          <p:spTgt spid="1458"/>
                                        </p:tgtEl>
                                        <p:attrNameLst>
                                          <p:attrName>fill.type</p:attrName>
                                        </p:attrNameLst>
                                      </p:cBhvr>
                                      <p:to>
                                        <p:strVal val="solid"/>
                                      </p:to>
                                    </p:set>
                                    <p:set>
                                      <p:cBhvr>
                                        <p:cTn id="6135" dur="500" fill="hold"/>
                                        <p:tgtEl>
                                          <p:spTgt spid="1458"/>
                                        </p:tgtEl>
                                        <p:attrNameLst>
                                          <p:attrName>fill.on</p:attrName>
                                        </p:attrNameLst>
                                      </p:cBhvr>
                                      <p:to>
                                        <p:strVal val="true"/>
                                      </p:to>
                                    </p:set>
                                  </p:childTnLst>
                                </p:cTn>
                              </p:par>
                              <p:par>
                                <p:cTn id="6136" nodeType="withEffect" fill="hold" presetClass="emph" presetID="1" presetSubtype="2">
                                  <p:stCondLst>
                                    <p:cond delay="0"/>
                                  </p:stCondLst>
                                  <p:childTnLst>
                                    <p:animClr clrSpc="rgb">
                                      <p:cBhvr>
                                        <p:cTn id="6137" dur="500" fill="hold"/>
                                        <p:tgtEl>
                                          <p:spTgt spid="1462"/>
                                        </p:tgtEl>
                                        <p:attrNameLst>
                                          <p:attrName>fillcolor</p:attrName>
                                        </p:attrNameLst>
                                      </p:cBhvr>
                                      <p:to>
                                        <a:srgbClr val="95b3d7"/>
                                      </p:to>
                                    </p:animClr>
                                    <p:set>
                                      <p:cBhvr>
                                        <p:cTn id="6138" dur="500" fill="hold"/>
                                        <p:tgtEl>
                                          <p:spTgt spid="1462"/>
                                        </p:tgtEl>
                                        <p:attrNameLst>
                                          <p:attrName>fill.type</p:attrName>
                                        </p:attrNameLst>
                                      </p:cBhvr>
                                      <p:to>
                                        <p:strVal val="solid"/>
                                      </p:to>
                                    </p:set>
                                    <p:set>
                                      <p:cBhvr>
                                        <p:cTn id="6139" dur="500" fill="hold"/>
                                        <p:tgtEl>
                                          <p:spTgt spid="1462"/>
                                        </p:tgtEl>
                                        <p:attrNameLst>
                                          <p:attrName>fill.on</p:attrName>
                                        </p:attrNameLst>
                                      </p:cBhvr>
                                      <p:to>
                                        <p:strVal val="true"/>
                                      </p:to>
                                    </p:set>
                                  </p:childTnLst>
                                </p:cTn>
                              </p:par>
                              <p:par>
                                <p:cTn id="6140" nodeType="withEffect" fill="hold" presetClass="exit" presetID="10">
                                  <p:stCondLst>
                                    <p:cond delay="0"/>
                                  </p:stCondLst>
                                  <p:childTnLst>
                                    <p:animEffect filter="fade" transition="out">
                                      <p:cBhvr additive="repl">
                                        <p:cTn id="6141" dur="500"/>
                                        <p:tgtEl>
                                          <p:spTgt spid="1456"/>
                                        </p:tgtEl>
                                      </p:cBhvr>
                                    </p:animEffect>
                                    <p:set>
                                      <p:cBhvr>
                                        <p:cTn id="6142" dur="1" fill="hold">
                                          <p:stCondLst>
                                            <p:cond delay="499"/>
                                          </p:stCondLst>
                                        </p:cTn>
                                        <p:tgtEl>
                                          <p:spTgt spid="1456"/>
                                        </p:tgtEl>
                                        <p:attrNameLst>
                                          <p:attrName>style.visibility</p:attrName>
                                        </p:attrNameLst>
                                      </p:cBhvr>
                                      <p:to>
                                        <p:strVal val="hidden"/>
                                      </p:to>
                                    </p:set>
                                  </p:childTnLst>
                                </p:cTn>
                              </p:par>
                              <p:par>
                                <p:cTn id="6143" nodeType="withEffect" fill="hold" presetClass="exit" presetID="10">
                                  <p:stCondLst>
                                    <p:cond delay="0"/>
                                  </p:stCondLst>
                                  <p:childTnLst>
                                    <p:animEffect filter="fade" transition="out">
                                      <p:cBhvr additive="repl">
                                        <p:cTn id="6144" dur="500"/>
                                        <p:tgtEl>
                                          <p:spTgt spid="1455"/>
                                        </p:tgtEl>
                                      </p:cBhvr>
                                    </p:animEffect>
                                    <p:set>
                                      <p:cBhvr>
                                        <p:cTn id="6145" dur="1" fill="hold">
                                          <p:stCondLst>
                                            <p:cond delay="499"/>
                                          </p:stCondLst>
                                        </p:cTn>
                                        <p:tgtEl>
                                          <p:spTgt spid="1455"/>
                                        </p:tgtEl>
                                        <p:attrNameLst>
                                          <p:attrName>style.visibility</p:attrName>
                                        </p:attrNameLst>
                                      </p:cBhvr>
                                      <p:to>
                                        <p:strVal val="hidden"/>
                                      </p:to>
                                    </p:set>
                                  </p:childTnLst>
                                </p:cTn>
                              </p:par>
                              <p:par>
                                <p:cTn id="6146" nodeType="withEffect" fill="hold" presetClass="exit" presetID="10">
                                  <p:stCondLst>
                                    <p:cond delay="0"/>
                                  </p:stCondLst>
                                  <p:childTnLst>
                                    <p:animEffect filter="fade" transition="out">
                                      <p:cBhvr additive="repl">
                                        <p:cTn id="6147" dur="500"/>
                                        <p:tgtEl>
                                          <p:spTgt spid="1460"/>
                                        </p:tgtEl>
                                      </p:cBhvr>
                                    </p:animEffect>
                                    <p:set>
                                      <p:cBhvr>
                                        <p:cTn id="6148" dur="1" fill="hold">
                                          <p:stCondLst>
                                            <p:cond delay="499"/>
                                          </p:stCondLst>
                                        </p:cTn>
                                        <p:tgtEl>
                                          <p:spTgt spid="1460"/>
                                        </p:tgtEl>
                                        <p:attrNameLst>
                                          <p:attrName>style.visibility</p:attrName>
                                        </p:attrNameLst>
                                      </p:cBhvr>
                                      <p:to>
                                        <p:strVal val="hidden"/>
                                      </p:to>
                                    </p:set>
                                  </p:childTnLst>
                                </p:cTn>
                              </p:par>
                              <p:par>
                                <p:cTn id="6149" nodeType="withEffect" fill="hold" presetClass="exit" presetID="10">
                                  <p:stCondLst>
                                    <p:cond delay="0"/>
                                  </p:stCondLst>
                                  <p:childTnLst>
                                    <p:animEffect filter="fade" transition="out">
                                      <p:cBhvr additive="repl">
                                        <p:cTn id="6150" dur="500"/>
                                        <p:tgtEl>
                                          <p:spTgt spid="1459"/>
                                        </p:tgtEl>
                                      </p:cBhvr>
                                    </p:animEffect>
                                    <p:set>
                                      <p:cBhvr>
                                        <p:cTn id="6151" dur="1" fill="hold">
                                          <p:stCondLst>
                                            <p:cond delay="499"/>
                                          </p:stCondLst>
                                        </p:cTn>
                                        <p:tgtEl>
                                          <p:spTgt spid="1459"/>
                                        </p:tgtEl>
                                        <p:attrNameLst>
                                          <p:attrName>style.visibility</p:attrName>
                                        </p:attrNameLst>
                                      </p:cBhvr>
                                      <p:to>
                                        <p:strVal val="hidden"/>
                                      </p:to>
                                    </p:set>
                                  </p:childTnLst>
                                </p:cTn>
                              </p:par>
                              <p:par>
                                <p:cTn id="6152" nodeType="withEffect" fill="hold" presetClass="exit" presetID="10">
                                  <p:stCondLst>
                                    <p:cond delay="0"/>
                                  </p:stCondLst>
                                  <p:childTnLst>
                                    <p:animEffect filter="fade" transition="out">
                                      <p:cBhvr additive="repl">
                                        <p:cTn id="6153" dur="500"/>
                                        <p:tgtEl>
                                          <p:spTgt spid="1464"/>
                                        </p:tgtEl>
                                      </p:cBhvr>
                                    </p:animEffect>
                                    <p:set>
                                      <p:cBhvr>
                                        <p:cTn id="6154" dur="1" fill="hold">
                                          <p:stCondLst>
                                            <p:cond delay="499"/>
                                          </p:stCondLst>
                                        </p:cTn>
                                        <p:tgtEl>
                                          <p:spTgt spid="1464"/>
                                        </p:tgtEl>
                                        <p:attrNameLst>
                                          <p:attrName>style.visibility</p:attrName>
                                        </p:attrNameLst>
                                      </p:cBhvr>
                                      <p:to>
                                        <p:strVal val="hidden"/>
                                      </p:to>
                                    </p:set>
                                  </p:childTnLst>
                                </p:cTn>
                              </p:par>
                              <p:par>
                                <p:cTn id="6155" nodeType="withEffect" fill="hold" presetClass="exit" presetID="10">
                                  <p:stCondLst>
                                    <p:cond delay="0"/>
                                  </p:stCondLst>
                                  <p:childTnLst>
                                    <p:animEffect filter="fade" transition="out">
                                      <p:cBhvr additive="repl">
                                        <p:cTn id="6156" dur="500"/>
                                        <p:tgtEl>
                                          <p:spTgt spid="1463"/>
                                        </p:tgtEl>
                                      </p:cBhvr>
                                    </p:animEffect>
                                    <p:set>
                                      <p:cBhvr>
                                        <p:cTn id="6157" dur="1" fill="hold">
                                          <p:stCondLst>
                                            <p:cond delay="499"/>
                                          </p:stCondLst>
                                        </p:cTn>
                                        <p:tgtEl>
                                          <p:spTgt spid="146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158" restart="whenNotActive" nodeType="interactiveSeq" fill="hold">
                <p:stCondLst>
                  <p:cond delay="0" evt="onClick">
                    <p:tgtEl>
                      <p:spTgt spid="1468"/>
                    </p:tgtEl>
                  </p:cond>
                </p:stCondLst>
                <p:childTnLst>
                  <p:par>
                    <p:cTn id="6159" fill="hold">
                      <p:stCondLst>
                        <p:cond delay="0" evt="onClick">
                          <p:tgtEl>
                            <p:spTgt spid="1468"/>
                          </p:tgtEl>
                        </p:cond>
                      </p:stCondLst>
                      <p:childTnLst>
                        <p:par>
                          <p:cTn id="6160" fill="hold">
                            <p:stCondLst>
                              <p:cond delay="0"/>
                            </p:stCondLst>
                            <p:childTnLst>
                              <p:par>
                                <p:cTn id="6161" nodeType="clickEffect" fill="hold" presetClass="exit" presetID="9">
                                  <p:stCondLst>
                                    <p:cond delay="0"/>
                                  </p:stCondLst>
                                  <p:childTnLst>
                                    <p:animEffect filter="dissolve" transition="out">
                                      <p:cBhvr additive="repl">
                                        <p:cTn id="6162" dur="500"/>
                                        <p:tgtEl>
                                          <p:spTgt spid="1468"/>
                                        </p:tgtEl>
                                      </p:cBhvr>
                                    </p:animEffect>
                                    <p:set>
                                      <p:cBhvr>
                                        <p:cTn id="6163" dur="1" fill="hold">
                                          <p:stCondLst>
                                            <p:cond delay="499"/>
                                          </p:stCondLst>
                                        </p:cTn>
                                        <p:tgtEl>
                                          <p:spTgt spid="1468"/>
                                        </p:tgtEl>
                                        <p:attrNameLst>
                                          <p:attrName>style.visibility</p:attrName>
                                        </p:attrNameLst>
                                      </p:cBhvr>
                                      <p:to>
                                        <p:strVal val="hidden"/>
                                      </p:to>
                                    </p:set>
                                  </p:childTnLst>
                                </p:cTn>
                              </p:par>
                              <p:par>
                                <p:cTn id="6164" nodeType="withEffect" fill="hold" presetClass="exit" presetID="9">
                                  <p:stCondLst>
                                    <p:cond delay="0"/>
                                  </p:stCondLst>
                                  <p:childTnLst>
                                    <p:animEffect filter="dissolve" transition="out">
                                      <p:cBhvr additive="repl">
                                        <p:cTn id="6165" dur="500"/>
                                        <p:tgtEl>
                                          <p:spTgt spid="1467"/>
                                        </p:tgtEl>
                                      </p:cBhvr>
                                    </p:animEffect>
                                    <p:set>
                                      <p:cBhvr>
                                        <p:cTn id="6166" dur="1" fill="hold">
                                          <p:stCondLst>
                                            <p:cond delay="499"/>
                                          </p:stCondLst>
                                        </p:cTn>
                                        <p:tgtEl>
                                          <p:spTgt spid="1467"/>
                                        </p:tgtEl>
                                        <p:attrNameLst>
                                          <p:attrName>style.visibility</p:attrName>
                                        </p:attrNameLst>
                                      </p:cBhvr>
                                      <p:to>
                                        <p:strVal val="hidden"/>
                                      </p:to>
                                    </p:set>
                                  </p:childTnLst>
                                </p:cTn>
                              </p:par>
                              <p:par>
                                <p:cTn id="6167" nodeType="withEffect" fill="hold" presetClass="emph" presetID="1" presetSubtype="2">
                                  <p:stCondLst>
                                    <p:cond delay="0"/>
                                  </p:stCondLst>
                                  <p:childTnLst>
                                    <p:animClr clrSpc="rgb">
                                      <p:cBhvr>
                                        <p:cTn id="6168" dur="500" fill="hold"/>
                                        <p:tgtEl>
                                          <p:spTgt spid="1466"/>
                                        </p:tgtEl>
                                        <p:attrNameLst>
                                          <p:attrName>fillcolor</p:attrName>
                                        </p:attrNameLst>
                                      </p:cBhvr>
                                      <p:to>
                                        <a:srgbClr val="95b3d7"/>
                                      </p:to>
                                    </p:animClr>
                                    <p:set>
                                      <p:cBhvr>
                                        <p:cTn id="6169" dur="500" fill="hold"/>
                                        <p:tgtEl>
                                          <p:spTgt spid="1466"/>
                                        </p:tgtEl>
                                        <p:attrNameLst>
                                          <p:attrName>fill.type</p:attrName>
                                        </p:attrNameLst>
                                      </p:cBhvr>
                                      <p:to>
                                        <p:strVal val="solid"/>
                                      </p:to>
                                    </p:set>
                                    <p:set>
                                      <p:cBhvr>
                                        <p:cTn id="6170" dur="500" fill="hold"/>
                                        <p:tgtEl>
                                          <p:spTgt spid="1466"/>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9"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a:t>
            </a:r>
            <a:endParaRPr b="0" lang="pt-BR" sz="4400" spc="-1" strike="noStrike">
              <a:solidFill>
                <a:schemeClr val="dk1"/>
              </a:solidFill>
              <a:latin typeface="Arial"/>
            </a:endParaRPr>
          </a:p>
        </p:txBody>
      </p:sp>
      <p:sp>
        <p:nvSpPr>
          <p:cNvPr id="1470" name="Botão de ação: Avançar ou Próximo 2">
            <a:hlinkClick r:id="" action="ppaction://hlinkshowjump?jump=nextslide"/>
          </p:cNvPr>
          <p:cNvSpPr/>
          <p:nvPr/>
        </p:nvSpPr>
        <p:spPr>
          <a:xfrm>
            <a:off x="8535960" y="4740480"/>
            <a:ext cx="873000" cy="595080"/>
          </a:xfrm>
          <a:prstGeom prst="actionButtonForwardNex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
        <p:nvSpPr>
          <p:cNvPr id="1471" name="Retângulo 3"/>
          <p:cNvSpPr/>
          <p:nvPr/>
        </p:nvSpPr>
        <p:spPr>
          <a:xfrm>
            <a:off x="6074280" y="4740480"/>
            <a:ext cx="2461320" cy="595080"/>
          </a:xfrm>
          <a:prstGeom prst="rect">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IR PARA A PRÓXIMA PERGUNTA</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2" name="PlaceHolder 1"/>
          <p:cNvSpPr>
            <a:spLocks noGrp="1"/>
          </p:cNvSpPr>
          <p:nvPr>
            <p:ph type="title"/>
          </p:nvPr>
        </p:nvSpPr>
        <p:spPr>
          <a:xfrm>
            <a:off x="541440" y="477720"/>
            <a:ext cx="8570880" cy="1107720"/>
          </a:xfrm>
          <a:prstGeom prst="rect">
            <a:avLst/>
          </a:prstGeom>
          <a:noFill/>
          <a:ln w="9360">
            <a:noFill/>
          </a:ln>
        </p:spPr>
        <p:txBody>
          <a:bodyPr numCol="1" spcCol="0" lIns="0" rIns="0" tIns="0" bIns="0" anchor="t">
            <a:noAutofit/>
          </a:bodyPr>
          <a:p>
            <a:pPr indent="0" algn="ctr">
              <a:lnSpc>
                <a:spcPct val="100000"/>
              </a:lnSpc>
              <a:buNone/>
            </a:pPr>
            <a:r>
              <a:rPr b="0" lang="pt-BR" sz="2800" spc="-1" strike="noStrike">
                <a:solidFill>
                  <a:schemeClr val="lt1"/>
                </a:solidFill>
                <a:latin typeface="Calibri"/>
              </a:rPr>
              <a:t>ÚLTIMA QUESTÃO </a:t>
            </a:r>
            <a:br>
              <a:rPr sz="4400"/>
            </a:br>
            <a:endParaRPr b="0" lang="pt-BR" sz="2800" spc="-1" strike="noStrike">
              <a:solidFill>
                <a:schemeClr val="dk1"/>
              </a:solidFill>
              <a:latin typeface="Arial"/>
            </a:endParaRPr>
          </a:p>
        </p:txBody>
      </p:sp>
      <p:sp>
        <p:nvSpPr>
          <p:cNvPr id="1473" name="PlaceHolder 2"/>
          <p:cNvSpPr>
            <a:spLocks noGrp="1"/>
          </p:cNvSpPr>
          <p:nvPr>
            <p:ph type="subTitle"/>
          </p:nvPr>
        </p:nvSpPr>
        <p:spPr>
          <a:xfrm>
            <a:off x="1398600" y="1335240"/>
            <a:ext cx="7058160" cy="245880"/>
          </a:xfrm>
          <a:prstGeom prst="rect">
            <a:avLst/>
          </a:prstGeom>
          <a:noFill/>
          <a:ln w="9360">
            <a:noFill/>
          </a:ln>
        </p:spPr>
        <p:txBody>
          <a:bodyPr numCol="1" spcCol="0" lIns="0" rIns="0" tIns="0" bIns="0" anchor="t">
            <a:noAutofit/>
          </a:bodyPr>
          <a:p>
            <a:pPr indent="0" algn="ctr">
              <a:lnSpc>
                <a:spcPct val="100000"/>
              </a:lnSpc>
              <a:spcBef>
                <a:spcPts val="320"/>
              </a:spcBef>
              <a:buNone/>
              <a:tabLst>
                <a:tab algn="l" pos="0"/>
              </a:tabLst>
            </a:pPr>
            <a:r>
              <a:rPr b="0" lang="pt-BR" sz="1600" spc="-1" strike="noStrike">
                <a:solidFill>
                  <a:schemeClr val="dk1">
                    <a:tint val="75000"/>
                  </a:schemeClr>
                </a:solidFill>
                <a:latin typeface="Arial"/>
              </a:rPr>
              <a:t>São características físicas do anemômetro tipo “F”:</a:t>
            </a:r>
            <a:endParaRPr b="0" lang="pt-BR" sz="1600" spc="-1" strike="noStrike">
              <a:solidFill>
                <a:srgbClr val="000000"/>
              </a:solidFill>
              <a:latin typeface="Arial"/>
            </a:endParaRPr>
          </a:p>
        </p:txBody>
      </p:sp>
      <p:sp>
        <p:nvSpPr>
          <p:cNvPr id="1474" name="Botão de ação: Personalizar 3"/>
          <p:cNvSpPr/>
          <p:nvPr/>
        </p:nvSpPr>
        <p:spPr>
          <a:xfrm>
            <a:off x="436320" y="19944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A</a:t>
            </a:r>
            <a:endParaRPr b="0" lang="pt-BR" sz="1800" spc="-1" strike="noStrike">
              <a:solidFill>
                <a:srgbClr val="000000"/>
              </a:solidFill>
              <a:latin typeface="Arial"/>
            </a:endParaRPr>
          </a:p>
        </p:txBody>
      </p:sp>
      <p:sp>
        <p:nvSpPr>
          <p:cNvPr id="1475" name="Botão de ação: Personalizar 4"/>
          <p:cNvSpPr/>
          <p:nvPr/>
        </p:nvSpPr>
        <p:spPr>
          <a:xfrm>
            <a:off x="1119600" y="199512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3 cubas e 1 aleta plana</a:t>
            </a:r>
            <a:endParaRPr b="0" lang="pt-BR" sz="1800" spc="-1" strike="noStrike">
              <a:solidFill>
                <a:srgbClr val="000000"/>
              </a:solidFill>
              <a:latin typeface="Arial"/>
            </a:endParaRPr>
          </a:p>
        </p:txBody>
      </p:sp>
      <p:sp>
        <p:nvSpPr>
          <p:cNvPr id="1476" name="Botão de ação: Personalizar 5">
            <a:hlinkClick r:id="" action="ppaction://hlinkshowjump?jump=lastslide"/>
          </p:cNvPr>
          <p:cNvSpPr/>
          <p:nvPr/>
        </p:nvSpPr>
        <p:spPr>
          <a:xfrm>
            <a:off x="7044120" y="19944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77" name="Botão de ação: Personalizar 6"/>
          <p:cNvSpPr/>
          <p:nvPr/>
        </p:nvSpPr>
        <p:spPr>
          <a:xfrm>
            <a:off x="8535960" y="19944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78" name="Botão de ação: Personalizar 8"/>
          <p:cNvSpPr/>
          <p:nvPr/>
        </p:nvSpPr>
        <p:spPr>
          <a:xfrm>
            <a:off x="436320" y="277560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B</a:t>
            </a:r>
            <a:endParaRPr b="0" lang="pt-BR" sz="1800" spc="-1" strike="noStrike">
              <a:solidFill>
                <a:srgbClr val="000000"/>
              </a:solidFill>
              <a:latin typeface="Arial"/>
            </a:endParaRPr>
          </a:p>
        </p:txBody>
      </p:sp>
      <p:sp>
        <p:nvSpPr>
          <p:cNvPr id="1479" name="Botão de ação: Personalizar 9"/>
          <p:cNvSpPr/>
          <p:nvPr/>
        </p:nvSpPr>
        <p:spPr>
          <a:xfrm>
            <a:off x="1119600" y="277560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4 cubas e 1 aleta aerodinâmica </a:t>
            </a:r>
            <a:endParaRPr b="0" lang="pt-BR" sz="1800" spc="-1" strike="noStrike">
              <a:solidFill>
                <a:srgbClr val="000000"/>
              </a:solidFill>
              <a:latin typeface="Arial"/>
            </a:endParaRPr>
          </a:p>
        </p:txBody>
      </p:sp>
      <p:sp>
        <p:nvSpPr>
          <p:cNvPr id="1480" name="Botão de ação: Personalizar 10">
            <a:hlinkClick r:id="" action="ppaction://hlinkshowjump?jump=lastslide"/>
          </p:cNvPr>
          <p:cNvSpPr/>
          <p:nvPr/>
        </p:nvSpPr>
        <p:spPr>
          <a:xfrm>
            <a:off x="7044120" y="277560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81" name="Botão de ação: Personalizar 11"/>
          <p:cNvSpPr/>
          <p:nvPr/>
        </p:nvSpPr>
        <p:spPr>
          <a:xfrm>
            <a:off x="8535960" y="277560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82" name="Botão de ação: Personalizar 12"/>
          <p:cNvSpPr/>
          <p:nvPr/>
        </p:nvSpPr>
        <p:spPr>
          <a:xfrm>
            <a:off x="436320" y="36093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a:t>
            </a:r>
            <a:endParaRPr b="0" lang="pt-BR" sz="1800" spc="-1" strike="noStrike">
              <a:solidFill>
                <a:srgbClr val="000000"/>
              </a:solidFill>
              <a:latin typeface="Arial"/>
            </a:endParaRPr>
          </a:p>
        </p:txBody>
      </p:sp>
      <p:sp>
        <p:nvSpPr>
          <p:cNvPr id="1483" name="Botão de ação: Personalizar 13"/>
          <p:cNvSpPr/>
          <p:nvPr/>
        </p:nvSpPr>
        <p:spPr>
          <a:xfrm>
            <a:off x="1119600" y="36093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 hélice e 1 aleta aerodinâmica </a:t>
            </a:r>
            <a:endParaRPr b="0" lang="pt-BR" sz="1800" spc="-1" strike="noStrike">
              <a:solidFill>
                <a:srgbClr val="000000"/>
              </a:solidFill>
              <a:latin typeface="Arial"/>
            </a:endParaRPr>
          </a:p>
        </p:txBody>
      </p:sp>
      <p:sp>
        <p:nvSpPr>
          <p:cNvPr id="1484" name="Botão de ação: Personalizar 14">
            <a:hlinkClick r:id="" action="ppaction://hlinkshowjump?jump=nextslide"/>
          </p:cNvPr>
          <p:cNvSpPr/>
          <p:nvPr/>
        </p:nvSpPr>
        <p:spPr>
          <a:xfrm>
            <a:off x="7044120" y="36093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85" name="Botão de ação: Personalizar 15"/>
          <p:cNvSpPr/>
          <p:nvPr/>
        </p:nvSpPr>
        <p:spPr>
          <a:xfrm>
            <a:off x="8535960" y="36093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
        <p:nvSpPr>
          <p:cNvPr id="1486" name="Botão de ação: Personalizar 16"/>
          <p:cNvSpPr/>
          <p:nvPr/>
        </p:nvSpPr>
        <p:spPr>
          <a:xfrm>
            <a:off x="436320" y="4442760"/>
            <a:ext cx="63504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D</a:t>
            </a:r>
            <a:endParaRPr b="0" lang="pt-BR" sz="1800" spc="-1" strike="noStrike">
              <a:solidFill>
                <a:srgbClr val="000000"/>
              </a:solidFill>
              <a:latin typeface="Arial"/>
            </a:endParaRPr>
          </a:p>
        </p:txBody>
      </p:sp>
      <p:sp>
        <p:nvSpPr>
          <p:cNvPr id="1487" name="Botão de ação: Personalizar 17"/>
          <p:cNvSpPr/>
          <p:nvPr/>
        </p:nvSpPr>
        <p:spPr>
          <a:xfrm>
            <a:off x="1119600" y="4442760"/>
            <a:ext cx="5875920" cy="475920"/>
          </a:xfrm>
          <a:prstGeom prst="actionButtonBlank">
            <a:avLst/>
          </a:prstGeom>
          <a:solidFill>
            <a:srgbClr val="95b3d7"/>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1 hélice e 1 aleta plana</a:t>
            </a:r>
            <a:endParaRPr b="0" lang="pt-BR" sz="1800" spc="-1" strike="noStrike">
              <a:solidFill>
                <a:srgbClr val="000000"/>
              </a:solidFill>
              <a:latin typeface="Arial"/>
            </a:endParaRPr>
          </a:p>
        </p:txBody>
      </p:sp>
      <p:sp>
        <p:nvSpPr>
          <p:cNvPr id="1488" name="Botão de ação: Personalizar 18">
            <a:hlinkClick r:id="" action="ppaction://hlinkshowjump?jump=lastslide"/>
          </p:cNvPr>
          <p:cNvSpPr/>
          <p:nvPr/>
        </p:nvSpPr>
        <p:spPr>
          <a:xfrm>
            <a:off x="7044120" y="4442760"/>
            <a:ext cx="1442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CONFIRMA</a:t>
            </a:r>
            <a:endParaRPr b="0" lang="pt-BR" sz="1800" spc="-1" strike="noStrike">
              <a:solidFill>
                <a:srgbClr val="000000"/>
              </a:solidFill>
              <a:latin typeface="Arial"/>
            </a:endParaRPr>
          </a:p>
        </p:txBody>
      </p:sp>
      <p:sp>
        <p:nvSpPr>
          <p:cNvPr id="1489" name="Botão de ação: Personalizar 19"/>
          <p:cNvSpPr/>
          <p:nvPr/>
        </p:nvSpPr>
        <p:spPr>
          <a:xfrm>
            <a:off x="8535960" y="4442760"/>
            <a:ext cx="1190880" cy="475920"/>
          </a:xfrm>
          <a:prstGeom prst="actionButtonBlank">
            <a:avLst/>
          </a:prstGeom>
          <a:solidFill>
            <a:schemeClr val="accent1">
              <a:lumMod val="60000"/>
              <a:lumOff val="40000"/>
            </a:schemeClr>
          </a:soli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pt-BR" sz="1800" spc="-1" strike="noStrike">
                <a:solidFill>
                  <a:schemeClr val="dk2">
                    <a:lumMod val="75000"/>
                  </a:schemeClr>
                </a:solidFill>
                <a:latin typeface="Calibri"/>
              </a:rPr>
              <a:t>VOLTAR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6171" dur="indefinite" restart="never" nodeType="tmRoot">
          <p:childTnLst>
            <p:seq>
              <p:cTn id="6172" dur="indefinite" nodeType="mainSeq">
                <p:childTnLst>
                  <p:par>
                    <p:cTn id="6173" fill="hold">
                      <p:stCondLst>
                        <p:cond delay="0"/>
                      </p:stCondLst>
                      <p:childTnLst>
                        <p:par>
                          <p:cTn id="6174" fill="hold">
                            <p:stCondLst>
                              <p:cond delay="0"/>
                            </p:stCondLst>
                            <p:childTnLst>
                              <p:par>
                                <p:cTn id="6175" nodeType="withEffect" fill="hold" presetClass="entr" presetID="10">
                                  <p:stCondLst>
                                    <p:cond delay="0"/>
                                  </p:stCondLst>
                                  <p:childTnLst>
                                    <p:set>
                                      <p:cBhvr>
                                        <p:cTn id="6176" dur="1" fill="hold">
                                          <p:stCondLst>
                                            <p:cond delay="0"/>
                                          </p:stCondLst>
                                        </p:cTn>
                                        <p:tgtEl>
                                          <p:spTgt spid="1475"/>
                                        </p:tgtEl>
                                        <p:attrNameLst>
                                          <p:attrName>style.visibility</p:attrName>
                                        </p:attrNameLst>
                                      </p:cBhvr>
                                      <p:to>
                                        <p:strVal val="visible"/>
                                      </p:to>
                                    </p:set>
                                    <p:animEffect filter="fade" transition="in">
                                      <p:cBhvr additive="repl">
                                        <p:cTn id="6177" dur="500"/>
                                        <p:tgtEl>
                                          <p:spTgt spid="1475"/>
                                        </p:tgtEl>
                                      </p:cBhvr>
                                    </p:animEffect>
                                  </p:childTnLst>
                                </p:cTn>
                              </p:par>
                              <p:par>
                                <p:cTn id="6178" nodeType="withEffect" fill="hold" presetClass="entr" presetID="10">
                                  <p:stCondLst>
                                    <p:cond delay="0"/>
                                  </p:stCondLst>
                                  <p:childTnLst>
                                    <p:set>
                                      <p:cBhvr>
                                        <p:cTn id="6179" dur="1" fill="hold">
                                          <p:stCondLst>
                                            <p:cond delay="0"/>
                                          </p:stCondLst>
                                        </p:cTn>
                                        <p:tgtEl>
                                          <p:spTgt spid="1474"/>
                                        </p:tgtEl>
                                        <p:attrNameLst>
                                          <p:attrName>style.visibility</p:attrName>
                                        </p:attrNameLst>
                                      </p:cBhvr>
                                      <p:to>
                                        <p:strVal val="visible"/>
                                      </p:to>
                                    </p:set>
                                    <p:animEffect filter="fade" transition="in">
                                      <p:cBhvr additive="repl">
                                        <p:cTn id="6180" dur="500"/>
                                        <p:tgtEl>
                                          <p:spTgt spid="1474"/>
                                        </p:tgtEl>
                                      </p:cBhvr>
                                    </p:animEffect>
                                  </p:childTnLst>
                                </p:cTn>
                              </p:par>
                              <p:par>
                                <p:cTn id="6181" nodeType="withEffect" fill="hold" presetClass="entr" presetID="10">
                                  <p:stCondLst>
                                    <p:cond delay="0"/>
                                  </p:stCondLst>
                                  <p:childTnLst>
                                    <p:set>
                                      <p:cBhvr>
                                        <p:cTn id="6182" dur="1" fill="hold">
                                          <p:stCondLst>
                                            <p:cond delay="0"/>
                                          </p:stCondLst>
                                        </p:cTn>
                                        <p:tgtEl>
                                          <p:spTgt spid="1478"/>
                                        </p:tgtEl>
                                        <p:attrNameLst>
                                          <p:attrName>style.visibility</p:attrName>
                                        </p:attrNameLst>
                                      </p:cBhvr>
                                      <p:to>
                                        <p:strVal val="visible"/>
                                      </p:to>
                                    </p:set>
                                    <p:animEffect filter="fade" transition="in">
                                      <p:cBhvr additive="repl">
                                        <p:cTn id="6183" dur="500"/>
                                        <p:tgtEl>
                                          <p:spTgt spid="1478"/>
                                        </p:tgtEl>
                                      </p:cBhvr>
                                    </p:animEffect>
                                  </p:childTnLst>
                                </p:cTn>
                              </p:par>
                              <p:par>
                                <p:cTn id="6184" nodeType="withEffect" fill="hold" presetClass="entr" presetID="10">
                                  <p:stCondLst>
                                    <p:cond delay="0"/>
                                  </p:stCondLst>
                                  <p:childTnLst>
                                    <p:set>
                                      <p:cBhvr>
                                        <p:cTn id="6185" dur="1" fill="hold">
                                          <p:stCondLst>
                                            <p:cond delay="0"/>
                                          </p:stCondLst>
                                        </p:cTn>
                                        <p:tgtEl>
                                          <p:spTgt spid="1479"/>
                                        </p:tgtEl>
                                        <p:attrNameLst>
                                          <p:attrName>style.visibility</p:attrName>
                                        </p:attrNameLst>
                                      </p:cBhvr>
                                      <p:to>
                                        <p:strVal val="visible"/>
                                      </p:to>
                                    </p:set>
                                    <p:animEffect filter="fade" transition="in">
                                      <p:cBhvr additive="repl">
                                        <p:cTn id="6186" dur="500"/>
                                        <p:tgtEl>
                                          <p:spTgt spid="1479"/>
                                        </p:tgtEl>
                                      </p:cBhvr>
                                    </p:animEffect>
                                  </p:childTnLst>
                                </p:cTn>
                              </p:par>
                              <p:par>
                                <p:cTn id="6187" nodeType="withEffect" fill="hold" presetClass="entr" presetID="10">
                                  <p:stCondLst>
                                    <p:cond delay="0"/>
                                  </p:stCondLst>
                                  <p:childTnLst>
                                    <p:set>
                                      <p:cBhvr>
                                        <p:cTn id="6188" dur="1" fill="hold">
                                          <p:stCondLst>
                                            <p:cond delay="0"/>
                                          </p:stCondLst>
                                        </p:cTn>
                                        <p:tgtEl>
                                          <p:spTgt spid="1482"/>
                                        </p:tgtEl>
                                        <p:attrNameLst>
                                          <p:attrName>style.visibility</p:attrName>
                                        </p:attrNameLst>
                                      </p:cBhvr>
                                      <p:to>
                                        <p:strVal val="visible"/>
                                      </p:to>
                                    </p:set>
                                    <p:animEffect filter="fade" transition="in">
                                      <p:cBhvr additive="repl">
                                        <p:cTn id="6189" dur="500"/>
                                        <p:tgtEl>
                                          <p:spTgt spid="1482"/>
                                        </p:tgtEl>
                                      </p:cBhvr>
                                    </p:animEffect>
                                  </p:childTnLst>
                                </p:cTn>
                              </p:par>
                              <p:par>
                                <p:cTn id="6190" nodeType="withEffect" fill="hold" presetClass="entr" presetID="10">
                                  <p:stCondLst>
                                    <p:cond delay="0"/>
                                  </p:stCondLst>
                                  <p:childTnLst>
                                    <p:set>
                                      <p:cBhvr>
                                        <p:cTn id="6191" dur="1" fill="hold">
                                          <p:stCondLst>
                                            <p:cond delay="0"/>
                                          </p:stCondLst>
                                        </p:cTn>
                                        <p:tgtEl>
                                          <p:spTgt spid="1483"/>
                                        </p:tgtEl>
                                        <p:attrNameLst>
                                          <p:attrName>style.visibility</p:attrName>
                                        </p:attrNameLst>
                                      </p:cBhvr>
                                      <p:to>
                                        <p:strVal val="visible"/>
                                      </p:to>
                                    </p:set>
                                    <p:animEffect filter="fade" transition="in">
                                      <p:cBhvr additive="repl">
                                        <p:cTn id="6192" dur="500"/>
                                        <p:tgtEl>
                                          <p:spTgt spid="1483"/>
                                        </p:tgtEl>
                                      </p:cBhvr>
                                    </p:animEffect>
                                  </p:childTnLst>
                                </p:cTn>
                              </p:par>
                              <p:par>
                                <p:cTn id="6193" nodeType="withEffect" fill="hold" presetClass="entr" presetID="10">
                                  <p:stCondLst>
                                    <p:cond delay="0"/>
                                  </p:stCondLst>
                                  <p:childTnLst>
                                    <p:set>
                                      <p:cBhvr>
                                        <p:cTn id="6194" dur="1" fill="hold">
                                          <p:stCondLst>
                                            <p:cond delay="0"/>
                                          </p:stCondLst>
                                        </p:cTn>
                                        <p:tgtEl>
                                          <p:spTgt spid="1486"/>
                                        </p:tgtEl>
                                        <p:attrNameLst>
                                          <p:attrName>style.visibility</p:attrName>
                                        </p:attrNameLst>
                                      </p:cBhvr>
                                      <p:to>
                                        <p:strVal val="visible"/>
                                      </p:to>
                                    </p:set>
                                    <p:animEffect filter="fade" transition="in">
                                      <p:cBhvr additive="repl">
                                        <p:cTn id="6195" dur="500"/>
                                        <p:tgtEl>
                                          <p:spTgt spid="1486"/>
                                        </p:tgtEl>
                                      </p:cBhvr>
                                    </p:animEffect>
                                  </p:childTnLst>
                                </p:cTn>
                              </p:par>
                              <p:par>
                                <p:cTn id="6196" nodeType="withEffect" fill="hold" presetClass="entr" presetID="10">
                                  <p:stCondLst>
                                    <p:cond delay="0"/>
                                  </p:stCondLst>
                                  <p:childTnLst>
                                    <p:set>
                                      <p:cBhvr>
                                        <p:cTn id="6197" dur="1" fill="hold">
                                          <p:stCondLst>
                                            <p:cond delay="0"/>
                                          </p:stCondLst>
                                        </p:cTn>
                                        <p:tgtEl>
                                          <p:spTgt spid="1487"/>
                                        </p:tgtEl>
                                        <p:attrNameLst>
                                          <p:attrName>style.visibility</p:attrName>
                                        </p:attrNameLst>
                                      </p:cBhvr>
                                      <p:to>
                                        <p:strVal val="visible"/>
                                      </p:to>
                                    </p:set>
                                    <p:animEffect filter="fade" transition="in">
                                      <p:cBhvr additive="repl">
                                        <p:cTn id="6198" dur="500"/>
                                        <p:tgtEl>
                                          <p:spTgt spid="1487"/>
                                        </p:tgtEl>
                                      </p:cBhvr>
                                    </p:animEffect>
                                  </p:childTnLst>
                                </p:cTn>
                              </p:par>
                              <p:par>
                                <p:cTn id="6199" nodeType="withEffect" fill="hold" presetClass="exit" presetID="1">
                                  <p:stCondLst>
                                    <p:cond delay="0"/>
                                  </p:stCondLst>
                                  <p:childTnLst>
                                    <p:set>
                                      <p:cBhvr>
                                        <p:cTn id="6200" dur="1" fill="hold">
                                          <p:stCondLst>
                                            <p:cond delay="0"/>
                                          </p:stCondLst>
                                        </p:cTn>
                                        <p:tgtEl>
                                          <p:spTgt spid="1477"/>
                                        </p:tgtEl>
                                        <p:attrNameLst>
                                          <p:attrName>style.visibility</p:attrName>
                                        </p:attrNameLst>
                                      </p:cBhvr>
                                      <p:to>
                                        <p:strVal val="hidden"/>
                                      </p:to>
                                    </p:set>
                                  </p:childTnLst>
                                </p:cTn>
                              </p:par>
                              <p:par>
                                <p:cTn id="6201" nodeType="withEffect" fill="hold" presetClass="exit" presetID="1">
                                  <p:stCondLst>
                                    <p:cond delay="0"/>
                                  </p:stCondLst>
                                  <p:childTnLst>
                                    <p:set>
                                      <p:cBhvr>
                                        <p:cTn id="6202" dur="1" fill="hold">
                                          <p:stCondLst>
                                            <p:cond delay="0"/>
                                          </p:stCondLst>
                                        </p:cTn>
                                        <p:tgtEl>
                                          <p:spTgt spid="1476"/>
                                        </p:tgtEl>
                                        <p:attrNameLst>
                                          <p:attrName>style.visibility</p:attrName>
                                        </p:attrNameLst>
                                      </p:cBhvr>
                                      <p:to>
                                        <p:strVal val="hidden"/>
                                      </p:to>
                                    </p:set>
                                  </p:childTnLst>
                                </p:cTn>
                              </p:par>
                              <p:par>
                                <p:cTn id="6203" nodeType="withEffect" fill="hold" presetClass="exit" presetID="1">
                                  <p:stCondLst>
                                    <p:cond delay="0"/>
                                  </p:stCondLst>
                                  <p:childTnLst>
                                    <p:set>
                                      <p:cBhvr>
                                        <p:cTn id="6204" dur="1" fill="hold">
                                          <p:stCondLst>
                                            <p:cond delay="0"/>
                                          </p:stCondLst>
                                        </p:cTn>
                                        <p:tgtEl>
                                          <p:spTgt spid="1481"/>
                                        </p:tgtEl>
                                        <p:attrNameLst>
                                          <p:attrName>style.visibility</p:attrName>
                                        </p:attrNameLst>
                                      </p:cBhvr>
                                      <p:to>
                                        <p:strVal val="hidden"/>
                                      </p:to>
                                    </p:set>
                                  </p:childTnLst>
                                </p:cTn>
                              </p:par>
                              <p:par>
                                <p:cTn id="6205" nodeType="withEffect" fill="hold" presetClass="exit" presetID="1">
                                  <p:stCondLst>
                                    <p:cond delay="0"/>
                                  </p:stCondLst>
                                  <p:childTnLst>
                                    <p:set>
                                      <p:cBhvr>
                                        <p:cTn id="6206" dur="1" fill="hold">
                                          <p:stCondLst>
                                            <p:cond delay="0"/>
                                          </p:stCondLst>
                                        </p:cTn>
                                        <p:tgtEl>
                                          <p:spTgt spid="1480"/>
                                        </p:tgtEl>
                                        <p:attrNameLst>
                                          <p:attrName>style.visibility</p:attrName>
                                        </p:attrNameLst>
                                      </p:cBhvr>
                                      <p:to>
                                        <p:strVal val="hidden"/>
                                      </p:to>
                                    </p:set>
                                  </p:childTnLst>
                                </p:cTn>
                              </p:par>
                              <p:par>
                                <p:cTn id="6207" nodeType="withEffect" fill="hold" presetClass="exit" presetID="1">
                                  <p:stCondLst>
                                    <p:cond delay="0"/>
                                  </p:stCondLst>
                                  <p:childTnLst>
                                    <p:set>
                                      <p:cBhvr>
                                        <p:cTn id="6208" dur="1" fill="hold">
                                          <p:stCondLst>
                                            <p:cond delay="0"/>
                                          </p:stCondLst>
                                        </p:cTn>
                                        <p:tgtEl>
                                          <p:spTgt spid="1485"/>
                                        </p:tgtEl>
                                        <p:attrNameLst>
                                          <p:attrName>style.visibility</p:attrName>
                                        </p:attrNameLst>
                                      </p:cBhvr>
                                      <p:to>
                                        <p:strVal val="hidden"/>
                                      </p:to>
                                    </p:set>
                                  </p:childTnLst>
                                </p:cTn>
                              </p:par>
                              <p:par>
                                <p:cTn id="6209" nodeType="withEffect" fill="hold" presetClass="exit" presetID="1">
                                  <p:stCondLst>
                                    <p:cond delay="0"/>
                                  </p:stCondLst>
                                  <p:childTnLst>
                                    <p:set>
                                      <p:cBhvr>
                                        <p:cTn id="6210" dur="1" fill="hold">
                                          <p:stCondLst>
                                            <p:cond delay="0"/>
                                          </p:stCondLst>
                                        </p:cTn>
                                        <p:tgtEl>
                                          <p:spTgt spid="1484"/>
                                        </p:tgtEl>
                                        <p:attrNameLst>
                                          <p:attrName>style.visibility</p:attrName>
                                        </p:attrNameLst>
                                      </p:cBhvr>
                                      <p:to>
                                        <p:strVal val="hidden"/>
                                      </p:to>
                                    </p:set>
                                  </p:childTnLst>
                                </p:cTn>
                              </p:par>
                              <p:par>
                                <p:cTn id="6211" nodeType="withEffect" fill="hold" presetClass="exit" presetID="1">
                                  <p:stCondLst>
                                    <p:cond delay="0"/>
                                  </p:stCondLst>
                                  <p:childTnLst>
                                    <p:set>
                                      <p:cBhvr>
                                        <p:cTn id="6212" dur="1" fill="hold">
                                          <p:stCondLst>
                                            <p:cond delay="0"/>
                                          </p:stCondLst>
                                        </p:cTn>
                                        <p:tgtEl>
                                          <p:spTgt spid="1489"/>
                                        </p:tgtEl>
                                        <p:attrNameLst>
                                          <p:attrName>style.visibility</p:attrName>
                                        </p:attrNameLst>
                                      </p:cBhvr>
                                      <p:to>
                                        <p:strVal val="hidden"/>
                                      </p:to>
                                    </p:set>
                                  </p:childTnLst>
                                </p:cTn>
                              </p:par>
                              <p:par>
                                <p:cTn id="6213" nodeType="withEffect" fill="hold" presetClass="exit" presetID="1">
                                  <p:stCondLst>
                                    <p:cond delay="0"/>
                                  </p:stCondLst>
                                  <p:childTnLst>
                                    <p:set>
                                      <p:cBhvr>
                                        <p:cTn id="6214" dur="1" fill="hold">
                                          <p:stCondLst>
                                            <p:cond delay="0"/>
                                          </p:stCondLst>
                                        </p:cTn>
                                        <p:tgtEl>
                                          <p:spTgt spid="14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215" restart="whenNotActive" nodeType="interactiveSeq" fill="hold">
                <p:stCondLst>
                  <p:cond delay="0" evt="onClick">
                    <p:tgtEl>
                      <p:spTgt spid="1474"/>
                    </p:tgtEl>
                  </p:cond>
                </p:stCondLst>
                <p:childTnLst>
                  <p:par>
                    <p:cTn id="6216" fill="hold">
                      <p:stCondLst>
                        <p:cond delay="0" evt="onClick">
                          <p:tgtEl>
                            <p:spTgt spid="1474"/>
                          </p:tgtEl>
                        </p:cond>
                      </p:stCondLst>
                      <p:childTnLst>
                        <p:par>
                          <p:cTn id="6217" fill="hold">
                            <p:stCondLst>
                              <p:cond delay="0"/>
                            </p:stCondLst>
                            <p:childTnLst>
                              <p:par>
                                <p:cTn id="6218" nodeType="clickEffect" fill="hold" presetClass="entr" presetID="16" presetSubtype="21">
                                  <p:stCondLst>
                                    <p:cond delay="0"/>
                                  </p:stCondLst>
                                  <p:childTnLst>
                                    <p:set>
                                      <p:cBhvr>
                                        <p:cTn id="6219" dur="1" fill="hold">
                                          <p:stCondLst>
                                            <p:cond delay="0"/>
                                          </p:stCondLst>
                                        </p:cTn>
                                        <p:tgtEl>
                                          <p:spTgt spid="1477"/>
                                        </p:tgtEl>
                                        <p:attrNameLst>
                                          <p:attrName>style.visibility</p:attrName>
                                        </p:attrNameLst>
                                      </p:cBhvr>
                                      <p:to>
                                        <p:strVal val="visible"/>
                                      </p:to>
                                    </p:set>
                                    <p:animEffect filter="barn(inVertical)" transition="in">
                                      <p:cBhvr additive="repl">
                                        <p:cTn id="6220" dur="500"/>
                                        <p:tgtEl>
                                          <p:spTgt spid="1477"/>
                                        </p:tgtEl>
                                      </p:cBhvr>
                                    </p:animEffect>
                                  </p:childTnLst>
                                </p:cTn>
                              </p:par>
                              <p:par>
                                <p:cTn id="6221" nodeType="withEffect" fill="hold" presetClass="entr" presetID="16" presetSubtype="21">
                                  <p:stCondLst>
                                    <p:cond delay="0"/>
                                  </p:stCondLst>
                                  <p:childTnLst>
                                    <p:set>
                                      <p:cBhvr>
                                        <p:cTn id="6222" dur="1" fill="hold">
                                          <p:stCondLst>
                                            <p:cond delay="0"/>
                                          </p:stCondLst>
                                        </p:cTn>
                                        <p:tgtEl>
                                          <p:spTgt spid="1476"/>
                                        </p:tgtEl>
                                        <p:attrNameLst>
                                          <p:attrName>style.visibility</p:attrName>
                                        </p:attrNameLst>
                                      </p:cBhvr>
                                      <p:to>
                                        <p:strVal val="visible"/>
                                      </p:to>
                                    </p:set>
                                    <p:animEffect filter="barn(inVertical)" transition="in">
                                      <p:cBhvr additive="repl">
                                        <p:cTn id="6223" dur="500"/>
                                        <p:tgtEl>
                                          <p:spTgt spid="1476"/>
                                        </p:tgtEl>
                                      </p:cBhvr>
                                    </p:animEffect>
                                  </p:childTnLst>
                                </p:cTn>
                              </p:par>
                              <p:par>
                                <p:cTn id="6224" nodeType="withEffect" fill="hold" presetClass="emph" presetID="1" presetSubtype="2">
                                  <p:stCondLst>
                                    <p:cond delay="0"/>
                                  </p:stCondLst>
                                  <p:childTnLst>
                                    <p:animClr clrSpc="rgb">
                                      <p:cBhvr>
                                        <p:cTn id="6225" dur="500" fill="hold"/>
                                        <p:tgtEl>
                                          <p:spTgt spid="1475"/>
                                        </p:tgtEl>
                                        <p:attrNameLst>
                                          <p:attrName>fillcolor</p:attrName>
                                        </p:attrNameLst>
                                      </p:cBhvr>
                                      <p:to>
                                        <a:srgbClr val="8a80e4"/>
                                      </p:to>
                                    </p:animClr>
                                    <p:set>
                                      <p:cBhvr>
                                        <p:cTn id="6226" dur="500" fill="hold"/>
                                        <p:tgtEl>
                                          <p:spTgt spid="1475"/>
                                        </p:tgtEl>
                                        <p:attrNameLst>
                                          <p:attrName>fill.type</p:attrName>
                                        </p:attrNameLst>
                                      </p:cBhvr>
                                      <p:to>
                                        <p:strVal val="solid"/>
                                      </p:to>
                                    </p:set>
                                    <p:set>
                                      <p:cBhvr>
                                        <p:cTn id="6227" dur="500" fill="hold"/>
                                        <p:tgtEl>
                                          <p:spTgt spid="1475"/>
                                        </p:tgtEl>
                                        <p:attrNameLst>
                                          <p:attrName>fill.on</p:attrName>
                                        </p:attrNameLst>
                                      </p:cBhvr>
                                      <p:to>
                                        <p:strVal val="true"/>
                                      </p:to>
                                    </p:set>
                                  </p:childTnLst>
                                </p:cTn>
                              </p:par>
                              <p:par>
                                <p:cTn id="6228" nodeType="withEffect" fill="hold" presetClass="emph" presetID="1" presetSubtype="2">
                                  <p:stCondLst>
                                    <p:cond delay="0"/>
                                  </p:stCondLst>
                                  <p:childTnLst>
                                    <p:animClr clrSpc="rgb">
                                      <p:cBhvr>
                                        <p:cTn id="6229" dur="500" fill="hold"/>
                                        <p:tgtEl>
                                          <p:spTgt spid="1479"/>
                                        </p:tgtEl>
                                        <p:attrNameLst>
                                          <p:attrName>fillcolor</p:attrName>
                                        </p:attrNameLst>
                                      </p:cBhvr>
                                      <p:to>
                                        <a:srgbClr val="95b3d7"/>
                                      </p:to>
                                    </p:animClr>
                                    <p:set>
                                      <p:cBhvr>
                                        <p:cTn id="6230" dur="500" fill="hold"/>
                                        <p:tgtEl>
                                          <p:spTgt spid="1479"/>
                                        </p:tgtEl>
                                        <p:attrNameLst>
                                          <p:attrName>fill.type</p:attrName>
                                        </p:attrNameLst>
                                      </p:cBhvr>
                                      <p:to>
                                        <p:strVal val="solid"/>
                                      </p:to>
                                    </p:set>
                                    <p:set>
                                      <p:cBhvr>
                                        <p:cTn id="6231" dur="500" fill="hold"/>
                                        <p:tgtEl>
                                          <p:spTgt spid="1479"/>
                                        </p:tgtEl>
                                        <p:attrNameLst>
                                          <p:attrName>fill.on</p:attrName>
                                        </p:attrNameLst>
                                      </p:cBhvr>
                                      <p:to>
                                        <p:strVal val="true"/>
                                      </p:to>
                                    </p:set>
                                  </p:childTnLst>
                                </p:cTn>
                              </p:par>
                              <p:par>
                                <p:cTn id="6232" nodeType="withEffect" fill="hold" presetClass="emph" presetID="1" presetSubtype="2">
                                  <p:stCondLst>
                                    <p:cond delay="0"/>
                                  </p:stCondLst>
                                  <p:childTnLst>
                                    <p:animClr clrSpc="rgb">
                                      <p:cBhvr>
                                        <p:cTn id="6233" dur="500" fill="hold"/>
                                        <p:tgtEl>
                                          <p:spTgt spid="1483"/>
                                        </p:tgtEl>
                                        <p:attrNameLst>
                                          <p:attrName>fillcolor</p:attrName>
                                        </p:attrNameLst>
                                      </p:cBhvr>
                                      <p:to>
                                        <a:srgbClr val="95b3d7"/>
                                      </p:to>
                                    </p:animClr>
                                    <p:set>
                                      <p:cBhvr>
                                        <p:cTn id="6234" dur="500" fill="hold"/>
                                        <p:tgtEl>
                                          <p:spTgt spid="1483"/>
                                        </p:tgtEl>
                                        <p:attrNameLst>
                                          <p:attrName>fill.type</p:attrName>
                                        </p:attrNameLst>
                                      </p:cBhvr>
                                      <p:to>
                                        <p:strVal val="solid"/>
                                      </p:to>
                                    </p:set>
                                    <p:set>
                                      <p:cBhvr>
                                        <p:cTn id="6235" dur="500" fill="hold"/>
                                        <p:tgtEl>
                                          <p:spTgt spid="1483"/>
                                        </p:tgtEl>
                                        <p:attrNameLst>
                                          <p:attrName>fill.on</p:attrName>
                                        </p:attrNameLst>
                                      </p:cBhvr>
                                      <p:to>
                                        <p:strVal val="true"/>
                                      </p:to>
                                    </p:set>
                                  </p:childTnLst>
                                </p:cTn>
                              </p:par>
                              <p:par>
                                <p:cTn id="6236" nodeType="withEffect" fill="hold" presetClass="emph" presetID="1" presetSubtype="2">
                                  <p:stCondLst>
                                    <p:cond delay="0"/>
                                  </p:stCondLst>
                                  <p:childTnLst>
                                    <p:animClr clrSpc="rgb">
                                      <p:cBhvr>
                                        <p:cTn id="6237" dur="500" fill="hold"/>
                                        <p:tgtEl>
                                          <p:spTgt spid="1487"/>
                                        </p:tgtEl>
                                        <p:attrNameLst>
                                          <p:attrName>fillcolor</p:attrName>
                                        </p:attrNameLst>
                                      </p:cBhvr>
                                      <p:to>
                                        <a:srgbClr val="95b3d7"/>
                                      </p:to>
                                    </p:animClr>
                                    <p:set>
                                      <p:cBhvr>
                                        <p:cTn id="6238" dur="500" fill="hold"/>
                                        <p:tgtEl>
                                          <p:spTgt spid="1487"/>
                                        </p:tgtEl>
                                        <p:attrNameLst>
                                          <p:attrName>fill.type</p:attrName>
                                        </p:attrNameLst>
                                      </p:cBhvr>
                                      <p:to>
                                        <p:strVal val="solid"/>
                                      </p:to>
                                    </p:set>
                                    <p:set>
                                      <p:cBhvr>
                                        <p:cTn id="6239" dur="500" fill="hold"/>
                                        <p:tgtEl>
                                          <p:spTgt spid="1487"/>
                                        </p:tgtEl>
                                        <p:attrNameLst>
                                          <p:attrName>fill.on</p:attrName>
                                        </p:attrNameLst>
                                      </p:cBhvr>
                                      <p:to>
                                        <p:strVal val="true"/>
                                      </p:to>
                                    </p:set>
                                  </p:childTnLst>
                                </p:cTn>
                              </p:par>
                              <p:par>
                                <p:cTn id="6240" nodeType="withEffect" fill="hold" presetClass="exit" presetID="10">
                                  <p:stCondLst>
                                    <p:cond delay="0"/>
                                  </p:stCondLst>
                                  <p:childTnLst>
                                    <p:animEffect filter="fade" transition="out">
                                      <p:cBhvr additive="repl">
                                        <p:cTn id="6241" dur="500"/>
                                        <p:tgtEl>
                                          <p:spTgt spid="1481"/>
                                        </p:tgtEl>
                                      </p:cBhvr>
                                    </p:animEffect>
                                    <p:set>
                                      <p:cBhvr>
                                        <p:cTn id="6242" dur="1" fill="hold">
                                          <p:stCondLst>
                                            <p:cond delay="499"/>
                                          </p:stCondLst>
                                        </p:cTn>
                                        <p:tgtEl>
                                          <p:spTgt spid="1481"/>
                                        </p:tgtEl>
                                        <p:attrNameLst>
                                          <p:attrName>style.visibility</p:attrName>
                                        </p:attrNameLst>
                                      </p:cBhvr>
                                      <p:to>
                                        <p:strVal val="hidden"/>
                                      </p:to>
                                    </p:set>
                                  </p:childTnLst>
                                </p:cTn>
                              </p:par>
                              <p:par>
                                <p:cTn id="6243" nodeType="withEffect" fill="hold" presetClass="exit" presetID="10">
                                  <p:stCondLst>
                                    <p:cond delay="0"/>
                                  </p:stCondLst>
                                  <p:childTnLst>
                                    <p:animEffect filter="fade" transition="out">
                                      <p:cBhvr additive="repl">
                                        <p:cTn id="6244" dur="500"/>
                                        <p:tgtEl>
                                          <p:spTgt spid="1480"/>
                                        </p:tgtEl>
                                      </p:cBhvr>
                                    </p:animEffect>
                                    <p:set>
                                      <p:cBhvr>
                                        <p:cTn id="6245" dur="1" fill="hold">
                                          <p:stCondLst>
                                            <p:cond delay="499"/>
                                          </p:stCondLst>
                                        </p:cTn>
                                        <p:tgtEl>
                                          <p:spTgt spid="1480"/>
                                        </p:tgtEl>
                                        <p:attrNameLst>
                                          <p:attrName>style.visibility</p:attrName>
                                        </p:attrNameLst>
                                      </p:cBhvr>
                                      <p:to>
                                        <p:strVal val="hidden"/>
                                      </p:to>
                                    </p:set>
                                  </p:childTnLst>
                                </p:cTn>
                              </p:par>
                              <p:par>
                                <p:cTn id="6246" nodeType="withEffect" fill="hold" presetClass="exit" presetID="10">
                                  <p:stCondLst>
                                    <p:cond delay="0"/>
                                  </p:stCondLst>
                                  <p:childTnLst>
                                    <p:animEffect filter="fade" transition="out">
                                      <p:cBhvr additive="repl">
                                        <p:cTn id="6247" dur="500"/>
                                        <p:tgtEl>
                                          <p:spTgt spid="1485"/>
                                        </p:tgtEl>
                                      </p:cBhvr>
                                    </p:animEffect>
                                    <p:set>
                                      <p:cBhvr>
                                        <p:cTn id="6248" dur="1" fill="hold">
                                          <p:stCondLst>
                                            <p:cond delay="499"/>
                                          </p:stCondLst>
                                        </p:cTn>
                                        <p:tgtEl>
                                          <p:spTgt spid="1485"/>
                                        </p:tgtEl>
                                        <p:attrNameLst>
                                          <p:attrName>style.visibility</p:attrName>
                                        </p:attrNameLst>
                                      </p:cBhvr>
                                      <p:to>
                                        <p:strVal val="hidden"/>
                                      </p:to>
                                    </p:set>
                                  </p:childTnLst>
                                </p:cTn>
                              </p:par>
                              <p:par>
                                <p:cTn id="6249" nodeType="withEffect" fill="hold" presetClass="exit" presetID="10">
                                  <p:stCondLst>
                                    <p:cond delay="0"/>
                                  </p:stCondLst>
                                  <p:childTnLst>
                                    <p:animEffect filter="fade" transition="out">
                                      <p:cBhvr additive="repl">
                                        <p:cTn id="6250" dur="500"/>
                                        <p:tgtEl>
                                          <p:spTgt spid="1484"/>
                                        </p:tgtEl>
                                      </p:cBhvr>
                                    </p:animEffect>
                                    <p:set>
                                      <p:cBhvr>
                                        <p:cTn id="6251" dur="1" fill="hold">
                                          <p:stCondLst>
                                            <p:cond delay="499"/>
                                          </p:stCondLst>
                                        </p:cTn>
                                        <p:tgtEl>
                                          <p:spTgt spid="1484"/>
                                        </p:tgtEl>
                                        <p:attrNameLst>
                                          <p:attrName>style.visibility</p:attrName>
                                        </p:attrNameLst>
                                      </p:cBhvr>
                                      <p:to>
                                        <p:strVal val="hidden"/>
                                      </p:to>
                                    </p:set>
                                  </p:childTnLst>
                                </p:cTn>
                              </p:par>
                              <p:par>
                                <p:cTn id="6252" nodeType="withEffect" fill="hold" presetClass="exit" presetID="10">
                                  <p:stCondLst>
                                    <p:cond delay="0"/>
                                  </p:stCondLst>
                                  <p:childTnLst>
                                    <p:animEffect filter="fade" transition="out">
                                      <p:cBhvr additive="repl">
                                        <p:cTn id="6253" dur="500"/>
                                        <p:tgtEl>
                                          <p:spTgt spid="1489"/>
                                        </p:tgtEl>
                                      </p:cBhvr>
                                    </p:animEffect>
                                    <p:set>
                                      <p:cBhvr>
                                        <p:cTn id="6254" dur="1" fill="hold">
                                          <p:stCondLst>
                                            <p:cond delay="499"/>
                                          </p:stCondLst>
                                        </p:cTn>
                                        <p:tgtEl>
                                          <p:spTgt spid="1489"/>
                                        </p:tgtEl>
                                        <p:attrNameLst>
                                          <p:attrName>style.visibility</p:attrName>
                                        </p:attrNameLst>
                                      </p:cBhvr>
                                      <p:to>
                                        <p:strVal val="hidden"/>
                                      </p:to>
                                    </p:set>
                                  </p:childTnLst>
                                </p:cTn>
                              </p:par>
                              <p:par>
                                <p:cTn id="6255" nodeType="withEffect" fill="hold" presetClass="exit" presetID="10">
                                  <p:stCondLst>
                                    <p:cond delay="0"/>
                                  </p:stCondLst>
                                  <p:childTnLst>
                                    <p:animEffect filter="fade" transition="out">
                                      <p:cBhvr additive="repl">
                                        <p:cTn id="6256" dur="500"/>
                                        <p:tgtEl>
                                          <p:spTgt spid="1488"/>
                                        </p:tgtEl>
                                      </p:cBhvr>
                                    </p:animEffect>
                                    <p:set>
                                      <p:cBhvr>
                                        <p:cTn id="6257" dur="1" fill="hold">
                                          <p:stCondLst>
                                            <p:cond delay="499"/>
                                          </p:stCondLst>
                                        </p:cTn>
                                        <p:tgtEl>
                                          <p:spTgt spid="14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258" restart="whenNotActive" nodeType="interactiveSeq" fill="hold">
                <p:stCondLst>
                  <p:cond delay="0" evt="onClick">
                    <p:tgtEl>
                      <p:spTgt spid="1477"/>
                    </p:tgtEl>
                  </p:cond>
                </p:stCondLst>
                <p:childTnLst>
                  <p:par>
                    <p:cTn id="6259" fill="hold">
                      <p:stCondLst>
                        <p:cond delay="0" evt="onClick">
                          <p:tgtEl>
                            <p:spTgt spid="1477"/>
                          </p:tgtEl>
                        </p:cond>
                      </p:stCondLst>
                      <p:childTnLst>
                        <p:par>
                          <p:cTn id="6260" fill="hold">
                            <p:stCondLst>
                              <p:cond delay="0"/>
                            </p:stCondLst>
                            <p:childTnLst>
                              <p:par>
                                <p:cTn id="6261" nodeType="clickEffect" fill="hold" presetClass="exit" presetID="9">
                                  <p:stCondLst>
                                    <p:cond delay="0"/>
                                  </p:stCondLst>
                                  <p:childTnLst>
                                    <p:animEffect filter="dissolve" transition="out">
                                      <p:cBhvr additive="repl">
                                        <p:cTn id="6262" dur="500"/>
                                        <p:tgtEl>
                                          <p:spTgt spid="1477"/>
                                        </p:tgtEl>
                                      </p:cBhvr>
                                    </p:animEffect>
                                    <p:set>
                                      <p:cBhvr>
                                        <p:cTn id="6263" dur="1" fill="hold">
                                          <p:stCondLst>
                                            <p:cond delay="499"/>
                                          </p:stCondLst>
                                        </p:cTn>
                                        <p:tgtEl>
                                          <p:spTgt spid="1477"/>
                                        </p:tgtEl>
                                        <p:attrNameLst>
                                          <p:attrName>style.visibility</p:attrName>
                                        </p:attrNameLst>
                                      </p:cBhvr>
                                      <p:to>
                                        <p:strVal val="hidden"/>
                                      </p:to>
                                    </p:set>
                                  </p:childTnLst>
                                </p:cTn>
                              </p:par>
                              <p:par>
                                <p:cTn id="6264" nodeType="withEffect" fill="hold" presetClass="exit" presetID="9">
                                  <p:stCondLst>
                                    <p:cond delay="0"/>
                                  </p:stCondLst>
                                  <p:childTnLst>
                                    <p:animEffect filter="dissolve" transition="out">
                                      <p:cBhvr additive="repl">
                                        <p:cTn id="6265" dur="500"/>
                                        <p:tgtEl>
                                          <p:spTgt spid="1476"/>
                                        </p:tgtEl>
                                      </p:cBhvr>
                                    </p:animEffect>
                                    <p:set>
                                      <p:cBhvr>
                                        <p:cTn id="6266" dur="1" fill="hold">
                                          <p:stCondLst>
                                            <p:cond delay="499"/>
                                          </p:stCondLst>
                                        </p:cTn>
                                        <p:tgtEl>
                                          <p:spTgt spid="1476"/>
                                        </p:tgtEl>
                                        <p:attrNameLst>
                                          <p:attrName>style.visibility</p:attrName>
                                        </p:attrNameLst>
                                      </p:cBhvr>
                                      <p:to>
                                        <p:strVal val="hidden"/>
                                      </p:to>
                                    </p:set>
                                  </p:childTnLst>
                                </p:cTn>
                              </p:par>
                              <p:par>
                                <p:cTn id="6267" nodeType="withEffect" fill="hold" presetClass="emph" presetID="1" presetSubtype="2">
                                  <p:stCondLst>
                                    <p:cond delay="0"/>
                                  </p:stCondLst>
                                  <p:childTnLst>
                                    <p:animClr clrSpc="rgb">
                                      <p:cBhvr>
                                        <p:cTn id="6268" dur="500" fill="hold"/>
                                        <p:tgtEl>
                                          <p:spTgt spid="1475"/>
                                        </p:tgtEl>
                                        <p:attrNameLst>
                                          <p:attrName>fillcolor</p:attrName>
                                        </p:attrNameLst>
                                      </p:cBhvr>
                                      <p:to>
                                        <a:srgbClr val="95b3d7"/>
                                      </p:to>
                                    </p:animClr>
                                    <p:set>
                                      <p:cBhvr>
                                        <p:cTn id="6269" dur="500" fill="hold"/>
                                        <p:tgtEl>
                                          <p:spTgt spid="1475"/>
                                        </p:tgtEl>
                                        <p:attrNameLst>
                                          <p:attrName>fill.type</p:attrName>
                                        </p:attrNameLst>
                                      </p:cBhvr>
                                      <p:to>
                                        <p:strVal val="solid"/>
                                      </p:to>
                                    </p:set>
                                    <p:set>
                                      <p:cBhvr>
                                        <p:cTn id="6270" dur="500" fill="hold"/>
                                        <p:tgtEl>
                                          <p:spTgt spid="1475"/>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271" restart="whenNotActive" nodeType="interactiveSeq" fill="hold">
                <p:stCondLst>
                  <p:cond delay="0" evt="onClick">
                    <p:tgtEl>
                      <p:spTgt spid="1478"/>
                    </p:tgtEl>
                  </p:cond>
                </p:stCondLst>
                <p:childTnLst>
                  <p:par>
                    <p:cTn id="6272" fill="hold">
                      <p:stCondLst>
                        <p:cond delay="0" evt="onClick">
                          <p:tgtEl>
                            <p:spTgt spid="1478"/>
                          </p:tgtEl>
                        </p:cond>
                      </p:stCondLst>
                      <p:childTnLst>
                        <p:par>
                          <p:cTn id="6273" fill="hold">
                            <p:stCondLst>
                              <p:cond delay="0"/>
                            </p:stCondLst>
                            <p:childTnLst>
                              <p:par>
                                <p:cTn id="6274" nodeType="clickEffect" fill="hold" presetClass="entr" presetID="16" presetSubtype="21">
                                  <p:stCondLst>
                                    <p:cond delay="0"/>
                                  </p:stCondLst>
                                  <p:childTnLst>
                                    <p:set>
                                      <p:cBhvr>
                                        <p:cTn id="6275" dur="1" fill="hold">
                                          <p:stCondLst>
                                            <p:cond delay="0"/>
                                          </p:stCondLst>
                                        </p:cTn>
                                        <p:tgtEl>
                                          <p:spTgt spid="1481"/>
                                        </p:tgtEl>
                                        <p:attrNameLst>
                                          <p:attrName>style.visibility</p:attrName>
                                        </p:attrNameLst>
                                      </p:cBhvr>
                                      <p:to>
                                        <p:strVal val="visible"/>
                                      </p:to>
                                    </p:set>
                                    <p:animEffect filter="barn(inVertical)" transition="in">
                                      <p:cBhvr additive="repl">
                                        <p:cTn id="6276" dur="500"/>
                                        <p:tgtEl>
                                          <p:spTgt spid="1481"/>
                                        </p:tgtEl>
                                      </p:cBhvr>
                                    </p:animEffect>
                                  </p:childTnLst>
                                </p:cTn>
                              </p:par>
                              <p:par>
                                <p:cTn id="6277" nodeType="withEffect" fill="hold" presetClass="entr" presetID="16" presetSubtype="21">
                                  <p:stCondLst>
                                    <p:cond delay="0"/>
                                  </p:stCondLst>
                                  <p:childTnLst>
                                    <p:set>
                                      <p:cBhvr>
                                        <p:cTn id="6278" dur="1" fill="hold">
                                          <p:stCondLst>
                                            <p:cond delay="0"/>
                                          </p:stCondLst>
                                        </p:cTn>
                                        <p:tgtEl>
                                          <p:spTgt spid="1480"/>
                                        </p:tgtEl>
                                        <p:attrNameLst>
                                          <p:attrName>style.visibility</p:attrName>
                                        </p:attrNameLst>
                                      </p:cBhvr>
                                      <p:to>
                                        <p:strVal val="visible"/>
                                      </p:to>
                                    </p:set>
                                    <p:animEffect filter="barn(inVertical)" transition="in">
                                      <p:cBhvr additive="repl">
                                        <p:cTn id="6279" dur="500"/>
                                        <p:tgtEl>
                                          <p:spTgt spid="1480"/>
                                        </p:tgtEl>
                                      </p:cBhvr>
                                    </p:animEffect>
                                  </p:childTnLst>
                                </p:cTn>
                              </p:par>
                              <p:par>
                                <p:cTn id="6280" nodeType="withEffect" fill="hold" presetClass="emph" presetID="1" presetSubtype="2">
                                  <p:stCondLst>
                                    <p:cond delay="0"/>
                                  </p:stCondLst>
                                  <p:childTnLst>
                                    <p:animClr clrSpc="rgb">
                                      <p:cBhvr>
                                        <p:cTn id="6281" dur="500" fill="hold"/>
                                        <p:tgtEl>
                                          <p:spTgt spid="1479"/>
                                        </p:tgtEl>
                                        <p:attrNameLst>
                                          <p:attrName>fillcolor</p:attrName>
                                        </p:attrNameLst>
                                      </p:cBhvr>
                                      <p:to>
                                        <a:srgbClr val="8a80e4"/>
                                      </p:to>
                                    </p:animClr>
                                    <p:set>
                                      <p:cBhvr>
                                        <p:cTn id="6282" dur="500" fill="hold"/>
                                        <p:tgtEl>
                                          <p:spTgt spid="1479"/>
                                        </p:tgtEl>
                                        <p:attrNameLst>
                                          <p:attrName>fill.type</p:attrName>
                                        </p:attrNameLst>
                                      </p:cBhvr>
                                      <p:to>
                                        <p:strVal val="solid"/>
                                      </p:to>
                                    </p:set>
                                    <p:set>
                                      <p:cBhvr>
                                        <p:cTn id="6283" dur="500" fill="hold"/>
                                        <p:tgtEl>
                                          <p:spTgt spid="1479"/>
                                        </p:tgtEl>
                                        <p:attrNameLst>
                                          <p:attrName>fill.on</p:attrName>
                                        </p:attrNameLst>
                                      </p:cBhvr>
                                      <p:to>
                                        <p:strVal val="true"/>
                                      </p:to>
                                    </p:set>
                                  </p:childTnLst>
                                </p:cTn>
                              </p:par>
                              <p:par>
                                <p:cTn id="6284" nodeType="withEffect" fill="hold" presetClass="emph" presetID="1" presetSubtype="2">
                                  <p:stCondLst>
                                    <p:cond delay="0"/>
                                  </p:stCondLst>
                                  <p:childTnLst>
                                    <p:animClr clrSpc="rgb">
                                      <p:cBhvr>
                                        <p:cTn id="6285" dur="500" fill="hold"/>
                                        <p:tgtEl>
                                          <p:spTgt spid="1475"/>
                                        </p:tgtEl>
                                        <p:attrNameLst>
                                          <p:attrName>fillcolor</p:attrName>
                                        </p:attrNameLst>
                                      </p:cBhvr>
                                      <p:to>
                                        <a:srgbClr val="95b3d7"/>
                                      </p:to>
                                    </p:animClr>
                                    <p:set>
                                      <p:cBhvr>
                                        <p:cTn id="6286" dur="500" fill="hold"/>
                                        <p:tgtEl>
                                          <p:spTgt spid="1475"/>
                                        </p:tgtEl>
                                        <p:attrNameLst>
                                          <p:attrName>fill.type</p:attrName>
                                        </p:attrNameLst>
                                      </p:cBhvr>
                                      <p:to>
                                        <p:strVal val="solid"/>
                                      </p:to>
                                    </p:set>
                                    <p:set>
                                      <p:cBhvr>
                                        <p:cTn id="6287" dur="500" fill="hold"/>
                                        <p:tgtEl>
                                          <p:spTgt spid="1475"/>
                                        </p:tgtEl>
                                        <p:attrNameLst>
                                          <p:attrName>fill.on</p:attrName>
                                        </p:attrNameLst>
                                      </p:cBhvr>
                                      <p:to>
                                        <p:strVal val="true"/>
                                      </p:to>
                                    </p:set>
                                  </p:childTnLst>
                                </p:cTn>
                              </p:par>
                              <p:par>
                                <p:cTn id="6288" nodeType="withEffect" fill="hold" presetClass="emph" presetID="1" presetSubtype="2">
                                  <p:stCondLst>
                                    <p:cond delay="0"/>
                                  </p:stCondLst>
                                  <p:childTnLst>
                                    <p:animClr clrSpc="rgb">
                                      <p:cBhvr>
                                        <p:cTn id="6289" dur="500" fill="hold"/>
                                        <p:tgtEl>
                                          <p:spTgt spid="1483"/>
                                        </p:tgtEl>
                                        <p:attrNameLst>
                                          <p:attrName>fillcolor</p:attrName>
                                        </p:attrNameLst>
                                      </p:cBhvr>
                                      <p:to>
                                        <a:srgbClr val="95b3d7"/>
                                      </p:to>
                                    </p:animClr>
                                    <p:set>
                                      <p:cBhvr>
                                        <p:cTn id="6290" dur="500" fill="hold"/>
                                        <p:tgtEl>
                                          <p:spTgt spid="1483"/>
                                        </p:tgtEl>
                                        <p:attrNameLst>
                                          <p:attrName>fill.type</p:attrName>
                                        </p:attrNameLst>
                                      </p:cBhvr>
                                      <p:to>
                                        <p:strVal val="solid"/>
                                      </p:to>
                                    </p:set>
                                    <p:set>
                                      <p:cBhvr>
                                        <p:cTn id="6291" dur="500" fill="hold"/>
                                        <p:tgtEl>
                                          <p:spTgt spid="1483"/>
                                        </p:tgtEl>
                                        <p:attrNameLst>
                                          <p:attrName>fill.on</p:attrName>
                                        </p:attrNameLst>
                                      </p:cBhvr>
                                      <p:to>
                                        <p:strVal val="true"/>
                                      </p:to>
                                    </p:set>
                                  </p:childTnLst>
                                </p:cTn>
                              </p:par>
                              <p:par>
                                <p:cTn id="6292" nodeType="withEffect" fill="hold" presetClass="emph" presetID="1" presetSubtype="2">
                                  <p:stCondLst>
                                    <p:cond delay="0"/>
                                  </p:stCondLst>
                                  <p:childTnLst>
                                    <p:animClr clrSpc="rgb">
                                      <p:cBhvr>
                                        <p:cTn id="6293" dur="500" fill="hold"/>
                                        <p:tgtEl>
                                          <p:spTgt spid="1487"/>
                                        </p:tgtEl>
                                        <p:attrNameLst>
                                          <p:attrName>fillcolor</p:attrName>
                                        </p:attrNameLst>
                                      </p:cBhvr>
                                      <p:to>
                                        <a:srgbClr val="95b3d7"/>
                                      </p:to>
                                    </p:animClr>
                                    <p:set>
                                      <p:cBhvr>
                                        <p:cTn id="6294" dur="500" fill="hold"/>
                                        <p:tgtEl>
                                          <p:spTgt spid="1487"/>
                                        </p:tgtEl>
                                        <p:attrNameLst>
                                          <p:attrName>fill.type</p:attrName>
                                        </p:attrNameLst>
                                      </p:cBhvr>
                                      <p:to>
                                        <p:strVal val="solid"/>
                                      </p:to>
                                    </p:set>
                                    <p:set>
                                      <p:cBhvr>
                                        <p:cTn id="6295" dur="500" fill="hold"/>
                                        <p:tgtEl>
                                          <p:spTgt spid="1487"/>
                                        </p:tgtEl>
                                        <p:attrNameLst>
                                          <p:attrName>fill.on</p:attrName>
                                        </p:attrNameLst>
                                      </p:cBhvr>
                                      <p:to>
                                        <p:strVal val="true"/>
                                      </p:to>
                                    </p:set>
                                  </p:childTnLst>
                                </p:cTn>
                              </p:par>
                              <p:par>
                                <p:cTn id="6296" nodeType="withEffect" fill="hold" presetClass="exit" presetID="10">
                                  <p:stCondLst>
                                    <p:cond delay="0"/>
                                  </p:stCondLst>
                                  <p:childTnLst>
                                    <p:animEffect filter="fade" transition="out">
                                      <p:cBhvr additive="repl">
                                        <p:cTn id="6297" dur="500"/>
                                        <p:tgtEl>
                                          <p:spTgt spid="1477"/>
                                        </p:tgtEl>
                                      </p:cBhvr>
                                    </p:animEffect>
                                    <p:set>
                                      <p:cBhvr>
                                        <p:cTn id="6298" dur="1" fill="hold">
                                          <p:stCondLst>
                                            <p:cond delay="499"/>
                                          </p:stCondLst>
                                        </p:cTn>
                                        <p:tgtEl>
                                          <p:spTgt spid="1477"/>
                                        </p:tgtEl>
                                        <p:attrNameLst>
                                          <p:attrName>style.visibility</p:attrName>
                                        </p:attrNameLst>
                                      </p:cBhvr>
                                      <p:to>
                                        <p:strVal val="hidden"/>
                                      </p:to>
                                    </p:set>
                                  </p:childTnLst>
                                </p:cTn>
                              </p:par>
                              <p:par>
                                <p:cTn id="6299" nodeType="withEffect" fill="hold" presetClass="exit" presetID="10">
                                  <p:stCondLst>
                                    <p:cond delay="0"/>
                                  </p:stCondLst>
                                  <p:childTnLst>
                                    <p:animEffect filter="fade" transition="out">
                                      <p:cBhvr additive="repl">
                                        <p:cTn id="6300" dur="500"/>
                                        <p:tgtEl>
                                          <p:spTgt spid="1476"/>
                                        </p:tgtEl>
                                      </p:cBhvr>
                                    </p:animEffect>
                                    <p:set>
                                      <p:cBhvr>
                                        <p:cTn id="6301" dur="1" fill="hold">
                                          <p:stCondLst>
                                            <p:cond delay="499"/>
                                          </p:stCondLst>
                                        </p:cTn>
                                        <p:tgtEl>
                                          <p:spTgt spid="1476"/>
                                        </p:tgtEl>
                                        <p:attrNameLst>
                                          <p:attrName>style.visibility</p:attrName>
                                        </p:attrNameLst>
                                      </p:cBhvr>
                                      <p:to>
                                        <p:strVal val="hidden"/>
                                      </p:to>
                                    </p:set>
                                  </p:childTnLst>
                                </p:cTn>
                              </p:par>
                              <p:par>
                                <p:cTn id="6302" nodeType="withEffect" fill="hold" presetClass="exit" presetID="10">
                                  <p:stCondLst>
                                    <p:cond delay="0"/>
                                  </p:stCondLst>
                                  <p:childTnLst>
                                    <p:animEffect filter="fade" transition="out">
                                      <p:cBhvr additive="repl">
                                        <p:cTn id="6303" dur="500"/>
                                        <p:tgtEl>
                                          <p:spTgt spid="1485"/>
                                        </p:tgtEl>
                                      </p:cBhvr>
                                    </p:animEffect>
                                    <p:set>
                                      <p:cBhvr>
                                        <p:cTn id="6304" dur="1" fill="hold">
                                          <p:stCondLst>
                                            <p:cond delay="499"/>
                                          </p:stCondLst>
                                        </p:cTn>
                                        <p:tgtEl>
                                          <p:spTgt spid="1485"/>
                                        </p:tgtEl>
                                        <p:attrNameLst>
                                          <p:attrName>style.visibility</p:attrName>
                                        </p:attrNameLst>
                                      </p:cBhvr>
                                      <p:to>
                                        <p:strVal val="hidden"/>
                                      </p:to>
                                    </p:set>
                                  </p:childTnLst>
                                </p:cTn>
                              </p:par>
                              <p:par>
                                <p:cTn id="6305" nodeType="withEffect" fill="hold" presetClass="exit" presetID="10">
                                  <p:stCondLst>
                                    <p:cond delay="0"/>
                                  </p:stCondLst>
                                  <p:childTnLst>
                                    <p:animEffect filter="fade" transition="out">
                                      <p:cBhvr additive="repl">
                                        <p:cTn id="6306" dur="500"/>
                                        <p:tgtEl>
                                          <p:spTgt spid="1484"/>
                                        </p:tgtEl>
                                      </p:cBhvr>
                                    </p:animEffect>
                                    <p:set>
                                      <p:cBhvr>
                                        <p:cTn id="6307" dur="1" fill="hold">
                                          <p:stCondLst>
                                            <p:cond delay="499"/>
                                          </p:stCondLst>
                                        </p:cTn>
                                        <p:tgtEl>
                                          <p:spTgt spid="1484"/>
                                        </p:tgtEl>
                                        <p:attrNameLst>
                                          <p:attrName>style.visibility</p:attrName>
                                        </p:attrNameLst>
                                      </p:cBhvr>
                                      <p:to>
                                        <p:strVal val="hidden"/>
                                      </p:to>
                                    </p:set>
                                  </p:childTnLst>
                                </p:cTn>
                              </p:par>
                              <p:par>
                                <p:cTn id="6308" nodeType="withEffect" fill="hold" presetClass="exit" presetID="10">
                                  <p:stCondLst>
                                    <p:cond delay="0"/>
                                  </p:stCondLst>
                                  <p:childTnLst>
                                    <p:animEffect filter="fade" transition="out">
                                      <p:cBhvr additive="repl">
                                        <p:cTn id="6309" dur="500"/>
                                        <p:tgtEl>
                                          <p:spTgt spid="1489"/>
                                        </p:tgtEl>
                                      </p:cBhvr>
                                    </p:animEffect>
                                    <p:set>
                                      <p:cBhvr>
                                        <p:cTn id="6310" dur="1" fill="hold">
                                          <p:stCondLst>
                                            <p:cond delay="499"/>
                                          </p:stCondLst>
                                        </p:cTn>
                                        <p:tgtEl>
                                          <p:spTgt spid="1489"/>
                                        </p:tgtEl>
                                        <p:attrNameLst>
                                          <p:attrName>style.visibility</p:attrName>
                                        </p:attrNameLst>
                                      </p:cBhvr>
                                      <p:to>
                                        <p:strVal val="hidden"/>
                                      </p:to>
                                    </p:set>
                                  </p:childTnLst>
                                </p:cTn>
                              </p:par>
                              <p:par>
                                <p:cTn id="6311" nodeType="withEffect" fill="hold" presetClass="exit" presetID="10">
                                  <p:stCondLst>
                                    <p:cond delay="0"/>
                                  </p:stCondLst>
                                  <p:childTnLst>
                                    <p:animEffect filter="fade" transition="out">
                                      <p:cBhvr additive="repl">
                                        <p:cTn id="6312" dur="500"/>
                                        <p:tgtEl>
                                          <p:spTgt spid="1488"/>
                                        </p:tgtEl>
                                      </p:cBhvr>
                                    </p:animEffect>
                                    <p:set>
                                      <p:cBhvr>
                                        <p:cTn id="6313" dur="1" fill="hold">
                                          <p:stCondLst>
                                            <p:cond delay="499"/>
                                          </p:stCondLst>
                                        </p:cTn>
                                        <p:tgtEl>
                                          <p:spTgt spid="14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314" restart="whenNotActive" nodeType="interactiveSeq" fill="hold">
                <p:stCondLst>
                  <p:cond delay="0" evt="onClick">
                    <p:tgtEl>
                      <p:spTgt spid="1481"/>
                    </p:tgtEl>
                  </p:cond>
                </p:stCondLst>
                <p:childTnLst>
                  <p:par>
                    <p:cTn id="6315" fill="hold">
                      <p:stCondLst>
                        <p:cond delay="0" evt="onClick">
                          <p:tgtEl>
                            <p:spTgt spid="1481"/>
                          </p:tgtEl>
                        </p:cond>
                      </p:stCondLst>
                      <p:childTnLst>
                        <p:par>
                          <p:cTn id="6316" fill="hold">
                            <p:stCondLst>
                              <p:cond delay="0"/>
                            </p:stCondLst>
                            <p:childTnLst>
                              <p:par>
                                <p:cTn id="6317" nodeType="clickEffect" fill="hold" presetClass="exit" presetID="9">
                                  <p:stCondLst>
                                    <p:cond delay="0"/>
                                  </p:stCondLst>
                                  <p:childTnLst>
                                    <p:animEffect filter="dissolve" transition="out">
                                      <p:cBhvr additive="repl">
                                        <p:cTn id="6318" dur="500"/>
                                        <p:tgtEl>
                                          <p:spTgt spid="1481"/>
                                        </p:tgtEl>
                                      </p:cBhvr>
                                    </p:animEffect>
                                    <p:set>
                                      <p:cBhvr>
                                        <p:cTn id="6319" dur="1" fill="hold">
                                          <p:stCondLst>
                                            <p:cond delay="499"/>
                                          </p:stCondLst>
                                        </p:cTn>
                                        <p:tgtEl>
                                          <p:spTgt spid="1481"/>
                                        </p:tgtEl>
                                        <p:attrNameLst>
                                          <p:attrName>style.visibility</p:attrName>
                                        </p:attrNameLst>
                                      </p:cBhvr>
                                      <p:to>
                                        <p:strVal val="hidden"/>
                                      </p:to>
                                    </p:set>
                                  </p:childTnLst>
                                </p:cTn>
                              </p:par>
                              <p:par>
                                <p:cTn id="6320" nodeType="withEffect" fill="hold" presetClass="exit" presetID="9">
                                  <p:stCondLst>
                                    <p:cond delay="0"/>
                                  </p:stCondLst>
                                  <p:childTnLst>
                                    <p:animEffect filter="dissolve" transition="out">
                                      <p:cBhvr additive="repl">
                                        <p:cTn id="6321" dur="500"/>
                                        <p:tgtEl>
                                          <p:spTgt spid="1480"/>
                                        </p:tgtEl>
                                      </p:cBhvr>
                                    </p:animEffect>
                                    <p:set>
                                      <p:cBhvr>
                                        <p:cTn id="6322" dur="1" fill="hold">
                                          <p:stCondLst>
                                            <p:cond delay="499"/>
                                          </p:stCondLst>
                                        </p:cTn>
                                        <p:tgtEl>
                                          <p:spTgt spid="1480"/>
                                        </p:tgtEl>
                                        <p:attrNameLst>
                                          <p:attrName>style.visibility</p:attrName>
                                        </p:attrNameLst>
                                      </p:cBhvr>
                                      <p:to>
                                        <p:strVal val="hidden"/>
                                      </p:to>
                                    </p:set>
                                  </p:childTnLst>
                                </p:cTn>
                              </p:par>
                              <p:par>
                                <p:cTn id="6323" nodeType="withEffect" fill="hold" presetClass="emph" presetID="1" presetSubtype="2">
                                  <p:stCondLst>
                                    <p:cond delay="0"/>
                                  </p:stCondLst>
                                  <p:childTnLst>
                                    <p:animClr clrSpc="rgb">
                                      <p:cBhvr>
                                        <p:cTn id="6324" dur="500" fill="hold"/>
                                        <p:tgtEl>
                                          <p:spTgt spid="1479"/>
                                        </p:tgtEl>
                                        <p:attrNameLst>
                                          <p:attrName>fillcolor</p:attrName>
                                        </p:attrNameLst>
                                      </p:cBhvr>
                                      <p:to>
                                        <a:srgbClr val="95b3d7"/>
                                      </p:to>
                                    </p:animClr>
                                    <p:set>
                                      <p:cBhvr>
                                        <p:cTn id="6325" dur="500" fill="hold"/>
                                        <p:tgtEl>
                                          <p:spTgt spid="1479"/>
                                        </p:tgtEl>
                                        <p:attrNameLst>
                                          <p:attrName>fill.type</p:attrName>
                                        </p:attrNameLst>
                                      </p:cBhvr>
                                      <p:to>
                                        <p:strVal val="solid"/>
                                      </p:to>
                                    </p:set>
                                    <p:set>
                                      <p:cBhvr>
                                        <p:cTn id="6326" dur="500" fill="hold"/>
                                        <p:tgtEl>
                                          <p:spTgt spid="1479"/>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327" restart="whenNotActive" nodeType="interactiveSeq" fill="hold">
                <p:stCondLst>
                  <p:cond delay="0" evt="onClick">
                    <p:tgtEl>
                      <p:spTgt spid="1482"/>
                    </p:tgtEl>
                  </p:cond>
                </p:stCondLst>
                <p:childTnLst>
                  <p:par>
                    <p:cTn id="6328" fill="hold">
                      <p:stCondLst>
                        <p:cond delay="0" evt="onClick">
                          <p:tgtEl>
                            <p:spTgt spid="1482"/>
                          </p:tgtEl>
                        </p:cond>
                      </p:stCondLst>
                      <p:childTnLst>
                        <p:par>
                          <p:cTn id="6329" fill="hold">
                            <p:stCondLst>
                              <p:cond delay="0"/>
                            </p:stCondLst>
                            <p:childTnLst>
                              <p:par>
                                <p:cTn id="6330" nodeType="clickEffect" fill="hold" presetClass="entr" presetID="16" presetSubtype="21">
                                  <p:stCondLst>
                                    <p:cond delay="0"/>
                                  </p:stCondLst>
                                  <p:childTnLst>
                                    <p:set>
                                      <p:cBhvr>
                                        <p:cTn id="6331" dur="1" fill="hold">
                                          <p:stCondLst>
                                            <p:cond delay="0"/>
                                          </p:stCondLst>
                                        </p:cTn>
                                        <p:tgtEl>
                                          <p:spTgt spid="1485"/>
                                        </p:tgtEl>
                                        <p:attrNameLst>
                                          <p:attrName>style.visibility</p:attrName>
                                        </p:attrNameLst>
                                      </p:cBhvr>
                                      <p:to>
                                        <p:strVal val="visible"/>
                                      </p:to>
                                    </p:set>
                                    <p:animEffect filter="barn(inVertical)" transition="in">
                                      <p:cBhvr additive="repl">
                                        <p:cTn id="6332" dur="500"/>
                                        <p:tgtEl>
                                          <p:spTgt spid="1485"/>
                                        </p:tgtEl>
                                      </p:cBhvr>
                                    </p:animEffect>
                                  </p:childTnLst>
                                </p:cTn>
                              </p:par>
                              <p:par>
                                <p:cTn id="6333" nodeType="withEffect" fill="hold" presetClass="entr" presetID="16" presetSubtype="21">
                                  <p:stCondLst>
                                    <p:cond delay="0"/>
                                  </p:stCondLst>
                                  <p:childTnLst>
                                    <p:set>
                                      <p:cBhvr>
                                        <p:cTn id="6334" dur="1" fill="hold">
                                          <p:stCondLst>
                                            <p:cond delay="0"/>
                                          </p:stCondLst>
                                        </p:cTn>
                                        <p:tgtEl>
                                          <p:spTgt spid="1484"/>
                                        </p:tgtEl>
                                        <p:attrNameLst>
                                          <p:attrName>style.visibility</p:attrName>
                                        </p:attrNameLst>
                                      </p:cBhvr>
                                      <p:to>
                                        <p:strVal val="visible"/>
                                      </p:to>
                                    </p:set>
                                    <p:animEffect filter="barn(inVertical)" transition="in">
                                      <p:cBhvr additive="repl">
                                        <p:cTn id="6335" dur="500"/>
                                        <p:tgtEl>
                                          <p:spTgt spid="1484"/>
                                        </p:tgtEl>
                                      </p:cBhvr>
                                    </p:animEffect>
                                  </p:childTnLst>
                                </p:cTn>
                              </p:par>
                              <p:par>
                                <p:cTn id="6336" nodeType="withEffect" fill="hold" presetClass="emph" presetID="1" presetSubtype="2">
                                  <p:stCondLst>
                                    <p:cond delay="0"/>
                                  </p:stCondLst>
                                  <p:childTnLst>
                                    <p:animClr clrSpc="rgb">
                                      <p:cBhvr>
                                        <p:cTn id="6337" dur="500" fill="hold"/>
                                        <p:tgtEl>
                                          <p:spTgt spid="1483"/>
                                        </p:tgtEl>
                                        <p:attrNameLst>
                                          <p:attrName>fillcolor</p:attrName>
                                        </p:attrNameLst>
                                      </p:cBhvr>
                                      <p:to>
                                        <a:srgbClr val="8a80e4"/>
                                      </p:to>
                                    </p:animClr>
                                    <p:set>
                                      <p:cBhvr>
                                        <p:cTn id="6338" dur="500" fill="hold"/>
                                        <p:tgtEl>
                                          <p:spTgt spid="1483"/>
                                        </p:tgtEl>
                                        <p:attrNameLst>
                                          <p:attrName>fill.type</p:attrName>
                                        </p:attrNameLst>
                                      </p:cBhvr>
                                      <p:to>
                                        <p:strVal val="solid"/>
                                      </p:to>
                                    </p:set>
                                    <p:set>
                                      <p:cBhvr>
                                        <p:cTn id="6339" dur="500" fill="hold"/>
                                        <p:tgtEl>
                                          <p:spTgt spid="1483"/>
                                        </p:tgtEl>
                                        <p:attrNameLst>
                                          <p:attrName>fill.on</p:attrName>
                                        </p:attrNameLst>
                                      </p:cBhvr>
                                      <p:to>
                                        <p:strVal val="true"/>
                                      </p:to>
                                    </p:set>
                                  </p:childTnLst>
                                </p:cTn>
                              </p:par>
                              <p:par>
                                <p:cTn id="6340" nodeType="withEffect" fill="hold" presetClass="emph" presetID="1" presetSubtype="2">
                                  <p:stCondLst>
                                    <p:cond delay="0"/>
                                  </p:stCondLst>
                                  <p:childTnLst>
                                    <p:animClr clrSpc="rgb">
                                      <p:cBhvr>
                                        <p:cTn id="6341" dur="500" fill="hold"/>
                                        <p:tgtEl>
                                          <p:spTgt spid="1475"/>
                                        </p:tgtEl>
                                        <p:attrNameLst>
                                          <p:attrName>fillcolor</p:attrName>
                                        </p:attrNameLst>
                                      </p:cBhvr>
                                      <p:to>
                                        <a:srgbClr val="95b3d7"/>
                                      </p:to>
                                    </p:animClr>
                                    <p:set>
                                      <p:cBhvr>
                                        <p:cTn id="6342" dur="500" fill="hold"/>
                                        <p:tgtEl>
                                          <p:spTgt spid="1475"/>
                                        </p:tgtEl>
                                        <p:attrNameLst>
                                          <p:attrName>fill.type</p:attrName>
                                        </p:attrNameLst>
                                      </p:cBhvr>
                                      <p:to>
                                        <p:strVal val="solid"/>
                                      </p:to>
                                    </p:set>
                                    <p:set>
                                      <p:cBhvr>
                                        <p:cTn id="6343" dur="500" fill="hold"/>
                                        <p:tgtEl>
                                          <p:spTgt spid="1475"/>
                                        </p:tgtEl>
                                        <p:attrNameLst>
                                          <p:attrName>fill.on</p:attrName>
                                        </p:attrNameLst>
                                      </p:cBhvr>
                                      <p:to>
                                        <p:strVal val="true"/>
                                      </p:to>
                                    </p:set>
                                  </p:childTnLst>
                                </p:cTn>
                              </p:par>
                              <p:par>
                                <p:cTn id="6344" nodeType="withEffect" fill="hold" presetClass="emph" presetID="1" presetSubtype="2">
                                  <p:stCondLst>
                                    <p:cond delay="0"/>
                                  </p:stCondLst>
                                  <p:childTnLst>
                                    <p:animClr clrSpc="rgb">
                                      <p:cBhvr>
                                        <p:cTn id="6345" dur="500" fill="hold"/>
                                        <p:tgtEl>
                                          <p:spTgt spid="1479"/>
                                        </p:tgtEl>
                                        <p:attrNameLst>
                                          <p:attrName>fillcolor</p:attrName>
                                        </p:attrNameLst>
                                      </p:cBhvr>
                                      <p:to>
                                        <a:srgbClr val="95b3d7"/>
                                      </p:to>
                                    </p:animClr>
                                    <p:set>
                                      <p:cBhvr>
                                        <p:cTn id="6346" dur="500" fill="hold"/>
                                        <p:tgtEl>
                                          <p:spTgt spid="1479"/>
                                        </p:tgtEl>
                                        <p:attrNameLst>
                                          <p:attrName>fill.type</p:attrName>
                                        </p:attrNameLst>
                                      </p:cBhvr>
                                      <p:to>
                                        <p:strVal val="solid"/>
                                      </p:to>
                                    </p:set>
                                    <p:set>
                                      <p:cBhvr>
                                        <p:cTn id="6347" dur="500" fill="hold"/>
                                        <p:tgtEl>
                                          <p:spTgt spid="1479"/>
                                        </p:tgtEl>
                                        <p:attrNameLst>
                                          <p:attrName>fill.on</p:attrName>
                                        </p:attrNameLst>
                                      </p:cBhvr>
                                      <p:to>
                                        <p:strVal val="true"/>
                                      </p:to>
                                    </p:set>
                                  </p:childTnLst>
                                </p:cTn>
                              </p:par>
                              <p:par>
                                <p:cTn id="6348" nodeType="withEffect" fill="hold" presetClass="emph" presetID="1" presetSubtype="2">
                                  <p:stCondLst>
                                    <p:cond delay="0"/>
                                  </p:stCondLst>
                                  <p:childTnLst>
                                    <p:animClr clrSpc="rgb">
                                      <p:cBhvr>
                                        <p:cTn id="6349" dur="500" fill="hold"/>
                                        <p:tgtEl>
                                          <p:spTgt spid="1487"/>
                                        </p:tgtEl>
                                        <p:attrNameLst>
                                          <p:attrName>fillcolor</p:attrName>
                                        </p:attrNameLst>
                                      </p:cBhvr>
                                      <p:to>
                                        <a:srgbClr val="95b3d7"/>
                                      </p:to>
                                    </p:animClr>
                                    <p:set>
                                      <p:cBhvr>
                                        <p:cTn id="6350" dur="500" fill="hold"/>
                                        <p:tgtEl>
                                          <p:spTgt spid="1487"/>
                                        </p:tgtEl>
                                        <p:attrNameLst>
                                          <p:attrName>fill.type</p:attrName>
                                        </p:attrNameLst>
                                      </p:cBhvr>
                                      <p:to>
                                        <p:strVal val="solid"/>
                                      </p:to>
                                    </p:set>
                                    <p:set>
                                      <p:cBhvr>
                                        <p:cTn id="6351" dur="500" fill="hold"/>
                                        <p:tgtEl>
                                          <p:spTgt spid="1487"/>
                                        </p:tgtEl>
                                        <p:attrNameLst>
                                          <p:attrName>fill.on</p:attrName>
                                        </p:attrNameLst>
                                      </p:cBhvr>
                                      <p:to>
                                        <p:strVal val="true"/>
                                      </p:to>
                                    </p:set>
                                  </p:childTnLst>
                                </p:cTn>
                              </p:par>
                              <p:par>
                                <p:cTn id="6352" nodeType="withEffect" fill="hold" presetClass="exit" presetID="10">
                                  <p:stCondLst>
                                    <p:cond delay="0"/>
                                  </p:stCondLst>
                                  <p:childTnLst>
                                    <p:animEffect filter="fade" transition="out">
                                      <p:cBhvr additive="repl">
                                        <p:cTn id="6353" dur="500"/>
                                        <p:tgtEl>
                                          <p:spTgt spid="1477"/>
                                        </p:tgtEl>
                                      </p:cBhvr>
                                    </p:animEffect>
                                    <p:set>
                                      <p:cBhvr>
                                        <p:cTn id="6354" dur="1" fill="hold">
                                          <p:stCondLst>
                                            <p:cond delay="499"/>
                                          </p:stCondLst>
                                        </p:cTn>
                                        <p:tgtEl>
                                          <p:spTgt spid="1477"/>
                                        </p:tgtEl>
                                        <p:attrNameLst>
                                          <p:attrName>style.visibility</p:attrName>
                                        </p:attrNameLst>
                                      </p:cBhvr>
                                      <p:to>
                                        <p:strVal val="hidden"/>
                                      </p:to>
                                    </p:set>
                                  </p:childTnLst>
                                </p:cTn>
                              </p:par>
                              <p:par>
                                <p:cTn id="6355" nodeType="withEffect" fill="hold" presetClass="exit" presetID="10">
                                  <p:stCondLst>
                                    <p:cond delay="0"/>
                                  </p:stCondLst>
                                  <p:childTnLst>
                                    <p:animEffect filter="fade" transition="out">
                                      <p:cBhvr additive="repl">
                                        <p:cTn id="6356" dur="500"/>
                                        <p:tgtEl>
                                          <p:spTgt spid="1476"/>
                                        </p:tgtEl>
                                      </p:cBhvr>
                                    </p:animEffect>
                                    <p:set>
                                      <p:cBhvr>
                                        <p:cTn id="6357" dur="1" fill="hold">
                                          <p:stCondLst>
                                            <p:cond delay="499"/>
                                          </p:stCondLst>
                                        </p:cTn>
                                        <p:tgtEl>
                                          <p:spTgt spid="1476"/>
                                        </p:tgtEl>
                                        <p:attrNameLst>
                                          <p:attrName>style.visibility</p:attrName>
                                        </p:attrNameLst>
                                      </p:cBhvr>
                                      <p:to>
                                        <p:strVal val="hidden"/>
                                      </p:to>
                                    </p:set>
                                  </p:childTnLst>
                                </p:cTn>
                              </p:par>
                              <p:par>
                                <p:cTn id="6358" nodeType="withEffect" fill="hold" presetClass="exit" presetID="10">
                                  <p:stCondLst>
                                    <p:cond delay="0"/>
                                  </p:stCondLst>
                                  <p:childTnLst>
                                    <p:animEffect filter="fade" transition="out">
                                      <p:cBhvr additive="repl">
                                        <p:cTn id="6359" dur="500"/>
                                        <p:tgtEl>
                                          <p:spTgt spid="1481"/>
                                        </p:tgtEl>
                                      </p:cBhvr>
                                    </p:animEffect>
                                    <p:set>
                                      <p:cBhvr>
                                        <p:cTn id="6360" dur="1" fill="hold">
                                          <p:stCondLst>
                                            <p:cond delay="499"/>
                                          </p:stCondLst>
                                        </p:cTn>
                                        <p:tgtEl>
                                          <p:spTgt spid="1481"/>
                                        </p:tgtEl>
                                        <p:attrNameLst>
                                          <p:attrName>style.visibility</p:attrName>
                                        </p:attrNameLst>
                                      </p:cBhvr>
                                      <p:to>
                                        <p:strVal val="hidden"/>
                                      </p:to>
                                    </p:set>
                                  </p:childTnLst>
                                </p:cTn>
                              </p:par>
                              <p:par>
                                <p:cTn id="6361" nodeType="withEffect" fill="hold" presetClass="exit" presetID="10">
                                  <p:stCondLst>
                                    <p:cond delay="0"/>
                                  </p:stCondLst>
                                  <p:childTnLst>
                                    <p:animEffect filter="fade" transition="out">
                                      <p:cBhvr additive="repl">
                                        <p:cTn id="6362" dur="500"/>
                                        <p:tgtEl>
                                          <p:spTgt spid="1480"/>
                                        </p:tgtEl>
                                      </p:cBhvr>
                                    </p:animEffect>
                                    <p:set>
                                      <p:cBhvr>
                                        <p:cTn id="6363" dur="1" fill="hold">
                                          <p:stCondLst>
                                            <p:cond delay="499"/>
                                          </p:stCondLst>
                                        </p:cTn>
                                        <p:tgtEl>
                                          <p:spTgt spid="1480"/>
                                        </p:tgtEl>
                                        <p:attrNameLst>
                                          <p:attrName>style.visibility</p:attrName>
                                        </p:attrNameLst>
                                      </p:cBhvr>
                                      <p:to>
                                        <p:strVal val="hidden"/>
                                      </p:to>
                                    </p:set>
                                  </p:childTnLst>
                                </p:cTn>
                              </p:par>
                              <p:par>
                                <p:cTn id="6364" nodeType="withEffect" fill="hold" presetClass="exit" presetID="10">
                                  <p:stCondLst>
                                    <p:cond delay="0"/>
                                  </p:stCondLst>
                                  <p:childTnLst>
                                    <p:animEffect filter="fade" transition="out">
                                      <p:cBhvr additive="repl">
                                        <p:cTn id="6365" dur="500"/>
                                        <p:tgtEl>
                                          <p:spTgt spid="1489"/>
                                        </p:tgtEl>
                                      </p:cBhvr>
                                    </p:animEffect>
                                    <p:set>
                                      <p:cBhvr>
                                        <p:cTn id="6366" dur="1" fill="hold">
                                          <p:stCondLst>
                                            <p:cond delay="499"/>
                                          </p:stCondLst>
                                        </p:cTn>
                                        <p:tgtEl>
                                          <p:spTgt spid="1489"/>
                                        </p:tgtEl>
                                        <p:attrNameLst>
                                          <p:attrName>style.visibility</p:attrName>
                                        </p:attrNameLst>
                                      </p:cBhvr>
                                      <p:to>
                                        <p:strVal val="hidden"/>
                                      </p:to>
                                    </p:set>
                                  </p:childTnLst>
                                </p:cTn>
                              </p:par>
                              <p:par>
                                <p:cTn id="6367" nodeType="withEffect" fill="hold" presetClass="exit" presetID="10">
                                  <p:stCondLst>
                                    <p:cond delay="0"/>
                                  </p:stCondLst>
                                  <p:childTnLst>
                                    <p:animEffect filter="fade" transition="out">
                                      <p:cBhvr additive="repl">
                                        <p:cTn id="6368" dur="500"/>
                                        <p:tgtEl>
                                          <p:spTgt spid="1488"/>
                                        </p:tgtEl>
                                      </p:cBhvr>
                                    </p:animEffect>
                                    <p:set>
                                      <p:cBhvr>
                                        <p:cTn id="6369" dur="1" fill="hold">
                                          <p:stCondLst>
                                            <p:cond delay="499"/>
                                          </p:stCondLst>
                                        </p:cTn>
                                        <p:tgtEl>
                                          <p:spTgt spid="148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370" restart="whenNotActive" nodeType="interactiveSeq" fill="hold">
                <p:stCondLst>
                  <p:cond delay="0" evt="onClick">
                    <p:tgtEl>
                      <p:spTgt spid="1485"/>
                    </p:tgtEl>
                  </p:cond>
                </p:stCondLst>
                <p:childTnLst>
                  <p:par>
                    <p:cTn id="6371" fill="hold">
                      <p:stCondLst>
                        <p:cond delay="0" evt="onClick">
                          <p:tgtEl>
                            <p:spTgt spid="1485"/>
                          </p:tgtEl>
                        </p:cond>
                      </p:stCondLst>
                      <p:childTnLst>
                        <p:par>
                          <p:cTn id="6372" fill="hold">
                            <p:stCondLst>
                              <p:cond delay="0"/>
                            </p:stCondLst>
                            <p:childTnLst>
                              <p:par>
                                <p:cTn id="6373" nodeType="clickEffect" fill="hold" presetClass="exit" presetID="9">
                                  <p:stCondLst>
                                    <p:cond delay="0"/>
                                  </p:stCondLst>
                                  <p:childTnLst>
                                    <p:animEffect filter="dissolve" transition="out">
                                      <p:cBhvr additive="repl">
                                        <p:cTn id="6374" dur="500"/>
                                        <p:tgtEl>
                                          <p:spTgt spid="1485"/>
                                        </p:tgtEl>
                                      </p:cBhvr>
                                    </p:animEffect>
                                    <p:set>
                                      <p:cBhvr>
                                        <p:cTn id="6375" dur="1" fill="hold">
                                          <p:stCondLst>
                                            <p:cond delay="499"/>
                                          </p:stCondLst>
                                        </p:cTn>
                                        <p:tgtEl>
                                          <p:spTgt spid="1485"/>
                                        </p:tgtEl>
                                        <p:attrNameLst>
                                          <p:attrName>style.visibility</p:attrName>
                                        </p:attrNameLst>
                                      </p:cBhvr>
                                      <p:to>
                                        <p:strVal val="hidden"/>
                                      </p:to>
                                    </p:set>
                                  </p:childTnLst>
                                </p:cTn>
                              </p:par>
                              <p:par>
                                <p:cTn id="6376" nodeType="withEffect" fill="hold" presetClass="exit" presetID="9">
                                  <p:stCondLst>
                                    <p:cond delay="0"/>
                                  </p:stCondLst>
                                  <p:childTnLst>
                                    <p:animEffect filter="dissolve" transition="out">
                                      <p:cBhvr additive="repl">
                                        <p:cTn id="6377" dur="500"/>
                                        <p:tgtEl>
                                          <p:spTgt spid="1484"/>
                                        </p:tgtEl>
                                      </p:cBhvr>
                                    </p:animEffect>
                                    <p:set>
                                      <p:cBhvr>
                                        <p:cTn id="6378" dur="1" fill="hold">
                                          <p:stCondLst>
                                            <p:cond delay="499"/>
                                          </p:stCondLst>
                                        </p:cTn>
                                        <p:tgtEl>
                                          <p:spTgt spid="1484"/>
                                        </p:tgtEl>
                                        <p:attrNameLst>
                                          <p:attrName>style.visibility</p:attrName>
                                        </p:attrNameLst>
                                      </p:cBhvr>
                                      <p:to>
                                        <p:strVal val="hidden"/>
                                      </p:to>
                                    </p:set>
                                  </p:childTnLst>
                                </p:cTn>
                              </p:par>
                              <p:par>
                                <p:cTn id="6379" nodeType="withEffect" fill="hold" presetClass="emph" presetID="1" presetSubtype="2">
                                  <p:stCondLst>
                                    <p:cond delay="0"/>
                                  </p:stCondLst>
                                  <p:childTnLst>
                                    <p:animClr clrSpc="rgb">
                                      <p:cBhvr>
                                        <p:cTn id="6380" dur="500" fill="hold"/>
                                        <p:tgtEl>
                                          <p:spTgt spid="1483"/>
                                        </p:tgtEl>
                                        <p:attrNameLst>
                                          <p:attrName>fillcolor</p:attrName>
                                        </p:attrNameLst>
                                      </p:cBhvr>
                                      <p:to>
                                        <a:srgbClr val="95b3d7"/>
                                      </p:to>
                                    </p:animClr>
                                    <p:set>
                                      <p:cBhvr>
                                        <p:cTn id="6381" dur="500" fill="hold"/>
                                        <p:tgtEl>
                                          <p:spTgt spid="1483"/>
                                        </p:tgtEl>
                                        <p:attrNameLst>
                                          <p:attrName>fill.type</p:attrName>
                                        </p:attrNameLst>
                                      </p:cBhvr>
                                      <p:to>
                                        <p:strVal val="solid"/>
                                      </p:to>
                                    </p:set>
                                    <p:set>
                                      <p:cBhvr>
                                        <p:cTn id="6382" dur="500" fill="hold"/>
                                        <p:tgtEl>
                                          <p:spTgt spid="1483"/>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seq>
              <p:cTn id="6383" restart="whenNotActive" nodeType="interactiveSeq" fill="hold">
                <p:stCondLst>
                  <p:cond delay="0" evt="onClick">
                    <p:tgtEl>
                      <p:spTgt spid="1486"/>
                    </p:tgtEl>
                  </p:cond>
                </p:stCondLst>
                <p:childTnLst>
                  <p:par>
                    <p:cTn id="6384" fill="hold">
                      <p:stCondLst>
                        <p:cond delay="0" evt="onClick">
                          <p:tgtEl>
                            <p:spTgt spid="1486"/>
                          </p:tgtEl>
                        </p:cond>
                      </p:stCondLst>
                      <p:childTnLst>
                        <p:par>
                          <p:cTn id="6385" fill="hold">
                            <p:stCondLst>
                              <p:cond delay="0"/>
                            </p:stCondLst>
                            <p:childTnLst>
                              <p:par>
                                <p:cTn id="6386" nodeType="clickEffect" fill="hold" presetClass="entr" presetID="16" presetSubtype="21">
                                  <p:stCondLst>
                                    <p:cond delay="0"/>
                                  </p:stCondLst>
                                  <p:childTnLst>
                                    <p:set>
                                      <p:cBhvr>
                                        <p:cTn id="6387" dur="1" fill="hold">
                                          <p:stCondLst>
                                            <p:cond delay="0"/>
                                          </p:stCondLst>
                                        </p:cTn>
                                        <p:tgtEl>
                                          <p:spTgt spid="1489"/>
                                        </p:tgtEl>
                                        <p:attrNameLst>
                                          <p:attrName>style.visibility</p:attrName>
                                        </p:attrNameLst>
                                      </p:cBhvr>
                                      <p:to>
                                        <p:strVal val="visible"/>
                                      </p:to>
                                    </p:set>
                                    <p:animEffect filter="barn(inVertical)" transition="in">
                                      <p:cBhvr additive="repl">
                                        <p:cTn id="6388" dur="500"/>
                                        <p:tgtEl>
                                          <p:spTgt spid="1489"/>
                                        </p:tgtEl>
                                      </p:cBhvr>
                                    </p:animEffect>
                                  </p:childTnLst>
                                </p:cTn>
                              </p:par>
                              <p:par>
                                <p:cTn id="6389" nodeType="withEffect" fill="hold" presetClass="entr" presetID="16" presetSubtype="21">
                                  <p:stCondLst>
                                    <p:cond delay="0"/>
                                  </p:stCondLst>
                                  <p:childTnLst>
                                    <p:set>
                                      <p:cBhvr>
                                        <p:cTn id="6390" dur="1" fill="hold">
                                          <p:stCondLst>
                                            <p:cond delay="0"/>
                                          </p:stCondLst>
                                        </p:cTn>
                                        <p:tgtEl>
                                          <p:spTgt spid="1488"/>
                                        </p:tgtEl>
                                        <p:attrNameLst>
                                          <p:attrName>style.visibility</p:attrName>
                                        </p:attrNameLst>
                                      </p:cBhvr>
                                      <p:to>
                                        <p:strVal val="visible"/>
                                      </p:to>
                                    </p:set>
                                    <p:animEffect filter="barn(inVertical)" transition="in">
                                      <p:cBhvr additive="repl">
                                        <p:cTn id="6391" dur="500"/>
                                        <p:tgtEl>
                                          <p:spTgt spid="1488"/>
                                        </p:tgtEl>
                                      </p:cBhvr>
                                    </p:animEffect>
                                  </p:childTnLst>
                                </p:cTn>
                              </p:par>
                              <p:par>
                                <p:cTn id="6392" nodeType="withEffect" fill="hold" presetClass="emph" presetID="1" presetSubtype="2">
                                  <p:stCondLst>
                                    <p:cond delay="0"/>
                                  </p:stCondLst>
                                  <p:childTnLst>
                                    <p:animClr clrSpc="rgb">
                                      <p:cBhvr>
                                        <p:cTn id="6393" dur="500" fill="hold"/>
                                        <p:tgtEl>
                                          <p:spTgt spid="1487"/>
                                        </p:tgtEl>
                                        <p:attrNameLst>
                                          <p:attrName>fillcolor</p:attrName>
                                        </p:attrNameLst>
                                      </p:cBhvr>
                                      <p:to>
                                        <a:srgbClr val="8a80e4"/>
                                      </p:to>
                                    </p:animClr>
                                    <p:set>
                                      <p:cBhvr>
                                        <p:cTn id="6394" dur="500" fill="hold"/>
                                        <p:tgtEl>
                                          <p:spTgt spid="1487"/>
                                        </p:tgtEl>
                                        <p:attrNameLst>
                                          <p:attrName>fill.type</p:attrName>
                                        </p:attrNameLst>
                                      </p:cBhvr>
                                      <p:to>
                                        <p:strVal val="solid"/>
                                      </p:to>
                                    </p:set>
                                    <p:set>
                                      <p:cBhvr>
                                        <p:cTn id="6395" dur="500" fill="hold"/>
                                        <p:tgtEl>
                                          <p:spTgt spid="1487"/>
                                        </p:tgtEl>
                                        <p:attrNameLst>
                                          <p:attrName>fill.on</p:attrName>
                                        </p:attrNameLst>
                                      </p:cBhvr>
                                      <p:to>
                                        <p:strVal val="true"/>
                                      </p:to>
                                    </p:set>
                                  </p:childTnLst>
                                </p:cTn>
                              </p:par>
                              <p:par>
                                <p:cTn id="6396" nodeType="withEffect" fill="hold" presetClass="emph" presetID="1" presetSubtype="2">
                                  <p:stCondLst>
                                    <p:cond delay="0"/>
                                  </p:stCondLst>
                                  <p:childTnLst>
                                    <p:animClr clrSpc="rgb">
                                      <p:cBhvr>
                                        <p:cTn id="6397" dur="500" fill="hold"/>
                                        <p:tgtEl>
                                          <p:spTgt spid="1475"/>
                                        </p:tgtEl>
                                        <p:attrNameLst>
                                          <p:attrName>fillcolor</p:attrName>
                                        </p:attrNameLst>
                                      </p:cBhvr>
                                      <p:to>
                                        <a:srgbClr val="95b3d7"/>
                                      </p:to>
                                    </p:animClr>
                                    <p:set>
                                      <p:cBhvr>
                                        <p:cTn id="6398" dur="500" fill="hold"/>
                                        <p:tgtEl>
                                          <p:spTgt spid="1475"/>
                                        </p:tgtEl>
                                        <p:attrNameLst>
                                          <p:attrName>fill.type</p:attrName>
                                        </p:attrNameLst>
                                      </p:cBhvr>
                                      <p:to>
                                        <p:strVal val="solid"/>
                                      </p:to>
                                    </p:set>
                                    <p:set>
                                      <p:cBhvr>
                                        <p:cTn id="6399" dur="500" fill="hold"/>
                                        <p:tgtEl>
                                          <p:spTgt spid="1475"/>
                                        </p:tgtEl>
                                        <p:attrNameLst>
                                          <p:attrName>fill.on</p:attrName>
                                        </p:attrNameLst>
                                      </p:cBhvr>
                                      <p:to>
                                        <p:strVal val="true"/>
                                      </p:to>
                                    </p:set>
                                  </p:childTnLst>
                                </p:cTn>
                              </p:par>
                              <p:par>
                                <p:cTn id="6400" nodeType="withEffect" fill="hold" presetClass="emph" presetID="1" presetSubtype="2">
                                  <p:stCondLst>
                                    <p:cond delay="0"/>
                                  </p:stCondLst>
                                  <p:childTnLst>
                                    <p:animClr clrSpc="rgb">
                                      <p:cBhvr>
                                        <p:cTn id="6401" dur="500" fill="hold"/>
                                        <p:tgtEl>
                                          <p:spTgt spid="1479"/>
                                        </p:tgtEl>
                                        <p:attrNameLst>
                                          <p:attrName>fillcolor</p:attrName>
                                        </p:attrNameLst>
                                      </p:cBhvr>
                                      <p:to>
                                        <a:srgbClr val="95b3d7"/>
                                      </p:to>
                                    </p:animClr>
                                    <p:set>
                                      <p:cBhvr>
                                        <p:cTn id="6402" dur="500" fill="hold"/>
                                        <p:tgtEl>
                                          <p:spTgt spid="1479"/>
                                        </p:tgtEl>
                                        <p:attrNameLst>
                                          <p:attrName>fill.type</p:attrName>
                                        </p:attrNameLst>
                                      </p:cBhvr>
                                      <p:to>
                                        <p:strVal val="solid"/>
                                      </p:to>
                                    </p:set>
                                    <p:set>
                                      <p:cBhvr>
                                        <p:cTn id="6403" dur="500" fill="hold"/>
                                        <p:tgtEl>
                                          <p:spTgt spid="1479"/>
                                        </p:tgtEl>
                                        <p:attrNameLst>
                                          <p:attrName>fill.on</p:attrName>
                                        </p:attrNameLst>
                                      </p:cBhvr>
                                      <p:to>
                                        <p:strVal val="true"/>
                                      </p:to>
                                    </p:set>
                                  </p:childTnLst>
                                </p:cTn>
                              </p:par>
                              <p:par>
                                <p:cTn id="6404" nodeType="withEffect" fill="hold" presetClass="emph" presetID="1" presetSubtype="2">
                                  <p:stCondLst>
                                    <p:cond delay="0"/>
                                  </p:stCondLst>
                                  <p:childTnLst>
                                    <p:animClr clrSpc="rgb">
                                      <p:cBhvr>
                                        <p:cTn id="6405" dur="500" fill="hold"/>
                                        <p:tgtEl>
                                          <p:spTgt spid="1483"/>
                                        </p:tgtEl>
                                        <p:attrNameLst>
                                          <p:attrName>fillcolor</p:attrName>
                                        </p:attrNameLst>
                                      </p:cBhvr>
                                      <p:to>
                                        <a:srgbClr val="95b3d7"/>
                                      </p:to>
                                    </p:animClr>
                                    <p:set>
                                      <p:cBhvr>
                                        <p:cTn id="6406" dur="500" fill="hold"/>
                                        <p:tgtEl>
                                          <p:spTgt spid="1483"/>
                                        </p:tgtEl>
                                        <p:attrNameLst>
                                          <p:attrName>fill.type</p:attrName>
                                        </p:attrNameLst>
                                      </p:cBhvr>
                                      <p:to>
                                        <p:strVal val="solid"/>
                                      </p:to>
                                    </p:set>
                                    <p:set>
                                      <p:cBhvr>
                                        <p:cTn id="6407" dur="500" fill="hold"/>
                                        <p:tgtEl>
                                          <p:spTgt spid="1483"/>
                                        </p:tgtEl>
                                        <p:attrNameLst>
                                          <p:attrName>fill.on</p:attrName>
                                        </p:attrNameLst>
                                      </p:cBhvr>
                                      <p:to>
                                        <p:strVal val="true"/>
                                      </p:to>
                                    </p:set>
                                  </p:childTnLst>
                                </p:cTn>
                              </p:par>
                              <p:par>
                                <p:cTn id="6408" nodeType="withEffect" fill="hold" presetClass="exit" presetID="10">
                                  <p:stCondLst>
                                    <p:cond delay="0"/>
                                  </p:stCondLst>
                                  <p:childTnLst>
                                    <p:animEffect filter="fade" transition="out">
                                      <p:cBhvr additive="repl">
                                        <p:cTn id="6409" dur="500"/>
                                        <p:tgtEl>
                                          <p:spTgt spid="1477"/>
                                        </p:tgtEl>
                                      </p:cBhvr>
                                    </p:animEffect>
                                    <p:set>
                                      <p:cBhvr>
                                        <p:cTn id="6410" dur="1" fill="hold">
                                          <p:stCondLst>
                                            <p:cond delay="499"/>
                                          </p:stCondLst>
                                        </p:cTn>
                                        <p:tgtEl>
                                          <p:spTgt spid="1477"/>
                                        </p:tgtEl>
                                        <p:attrNameLst>
                                          <p:attrName>style.visibility</p:attrName>
                                        </p:attrNameLst>
                                      </p:cBhvr>
                                      <p:to>
                                        <p:strVal val="hidden"/>
                                      </p:to>
                                    </p:set>
                                  </p:childTnLst>
                                </p:cTn>
                              </p:par>
                              <p:par>
                                <p:cTn id="6411" nodeType="withEffect" fill="hold" presetClass="exit" presetID="10">
                                  <p:stCondLst>
                                    <p:cond delay="0"/>
                                  </p:stCondLst>
                                  <p:childTnLst>
                                    <p:animEffect filter="fade" transition="out">
                                      <p:cBhvr additive="repl">
                                        <p:cTn id="6412" dur="500"/>
                                        <p:tgtEl>
                                          <p:spTgt spid="1476"/>
                                        </p:tgtEl>
                                      </p:cBhvr>
                                    </p:animEffect>
                                    <p:set>
                                      <p:cBhvr>
                                        <p:cTn id="6413" dur="1" fill="hold">
                                          <p:stCondLst>
                                            <p:cond delay="499"/>
                                          </p:stCondLst>
                                        </p:cTn>
                                        <p:tgtEl>
                                          <p:spTgt spid="1476"/>
                                        </p:tgtEl>
                                        <p:attrNameLst>
                                          <p:attrName>style.visibility</p:attrName>
                                        </p:attrNameLst>
                                      </p:cBhvr>
                                      <p:to>
                                        <p:strVal val="hidden"/>
                                      </p:to>
                                    </p:set>
                                  </p:childTnLst>
                                </p:cTn>
                              </p:par>
                              <p:par>
                                <p:cTn id="6414" nodeType="withEffect" fill="hold" presetClass="exit" presetID="10">
                                  <p:stCondLst>
                                    <p:cond delay="0"/>
                                  </p:stCondLst>
                                  <p:childTnLst>
                                    <p:animEffect filter="fade" transition="out">
                                      <p:cBhvr additive="repl">
                                        <p:cTn id="6415" dur="500"/>
                                        <p:tgtEl>
                                          <p:spTgt spid="1481"/>
                                        </p:tgtEl>
                                      </p:cBhvr>
                                    </p:animEffect>
                                    <p:set>
                                      <p:cBhvr>
                                        <p:cTn id="6416" dur="1" fill="hold">
                                          <p:stCondLst>
                                            <p:cond delay="499"/>
                                          </p:stCondLst>
                                        </p:cTn>
                                        <p:tgtEl>
                                          <p:spTgt spid="1481"/>
                                        </p:tgtEl>
                                        <p:attrNameLst>
                                          <p:attrName>style.visibility</p:attrName>
                                        </p:attrNameLst>
                                      </p:cBhvr>
                                      <p:to>
                                        <p:strVal val="hidden"/>
                                      </p:to>
                                    </p:set>
                                  </p:childTnLst>
                                </p:cTn>
                              </p:par>
                              <p:par>
                                <p:cTn id="6417" nodeType="withEffect" fill="hold" presetClass="exit" presetID="10">
                                  <p:stCondLst>
                                    <p:cond delay="0"/>
                                  </p:stCondLst>
                                  <p:childTnLst>
                                    <p:animEffect filter="fade" transition="out">
                                      <p:cBhvr additive="repl">
                                        <p:cTn id="6418" dur="500"/>
                                        <p:tgtEl>
                                          <p:spTgt spid="1480"/>
                                        </p:tgtEl>
                                      </p:cBhvr>
                                    </p:animEffect>
                                    <p:set>
                                      <p:cBhvr>
                                        <p:cTn id="6419" dur="1" fill="hold">
                                          <p:stCondLst>
                                            <p:cond delay="499"/>
                                          </p:stCondLst>
                                        </p:cTn>
                                        <p:tgtEl>
                                          <p:spTgt spid="1480"/>
                                        </p:tgtEl>
                                        <p:attrNameLst>
                                          <p:attrName>style.visibility</p:attrName>
                                        </p:attrNameLst>
                                      </p:cBhvr>
                                      <p:to>
                                        <p:strVal val="hidden"/>
                                      </p:to>
                                    </p:set>
                                  </p:childTnLst>
                                </p:cTn>
                              </p:par>
                              <p:par>
                                <p:cTn id="6420" nodeType="withEffect" fill="hold" presetClass="exit" presetID="10">
                                  <p:stCondLst>
                                    <p:cond delay="0"/>
                                  </p:stCondLst>
                                  <p:childTnLst>
                                    <p:animEffect filter="fade" transition="out">
                                      <p:cBhvr additive="repl">
                                        <p:cTn id="6421" dur="500"/>
                                        <p:tgtEl>
                                          <p:spTgt spid="1485"/>
                                        </p:tgtEl>
                                      </p:cBhvr>
                                    </p:animEffect>
                                    <p:set>
                                      <p:cBhvr>
                                        <p:cTn id="6422" dur="1" fill="hold">
                                          <p:stCondLst>
                                            <p:cond delay="499"/>
                                          </p:stCondLst>
                                        </p:cTn>
                                        <p:tgtEl>
                                          <p:spTgt spid="1485"/>
                                        </p:tgtEl>
                                        <p:attrNameLst>
                                          <p:attrName>style.visibility</p:attrName>
                                        </p:attrNameLst>
                                      </p:cBhvr>
                                      <p:to>
                                        <p:strVal val="hidden"/>
                                      </p:to>
                                    </p:set>
                                  </p:childTnLst>
                                </p:cTn>
                              </p:par>
                              <p:par>
                                <p:cTn id="6423" nodeType="withEffect" fill="hold" presetClass="exit" presetID="10">
                                  <p:stCondLst>
                                    <p:cond delay="0"/>
                                  </p:stCondLst>
                                  <p:childTnLst>
                                    <p:animEffect filter="fade" transition="out">
                                      <p:cBhvr additive="repl">
                                        <p:cTn id="6424" dur="500"/>
                                        <p:tgtEl>
                                          <p:spTgt spid="1484"/>
                                        </p:tgtEl>
                                      </p:cBhvr>
                                    </p:animEffect>
                                    <p:set>
                                      <p:cBhvr>
                                        <p:cTn id="6425" dur="1" fill="hold">
                                          <p:stCondLst>
                                            <p:cond delay="499"/>
                                          </p:stCondLst>
                                        </p:cTn>
                                        <p:tgtEl>
                                          <p:spTgt spid="148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seq>
              <p:cTn id="6426" restart="whenNotActive" nodeType="interactiveSeq" fill="hold">
                <p:stCondLst>
                  <p:cond delay="0" evt="onClick">
                    <p:tgtEl>
                      <p:spTgt spid="1489"/>
                    </p:tgtEl>
                  </p:cond>
                </p:stCondLst>
                <p:childTnLst>
                  <p:par>
                    <p:cTn id="6427" fill="hold">
                      <p:stCondLst>
                        <p:cond delay="0" evt="onClick">
                          <p:tgtEl>
                            <p:spTgt spid="1489"/>
                          </p:tgtEl>
                        </p:cond>
                      </p:stCondLst>
                      <p:childTnLst>
                        <p:par>
                          <p:cTn id="6428" fill="hold">
                            <p:stCondLst>
                              <p:cond delay="0"/>
                            </p:stCondLst>
                            <p:childTnLst>
                              <p:par>
                                <p:cTn id="6429" nodeType="clickEffect" fill="hold" presetClass="exit" presetID="9">
                                  <p:stCondLst>
                                    <p:cond delay="0"/>
                                  </p:stCondLst>
                                  <p:childTnLst>
                                    <p:animEffect filter="dissolve" transition="out">
                                      <p:cBhvr additive="repl">
                                        <p:cTn id="6430" dur="500"/>
                                        <p:tgtEl>
                                          <p:spTgt spid="1489"/>
                                        </p:tgtEl>
                                      </p:cBhvr>
                                    </p:animEffect>
                                    <p:set>
                                      <p:cBhvr>
                                        <p:cTn id="6431" dur="1" fill="hold">
                                          <p:stCondLst>
                                            <p:cond delay="499"/>
                                          </p:stCondLst>
                                        </p:cTn>
                                        <p:tgtEl>
                                          <p:spTgt spid="1489"/>
                                        </p:tgtEl>
                                        <p:attrNameLst>
                                          <p:attrName>style.visibility</p:attrName>
                                        </p:attrNameLst>
                                      </p:cBhvr>
                                      <p:to>
                                        <p:strVal val="hidden"/>
                                      </p:to>
                                    </p:set>
                                  </p:childTnLst>
                                </p:cTn>
                              </p:par>
                              <p:par>
                                <p:cTn id="6432" nodeType="withEffect" fill="hold" presetClass="exit" presetID="9">
                                  <p:stCondLst>
                                    <p:cond delay="0"/>
                                  </p:stCondLst>
                                  <p:childTnLst>
                                    <p:animEffect filter="dissolve" transition="out">
                                      <p:cBhvr additive="repl">
                                        <p:cTn id="6433" dur="500"/>
                                        <p:tgtEl>
                                          <p:spTgt spid="1488"/>
                                        </p:tgtEl>
                                      </p:cBhvr>
                                    </p:animEffect>
                                    <p:set>
                                      <p:cBhvr>
                                        <p:cTn id="6434" dur="1" fill="hold">
                                          <p:stCondLst>
                                            <p:cond delay="499"/>
                                          </p:stCondLst>
                                        </p:cTn>
                                        <p:tgtEl>
                                          <p:spTgt spid="1488"/>
                                        </p:tgtEl>
                                        <p:attrNameLst>
                                          <p:attrName>style.visibility</p:attrName>
                                        </p:attrNameLst>
                                      </p:cBhvr>
                                      <p:to>
                                        <p:strVal val="hidden"/>
                                      </p:to>
                                    </p:set>
                                  </p:childTnLst>
                                </p:cTn>
                              </p:par>
                              <p:par>
                                <p:cTn id="6435" nodeType="withEffect" fill="hold" presetClass="emph" presetID="1" presetSubtype="2">
                                  <p:stCondLst>
                                    <p:cond delay="0"/>
                                  </p:stCondLst>
                                  <p:childTnLst>
                                    <p:animClr clrSpc="rgb">
                                      <p:cBhvr>
                                        <p:cTn id="6436" dur="500" fill="hold"/>
                                        <p:tgtEl>
                                          <p:spTgt spid="1487"/>
                                        </p:tgtEl>
                                        <p:attrNameLst>
                                          <p:attrName>fillcolor</p:attrName>
                                        </p:attrNameLst>
                                      </p:cBhvr>
                                      <p:to>
                                        <a:srgbClr val="95b3d7"/>
                                      </p:to>
                                    </p:animClr>
                                    <p:set>
                                      <p:cBhvr>
                                        <p:cTn id="6437" dur="500" fill="hold"/>
                                        <p:tgtEl>
                                          <p:spTgt spid="1487"/>
                                        </p:tgtEl>
                                        <p:attrNameLst>
                                          <p:attrName>fill.type</p:attrName>
                                        </p:attrNameLst>
                                      </p:cBhvr>
                                      <p:to>
                                        <p:strVal val="solid"/>
                                      </p:to>
                                    </p:set>
                                    <p:set>
                                      <p:cBhvr>
                                        <p:cTn id="6438" dur="500" fill="hold"/>
                                        <p:tgtEl>
                                          <p:spTgt spid="1487"/>
                                        </p:tgtEl>
                                        <p:attrNameLst>
                                          <p:attrName>fill.on</p:attrName>
                                        </p:attrNameLst>
                                      </p:cBhvr>
                                      <p:to>
                                        <p:strVal val="tru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0"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CERTA RESPOSTA DA ÚLTIMA</a:t>
            </a:r>
            <a:endParaRPr b="0" lang="pt-BR" sz="4400" spc="-1" strike="noStrike">
              <a:solidFill>
                <a:schemeClr val="dk1"/>
              </a:solidFill>
              <a:latin typeface="Arial"/>
            </a:endParaRPr>
          </a:p>
        </p:txBody>
      </p:sp>
      <p:sp>
        <p:nvSpPr>
          <p:cNvPr id="1491" name="Botão de ação: Personalizar 7">
            <a:hlinkClick r:id="rId1" action="ppaction://hlinksldjump"/>
          </p:cNvPr>
          <p:cNvSpPr/>
          <p:nvPr/>
        </p:nvSpPr>
        <p:spPr>
          <a:xfrm>
            <a:off x="7184880" y="304956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VOLTAR AO MENU</a:t>
            </a:r>
            <a:endParaRPr b="0" lang="pt-BR" sz="1800" spc="-1" strike="noStrike">
              <a:solidFill>
                <a:srgbClr val="000000"/>
              </a:solidFill>
              <a:latin typeface="Arial"/>
            </a:endParaRPr>
          </a:p>
        </p:txBody>
      </p:sp>
      <p:sp>
        <p:nvSpPr>
          <p:cNvPr id="1492" name="Botão de ação: Personalizar 8">
            <a:hlinkClick r:id="" action="ppaction://hlinkshowjump?jump=nextslide"/>
          </p:cNvPr>
          <p:cNvSpPr/>
          <p:nvPr/>
        </p:nvSpPr>
        <p:spPr>
          <a:xfrm>
            <a:off x="7184880" y="3763800"/>
            <a:ext cx="2428560" cy="571320"/>
          </a:xfrm>
          <a:prstGeom prst="actionButtonBlank">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pt-BR" sz="1800" spc="-1" strike="noStrike">
                <a:solidFill>
                  <a:schemeClr val="dk2">
                    <a:lumMod val="75000"/>
                  </a:schemeClr>
                </a:solidFill>
                <a:latin typeface="Calibri"/>
              </a:rPr>
              <a:t>PRÓXIMO CAPÍTULO</a:t>
            </a:r>
            <a:endParaRPr b="0" lang="pt-BR" sz="1800" spc="-1" strike="noStrike">
              <a:solidFill>
                <a:srgbClr val="000000"/>
              </a:solidFill>
              <a:latin typeface="Arial"/>
            </a:endParaRPr>
          </a:p>
        </p:txBody>
      </p:sp>
      <p:sp>
        <p:nvSpPr>
          <p:cNvPr id="1493" name="Retângulo 5"/>
          <p:cNvSpPr/>
          <p:nvPr/>
        </p:nvSpPr>
        <p:spPr>
          <a:xfrm>
            <a:off x="541440" y="1477800"/>
            <a:ext cx="5571720" cy="338148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5400" spc="-1" strike="noStrike" cap="all">
                <a:solidFill>
                  <a:schemeClr val="accent1"/>
                </a:solidFill>
                <a:latin typeface="Arial"/>
              </a:rPr>
              <a:t>Parabéns, você concluiu o capítulo 04</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94" name="" descr="">
            <a:hlinkClick r:id="" action="ppaction://media"/>
          </p:cNvPr>
          <p:cNvPicPr/>
          <p:nvPr>
            <a:audioFile r:link="rId1"/>
            <p:extLst>
              <p:ext uri="{DAA4B4D4-6D71-4841-9C94-3DE7FCFB9230}">
                <p14:media r:link="rId2"/>
              </p:ext>
            </p:extLst>
          </p:nvPr>
        </p:nvPicPr>
        <p:blipFill>
          <a:blip r:embed="rId3"/>
          <a:stretch>
            <a:fillRect/>
          </a:stretch>
        </p:blipFill>
        <p:spPr>
          <a:xfrm>
            <a:off x="4889520" y="2682720"/>
            <a:ext cx="304560" cy="304560"/>
          </a:xfrm>
          <a:prstGeom prst="rect">
            <a:avLst/>
          </a:prstGeom>
          <a:ln w="0">
            <a:noFill/>
          </a:ln>
        </p:spPr>
      </p:pic>
      <p:grpSp>
        <p:nvGrpSpPr>
          <p:cNvPr id="1495" name="object 2"/>
          <p:cNvGrpSpPr/>
          <p:nvPr/>
        </p:nvGrpSpPr>
        <p:grpSpPr>
          <a:xfrm>
            <a:off x="360" y="0"/>
            <a:ext cx="10078560" cy="5670000"/>
            <a:chOff x="360" y="0"/>
            <a:chExt cx="10078560" cy="5670000"/>
          </a:xfrm>
        </p:grpSpPr>
        <p:pic>
          <p:nvPicPr>
            <p:cNvPr id="1496" name="object 3" descr=""/>
            <p:cNvPicPr/>
            <p:nvPr/>
          </p:nvPicPr>
          <p:blipFill>
            <a:blip r:embed="rId4"/>
            <a:stretch/>
          </p:blipFill>
          <p:spPr>
            <a:xfrm>
              <a:off x="360" y="0"/>
              <a:ext cx="7488360" cy="5670000"/>
            </a:xfrm>
            <a:prstGeom prst="rect">
              <a:avLst/>
            </a:prstGeom>
            <a:ln w="9525">
              <a:noFill/>
            </a:ln>
          </p:spPr>
        </p:pic>
        <p:pic>
          <p:nvPicPr>
            <p:cNvPr id="1497" name="object 4" descr=""/>
            <p:cNvPicPr/>
            <p:nvPr/>
          </p:nvPicPr>
          <p:blipFill>
            <a:blip r:embed="rId5"/>
            <a:stretch/>
          </p:blipFill>
          <p:spPr>
            <a:xfrm>
              <a:off x="3146760" y="2520"/>
              <a:ext cx="6932160" cy="5667480"/>
            </a:xfrm>
            <a:prstGeom prst="rect">
              <a:avLst/>
            </a:prstGeom>
            <a:ln w="9525">
              <a:noFill/>
            </a:ln>
          </p:spPr>
        </p:pic>
        <p:pic>
          <p:nvPicPr>
            <p:cNvPr id="1498" name="object 5" descr=""/>
            <p:cNvPicPr/>
            <p:nvPr/>
          </p:nvPicPr>
          <p:blipFill>
            <a:blip r:embed="rId6"/>
            <a:stretch/>
          </p:blipFill>
          <p:spPr>
            <a:xfrm>
              <a:off x="5844600" y="3729600"/>
              <a:ext cx="4234320" cy="1509120"/>
            </a:xfrm>
            <a:prstGeom prst="rect">
              <a:avLst/>
            </a:prstGeom>
            <a:ln w="9525">
              <a:noFill/>
            </a:ln>
          </p:spPr>
        </p:pic>
      </p:grpSp>
      <p:sp>
        <p:nvSpPr>
          <p:cNvPr id="1499" name="object 6"/>
          <p:cNvSpPr/>
          <p:nvPr/>
        </p:nvSpPr>
        <p:spPr>
          <a:xfrm>
            <a:off x="7648560" y="4064040"/>
            <a:ext cx="725040" cy="987840"/>
          </a:xfrm>
          <a:prstGeom prst="rect">
            <a:avLst/>
          </a:prstGeom>
          <a:noFill/>
          <a:ln w="0">
            <a:noFill/>
          </a:ln>
        </p:spPr>
        <p:style>
          <a:lnRef idx="0"/>
          <a:fillRef idx="0"/>
          <a:effectRef idx="0"/>
          <a:fontRef idx="minor"/>
        </p:style>
        <p:txBody>
          <a:bodyPr lIns="0" rIns="0" tIns="12600" bIns="0" anchor="t">
            <a:spAutoFit/>
          </a:bodyPr>
          <a:p>
            <a:pPr marL="12600">
              <a:lnSpc>
                <a:spcPct val="100000"/>
              </a:lnSpc>
              <a:spcBef>
                <a:spcPts val="99"/>
              </a:spcBef>
            </a:pPr>
            <a:r>
              <a:rPr b="0" lang="pt-BR" sz="3200" spc="-1" strike="noStrike">
                <a:solidFill>
                  <a:srgbClr val="ffffff"/>
                </a:solidFill>
                <a:latin typeface="Arial MT"/>
              </a:rPr>
              <a:t>F</a:t>
            </a:r>
            <a:r>
              <a:rPr b="0" lang="pt-BR" sz="3200" spc="-7" strike="noStrike">
                <a:solidFill>
                  <a:srgbClr val="ffffff"/>
                </a:solidFill>
                <a:latin typeface="Arial MT"/>
              </a:rPr>
              <a:t>IM</a:t>
            </a:r>
            <a:endParaRPr b="0" lang="pt-BR" sz="3200" spc="-1" strike="noStrike">
              <a:solidFill>
                <a:srgbClr val="000000"/>
              </a:solidFill>
              <a:latin typeface="Arial"/>
            </a:endParaRPr>
          </a:p>
        </p:txBody>
      </p:sp>
      <p:pic>
        <p:nvPicPr>
          <p:cNvPr id="1500" name="object 7" descr=""/>
          <p:cNvPicPr/>
          <p:nvPr/>
        </p:nvPicPr>
        <p:blipFill>
          <a:blip r:embed="rId7"/>
          <a:stretch/>
        </p:blipFill>
        <p:spPr>
          <a:xfrm>
            <a:off x="9129600" y="3728880"/>
            <a:ext cx="691920" cy="1176120"/>
          </a:xfrm>
          <a:prstGeom prst="rect">
            <a:avLst/>
          </a:prstGeom>
          <a:ln w="9525">
            <a:noFill/>
          </a:ln>
        </p:spPr>
      </p:pic>
      <p:sp>
        <p:nvSpPr>
          <p:cNvPr id="1501" name="Botão de ação: Personalizar 20">
            <a:hlinkClick r:id="rId8" action="ppaction://hlinksldjump"/>
          </p:cNvPr>
          <p:cNvSpPr/>
          <p:nvPr/>
        </p:nvSpPr>
        <p:spPr>
          <a:xfrm>
            <a:off x="8078040" y="763560"/>
            <a:ext cx="719640" cy="539640"/>
          </a:xfrm>
          <a:prstGeom prst="actionButtonBlank">
            <a:avLst/>
          </a:prstGeom>
          <a:solidFill>
            <a:srgbClr val="00b8ff"/>
          </a:solidFill>
          <a:ln w="9525">
            <a:solidFill>
              <a:srgbClr val="000000"/>
            </a:solidFill>
            <a:round/>
          </a:ln>
          <a:scene3d>
            <a:camera prst="orthographicFront"/>
            <a:lightRig dir="t" rig="threePt"/>
          </a:scene3d>
          <a:sp3d>
            <a:bevelT prst="angle"/>
          </a:sp3d>
        </p:spPr>
        <p:style>
          <a:lnRef idx="0"/>
          <a:fillRef idx="0"/>
          <a:effectRef idx="0"/>
          <a:fontRef idx="minor"/>
        </p:style>
        <p:txBody>
          <a:bodyPr lIns="90000" rIns="90000" tIns="45000" bIns="45000" anchor="ctr">
            <a:noAutofit/>
          </a:bodyPr>
          <a:p>
            <a:pPr algn="ctr">
              <a:lnSpc>
                <a:spcPct val="100000"/>
              </a:lnSpc>
            </a:pPr>
            <a:r>
              <a:rPr b="0" lang="pt-BR" sz="1000" spc="-1" strike="noStrike">
                <a:solidFill>
                  <a:schemeClr val="dk1"/>
                </a:solidFill>
                <a:latin typeface="Calibri"/>
              </a:rPr>
              <a:t>INICIAR</a:t>
            </a:r>
            <a:endParaRPr b="0" lang="pt-BR" sz="1000" spc="-1" strike="noStrike">
              <a:solidFill>
                <a:srgbClr val="ffffff"/>
              </a:solidFill>
              <a:latin typeface="Arial"/>
            </a:endParaRPr>
          </a:p>
          <a:p>
            <a:pPr algn="ctr">
              <a:lnSpc>
                <a:spcPct val="100000"/>
              </a:lnSpc>
            </a:pPr>
            <a:r>
              <a:rPr b="0" lang="pt-BR" sz="1000" spc="-1" strike="noStrike">
                <a:solidFill>
                  <a:schemeClr val="dk1"/>
                </a:solidFill>
                <a:latin typeface="Calibri"/>
              </a:rPr>
              <a:t>QUIZ</a:t>
            </a:r>
            <a:endParaRPr b="0" lang="pt-BR" sz="1000" spc="-1" strike="noStrike">
              <a:solidFill>
                <a:srgbClr val="ffffff"/>
              </a:solidFill>
              <a:latin typeface="Arial"/>
            </a:endParaRPr>
          </a:p>
        </p:txBody>
      </p:sp>
      <p:sp>
        <p:nvSpPr>
          <p:cNvPr id="1502" name="Botão de ação: Personalizar 20">
            <a:hlinkClick r:id="rId9" action="ppaction://hlinksldjump"/>
          </p:cNvPr>
          <p:cNvSpPr/>
          <p:nvPr/>
        </p:nvSpPr>
        <p:spPr>
          <a:xfrm>
            <a:off x="8108280" y="5009760"/>
            <a:ext cx="719640" cy="539640"/>
          </a:xfrm>
          <a:prstGeom prst="actionButtonBlank">
            <a:avLst/>
          </a:prstGeom>
          <a:solidFill>
            <a:srgbClr val="00b8ff"/>
          </a:solidFill>
          <a:ln w="9525">
            <a:solidFill>
              <a:srgbClr val="000000"/>
            </a:solidFill>
            <a:round/>
          </a:ln>
          <a:scene3d>
            <a:camera prst="orthographicFront"/>
            <a:lightRig dir="t" rig="threePt"/>
          </a:scene3d>
          <a:sp3d>
            <a:bevelT prst="angle"/>
          </a:sp3d>
        </p:spPr>
        <p:style>
          <a:lnRef idx="0"/>
          <a:fillRef idx="0"/>
          <a:effectRef idx="0"/>
          <a:fontRef idx="minor"/>
        </p:style>
        <p:txBody>
          <a:bodyPr lIns="90000" rIns="90000" tIns="45000" bIns="45000" anchor="ctr">
            <a:noAutofit/>
          </a:bodyPr>
          <a:p>
            <a:pPr algn="ctr">
              <a:lnSpc>
                <a:spcPct val="100000"/>
              </a:lnSpc>
            </a:pPr>
            <a:r>
              <a:rPr b="0" lang="pt-BR" sz="1400" spc="-1" strike="noStrike">
                <a:solidFill>
                  <a:schemeClr val="dk1"/>
                </a:solidFill>
                <a:latin typeface="Calibri"/>
              </a:rPr>
              <a:t>MENU</a:t>
            </a:r>
            <a:endParaRPr b="0" lang="pt-BR" sz="14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6439" dur="indefinite" restart="never" nodeType="tmRoot">
          <p:childTnLst>
            <p:seq>
              <p:cTn id="6440" dur="indefinite" nodeType="mainSeq">
                <p:childTnLst>
                  <p:par>
                    <p:cTn id="6441" fill="hold">
                      <p:stCondLst>
                        <p:cond delay="0"/>
                      </p:stCondLst>
                      <p:childTnLst>
                        <p:par>
                          <p:cTn id="6442" fill="hold">
                            <p:stCondLst>
                              <p:cond delay="0"/>
                            </p:stCondLst>
                            <p:childTnLst>
                              <p:par>
                                <p:cTn id="6443" nodeType="afterEffect" fill="hold" presetClass="mediacall">
                                  <p:stCondLst>
                                    <p:cond delay="0"/>
                                  </p:stCondLst>
                                  <p:childTnLst>
                                    <p:cmd type="call" cmd="playFrom(0.0)">
                                      <p:cBhvr>
                                        <p:cTn id="6444" dur="1" fill="hold"/>
                                        <p:tgtEl>
                                          <p:spTgt spid="1494"/>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showWhenStopped="1">
                <p:cTn>
                  <p:stCondLst>
                    <p:cond delay="indefinite"/>
                  </p:stCondLst>
                  <p:endCondLst>
                    <p:cond delay="0" evt="onNext"/>
                    <p:cond delay="0" evt="onPrev"/>
                    <p:cond delay="0" evt="onStopAudio"/>
                  </p:endCondLst>
                </p:cTn>
                <p:tgtEl>
                  <p:spTgt spid="1494"/>
                </p:tgtEl>
              </p:cMediaNode>
            </p:audio>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3" name="PlaceHolder 1"/>
          <p:cNvSpPr>
            <a:spLocks noGrp="1"/>
          </p:cNvSpPr>
          <p:nvPr>
            <p:ph type="title"/>
          </p:nvPr>
        </p:nvSpPr>
        <p:spPr>
          <a:xfrm>
            <a:off x="704880" y="384120"/>
            <a:ext cx="8673840" cy="676800"/>
          </a:xfrm>
          <a:prstGeom prst="rect">
            <a:avLst/>
          </a:prstGeom>
          <a:noFill/>
          <a:ln w="9360">
            <a:noFill/>
          </a:ln>
        </p:spPr>
        <p:txBody>
          <a:bodyPr numCol="1" spcCol="0" lIns="0" rIns="0" tIns="0" bIns="0" anchor="t">
            <a:noAutofit/>
          </a:bodyPr>
          <a:p>
            <a:pPr indent="0" algn="ctr">
              <a:lnSpc>
                <a:spcPct val="100000"/>
              </a:lnSpc>
              <a:buNone/>
            </a:pPr>
            <a:r>
              <a:rPr b="0" lang="pt-BR" sz="4400" spc="-1" strike="noStrike">
                <a:solidFill>
                  <a:schemeClr val="lt1"/>
                </a:solidFill>
                <a:latin typeface="Calibri"/>
              </a:rPr>
              <a:t> </a:t>
            </a:r>
            <a:r>
              <a:rPr b="0" lang="pt-BR" sz="4400" spc="-1" strike="noStrike">
                <a:solidFill>
                  <a:schemeClr val="lt1"/>
                </a:solidFill>
                <a:latin typeface="Calibri"/>
              </a:rPr>
              <a:t>RESPOSTA ERRADA</a:t>
            </a:r>
            <a:endParaRPr b="0" lang="pt-BR" sz="4400" spc="-1" strike="noStrike">
              <a:solidFill>
                <a:schemeClr val="dk1"/>
              </a:solidFill>
              <a:latin typeface="Arial"/>
            </a:endParaRPr>
          </a:p>
        </p:txBody>
      </p:sp>
      <p:sp>
        <p:nvSpPr>
          <p:cNvPr id="1504" name="Retângulo 5"/>
          <p:cNvSpPr/>
          <p:nvPr/>
        </p:nvSpPr>
        <p:spPr>
          <a:xfrm>
            <a:off x="2034720" y="2373480"/>
            <a:ext cx="6013440" cy="914040"/>
          </a:xfrm>
          <a:prstGeom prst="rect">
            <a:avLst/>
          </a:prstGeom>
          <a:noFill/>
          <a:ln w="0">
            <a:noFill/>
          </a:ln>
        </p:spPr>
        <p:style>
          <a:lnRef idx="0"/>
          <a:fillRef idx="0"/>
          <a:effectRef idx="0"/>
          <a:fontRef idx="minor"/>
        </p:style>
        <p:txBody>
          <a:bodyPr wrap="none" anchor="t">
            <a:spAutoFit/>
            <a:scene3d>
              <a:camera prst="orthographicFront"/>
              <a:lightRig dir="t" rig="brightRoom"/>
            </a:scene3d>
            <a:sp3d contourW="6350" prstMaterial="plastic">
              <a:bevelT prst="angle" w="20320" h="20320"/>
              <a:contourClr>
                <a:schemeClr val="accent1"/>
              </a:contourClr>
            </a:sp3d>
          </a:bodyPr>
          <a:p>
            <a:pPr algn="ctr">
              <a:lnSpc>
                <a:spcPct val="100000"/>
              </a:lnSpc>
            </a:pPr>
            <a:r>
              <a:rPr b="1" lang="pt-BR" sz="5400" spc="-1" strike="noStrike" cap="all">
                <a:solidFill>
                  <a:schemeClr val="accent1"/>
                </a:solidFill>
                <a:latin typeface="Arial"/>
              </a:rPr>
              <a:t>Tente de novo!</a:t>
            </a:r>
            <a:endParaRPr b="0" lang="pt-BR" sz="5400" spc="-1" strike="noStrike">
              <a:solidFill>
                <a:srgbClr val="000000"/>
              </a:solidFill>
              <a:latin typeface="Arial"/>
            </a:endParaRPr>
          </a:p>
        </p:txBody>
      </p:sp>
      <p:sp>
        <p:nvSpPr>
          <p:cNvPr id="1505" name="Botão de ação: Retornar 6">
            <a:hlinkClick r:id="rId1" action="ppaction://hlinksldjump"/>
          </p:cNvPr>
          <p:cNvSpPr/>
          <p:nvPr/>
        </p:nvSpPr>
        <p:spPr>
          <a:xfrm>
            <a:off x="8542440" y="4752360"/>
            <a:ext cx="856800" cy="593640"/>
          </a:xfrm>
          <a:prstGeom prst="actionButtonReturn">
            <a:avLst/>
          </a:prstGeom>
          <a:gradFill rotWithShape="0">
            <a:gsLst>
              <a:gs pos="0">
                <a:srgbClr val="9ab4e4"/>
              </a:gs>
              <a:gs pos="16250">
                <a:srgbClr val="558ed5"/>
              </a:gs>
              <a:gs pos="34000">
                <a:srgbClr val="b9cde5"/>
              </a:gs>
              <a:gs pos="52000">
                <a:srgbClr val="8eb4e3"/>
              </a:gs>
              <a:gs pos="68322">
                <a:srgbClr val="c6d9f1"/>
              </a:gs>
              <a:gs pos="87000">
                <a:srgbClr val="558ed5"/>
              </a:gs>
              <a:gs pos="100000">
                <a:srgbClr val="17375e"/>
              </a:gs>
            </a:gsLst>
            <a:lin ang="1800000"/>
          </a:gradFill>
          <a:ln>
            <a:solidFill>
              <a:srgbClr val="3a5f8b"/>
            </a:solidFill>
            <a:round/>
          </a:ln>
          <a:scene3d>
            <a:camera prst="orthographicFront"/>
            <a:lightRig dir="t" rig="threePt"/>
          </a:scene3d>
          <a:sp3d>
            <a:bevelT prst="divot" w="139700" h="139700"/>
          </a:sp3d>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1" lang="pt-BR" sz="1800" spc="-1" strike="noStrike">
              <a:solidFill>
                <a:schemeClr val="dk2">
                  <a:lumMod val="75000"/>
                </a:schemeClr>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6003</TotalTime>
  <Application>LibreOffice/24.2.7.2$Linux_X86_64 LibreOffice_project/420$Build-2</Application>
  <AppVersion>15.0000</AppVersion>
  <Words>9770</Words>
  <Paragraphs>1169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2023-03-06T12:39:53Z</dcterms:created>
  <dc:creator>aluno</dc:creator>
  <dc:description/>
  <dc:language>pt-BR</dc:language>
  <cp:lastModifiedBy/>
  <dcterms:modified xsi:type="dcterms:W3CDTF">2026-07-24T12:32:53Z</dcterms:modified>
  <cp:revision>600</cp:revision>
  <dc:subject/>
  <dc:title>Apresentação do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2020-07-10T00:00:00Z</vt:filetime>
  </property>
  <property fmtid="{D5CDD505-2E9C-101B-9397-08002B2CF9AE}" pid="3" name="Creator">
    <vt:lpwstr>Impress</vt:lpwstr>
  </property>
  <property fmtid="{D5CDD505-2E9C-101B-9397-08002B2CF9AE}" pid="4" name="LastSaved">
    <vt:filetime>2020-07-10T00:00:00Z</vt:filetime>
  </property>
  <property fmtid="{D5CDD505-2E9C-101B-9397-08002B2CF9AE}" pid="5" name="MMClips">
    <vt:i4>2</vt:i4>
  </property>
  <property fmtid="{D5CDD505-2E9C-101B-9397-08002B2CF9AE}" pid="6" name="Notes">
    <vt:i4>30</vt:i4>
  </property>
  <property fmtid="{D5CDD505-2E9C-101B-9397-08002B2CF9AE}" pid="7" name="PresentationFormat">
    <vt:lpwstr>Personalizar</vt:lpwstr>
  </property>
  <property fmtid="{D5CDD505-2E9C-101B-9397-08002B2CF9AE}" pid="8" name="Slides">
    <vt:i4>129</vt:i4>
  </property>
</Properties>
</file>